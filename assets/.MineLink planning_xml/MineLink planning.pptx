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notesSlides/notesSlide4.xml" ContentType="application/vnd.openxmlformats-officedocument.presentationml.notesSlide+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notesSlides/notesSlide5.xml" ContentType="application/vnd.openxmlformats-officedocument.presentationml.notesSlide+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notesSlides/notesSlide6.xml" ContentType="application/vnd.openxmlformats-officedocument.presentationml.notesSlide+xml"/>
  <Override PartName="/ppt/ink/ink24.xml" ContentType="application/inkml+xml"/>
  <Override PartName="/ppt/ink/ink25.xml" ContentType="application/inkml+xml"/>
  <Override PartName="/ppt/ink/ink26.xml" ContentType="application/inkml+xml"/>
  <Override PartName="/ppt/ink/ink27.xml" ContentType="application/inkml+xml"/>
  <Override PartName="/ppt/notesSlides/notesSlide7.xml" ContentType="application/vnd.openxmlformats-officedocument.presentationml.notesSlide+xml"/>
  <Override PartName="/ppt/ink/ink28.xml" ContentType="application/inkml+xml"/>
  <Override PartName="/ppt/ink/ink29.xml" ContentType="application/inkml+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63" r:id="rId2"/>
    <p:sldId id="256" r:id="rId3"/>
    <p:sldId id="264" r:id="rId4"/>
    <p:sldId id="265" r:id="rId5"/>
    <p:sldId id="266" r:id="rId6"/>
    <p:sldId id="267" r:id="rId7"/>
    <p:sldId id="268" r:id="rId8"/>
    <p:sldId id="269" r:id="rId9"/>
    <p:sldId id="270" r:id="rId10"/>
    <p:sldId id="273" r:id="rId11"/>
    <p:sldId id="272" r:id="rId12"/>
    <p:sldId id="271" r:id="rId13"/>
    <p:sldId id="275" r:id="rId14"/>
    <p:sldId id="274" r:id="rId15"/>
    <p:sldId id="279" r:id="rId16"/>
    <p:sldId id="278" r:id="rId17"/>
    <p:sldId id="277" r:id="rId18"/>
    <p:sldId id="276" r:id="rId19"/>
    <p:sldId id="257" r:id="rId20"/>
    <p:sldId id="258" r:id="rId21"/>
    <p:sldId id="259" r:id="rId22"/>
    <p:sldId id="260" r:id="rId23"/>
    <p:sldId id="261" r:id="rId24"/>
    <p:sldId id="262"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DCAE351-DCBB-4681-87C3-AFB1310A59E7}">
          <p14:sldIdLst>
            <p14:sldId id="263"/>
            <p14:sldId id="256"/>
          </p14:sldIdLst>
        </p14:section>
        <p14:section name="mine portal" id="{5B6EDF7C-5AF6-4D5F-90BC-10790F490DC6}">
          <p14:sldIdLst>
            <p14:sldId id="264"/>
            <p14:sldId id="265"/>
            <p14:sldId id="266"/>
            <p14:sldId id="267"/>
            <p14:sldId id="268"/>
          </p14:sldIdLst>
        </p14:section>
        <p14:section name="transporter portal" id="{97192FA1-CB46-4897-BCF1-3C27056A40F0}">
          <p14:sldIdLst>
            <p14:sldId id="269"/>
            <p14:sldId id="270"/>
            <p14:sldId id="273"/>
            <p14:sldId id="272"/>
            <p14:sldId id="271"/>
            <p14:sldId id="275"/>
          </p14:sldIdLst>
        </p14:section>
        <p14:section name="buyer portal" id="{D5BC5808-52EA-4F5B-AF2A-345780F564E1}">
          <p14:sldIdLst>
            <p14:sldId id="274"/>
            <p14:sldId id="279"/>
            <p14:sldId id="278"/>
            <p14:sldId id="277"/>
          </p14:sldIdLst>
        </p14:section>
        <p14:section name="our admin" id="{98984A66-ABD4-49B9-A7F9-B9E048B49935}">
          <p14:sldIdLst>
            <p14:sldId id="276"/>
          </p14:sldIdLst>
        </p14:section>
        <p14:section name="old data" id="{22726A61-E97D-4A7E-B3BE-3AEA79BEFADF}">
          <p14:sldIdLst>
            <p14:sldId id="257"/>
            <p14:sldId id="258"/>
            <p14:sldId id="259"/>
            <p14:sldId id="260"/>
            <p14:sldId id="261"/>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6536" autoAdjust="0"/>
  </p:normalViewPr>
  <p:slideViewPr>
    <p:cSldViewPr snapToGrid="0">
      <p:cViewPr varScale="1">
        <p:scale>
          <a:sx n="71" d="100"/>
          <a:sy n="71" d="100"/>
        </p:scale>
        <p:origin x="1138"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7T10:03:25.914"/>
    </inkml:context>
    <inkml:brush xml:id="br0">
      <inkml:brushProperty name="width" value="0.035" units="cm"/>
      <inkml:brushProperty name="height" value="0.035" units="cm"/>
      <inkml:brushProperty name="color" value="#FFFFFF"/>
    </inkml:brush>
  </inkml:definitions>
  <inkml:trace contextRef="#ctx0" brushRef="#br0">802 312 24575,'-319'-14'-4483,"99"2"1121,74 9 5554,68 4 3361,46-1-5404,25 0-222,10 0 97,194 2-24,246-4 0,-407 0 0,1-2 0,-1-1 0,0-1 0,38-13 0,-72 18 0,1 1 0,-1-1 0,1 0 0,-1 0 0,1 0 0,-1-1 0,0 1 0,1-1 0,-1 1 0,0-1 0,0 0 0,3-3 0,-5 4 0,1 0 0,-1 0 0,0 0 0,0 0 0,0 0 0,0 0 0,0-1 0,0 1 0,0 0 0,0 0 0,0 0 0,-1 0 0,1 0 0,0 0 0,-1 0 0,1 0 0,-1 0 0,1 0 0,-1 0 0,1 1 0,-1-1 0,0 0 0,1 0 0,-1 0 0,0 1 0,0-1 0,0 0 0,1 1 0,-1-1 0,0 0 0,0 1 0,0-1 0,-1 1 0,-32-22 0,-1 2 0,-58-23 0,54 25 0,8 2 0,-1 2 0,-1 1 0,0 2 0,-1 1 0,0 2 0,-1 1 0,-42-3 0,57 8 0,13 1 0,0 0 0,-1 1 0,1-1 0,0 1 0,0 1 0,0-1 0,0 1 0,0 1 0,-14 3 0,21-5 0,0 0 0,0 0 0,0 0 0,-1 1 0,1-1 0,0 0 0,0 0 0,0 0 0,0 0 0,-1 0 0,1 0 0,0 0 0,0 1 0,0-1 0,0 0 0,0 0 0,0 0 0,-1 0 0,1 0 0,0 1 0,0-1 0,0 0 0,0 0 0,0 0 0,0 1 0,0-1 0,0 0 0,0 0 0,0 0 0,0 0 0,0 1 0,0-1 0,0 0 0,0 0 0,0 0 0,0 1 0,0-1 0,0 0 0,0 0 0,0 1 0,9 5 0,14 0 0,30 0 0,1-2 0,101-6 0,-149 2 0,0 0 0,0-1 0,0 0 0,0 0 0,-1 0 0,1-1 0,8-3 0,-14 5-21,0-1 0,1 1 0,-1 0 1,0-1-1,0 1 0,0-1 0,0 1 0,0-1 0,0 1 0,0-1 0,0 1 0,0 0 0,0-1 0,0 1 0,0-1 0,0 1 1,0-1-1,0 1 0,0-1 0,-1 1 0,1 0 0,0-1 0,0 1 0,-1-1 0,1 1 0,0 0 0,0-1 0,-1 1 0,1 0 1,0-1-1,-1 1 0,1 0 0,0 0 0,-1-1 0,1 1 0,-1 0 0,1 0 0,0 0 0,-1-1 0,0 1 0,0-1-486,-13-9-6319</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7T10:03:35.444"/>
    </inkml:context>
    <inkml:brush xml:id="br0">
      <inkml:brushProperty name="width" value="0.35" units="cm"/>
      <inkml:brushProperty name="height" value="0.35" units="cm"/>
      <inkml:brushProperty name="color" value="#FFFFFF"/>
    </inkml:brush>
  </inkml:definitions>
  <inkml:trace contextRef="#ctx0" brushRef="#br0">824 3 24575,'26'0'0,"-1"2"0,1 0 0,37 9 0,-50-8 0,0 1 0,-1 0 0,1 1 0,-1 0 0,0 1 0,-1 1 0,1 0 0,15 12 0,-12-6 0,94 71 0,-96-76 0,1 0 0,0-1 0,0-1 0,1 0 0,0 0 0,26 5 0,-205-24 0,-348-6 0,447 16 0,-123-22 0,14 1 0,143 24 0,22 2 0,19 3 0,27 8 0,0 2 0,55 29 0,36 16 0,-111-53 0,1-2 0,-1 0 0,1-1 0,0 0 0,34 1 0,263-10 0,-406 4 0,-111-15 0,119 8 0,-152 6 0,25 1 0,185-1 0,0-1 0,1 0 0,-34-11 0,58 14 0,0 0 0,0 0 0,0 0 0,0 0 0,1 0 0,-1 0 0,0 0 0,0 0 0,0 0 0,0 0 0,0 0 0,0 0 0,0 0 0,0 0 0,0 0 0,0 0 0,0 0 0,1 0 0,-1 0 0,0 0 0,0 0 0,0 0 0,0 0 0,0 0 0,0 0 0,0 0 0,0 0 0,0 0 0,0 0 0,0-1 0,0 1 0,0 0 0,0 0 0,0 0 0,0 0 0,0 0 0,0 0 0,0 0 0,0 0 0,0 0 0,0 0 0,0 0 0,0-1 0,0 1 0,0 0 0,0 0 0,0 0 0,0 0 0,0 0 0,0 0 0,16-3 0,21 1 0,-25 2 0,36 0 0,0-2 0,71-12 0,-94 10-1365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7T10:03:38.831"/>
    </inkml:context>
    <inkml:brush xml:id="br0">
      <inkml:brushProperty name="width" value="0.35" units="cm"/>
      <inkml:brushProperty name="height" value="0.35" units="cm"/>
      <inkml:brushProperty name="color" value="#FFFFFF"/>
    </inkml:brush>
  </inkml:definitions>
  <inkml:trace contextRef="#ctx0" brushRef="#br0">1682 2 24575,'-144'-2'0,"-156"5"0,186 10 0,-54 2 0,-787-16-1365</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7T10:03:41.321"/>
    </inkml:context>
    <inkml:brush xml:id="br0">
      <inkml:brushProperty name="width" value="0.35" units="cm"/>
      <inkml:brushProperty name="height" value="0.35" units="cm"/>
      <inkml:brushProperty name="color" value="#FFFFFF"/>
    </inkml:brush>
  </inkml:definitions>
  <inkml:trace contextRef="#ctx0" brushRef="#br0">2421 1 24575,'-2421'0'-1365</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7T10:03:46.397"/>
    </inkml:context>
    <inkml:brush xml:id="br0">
      <inkml:brushProperty name="width" value="0.35" units="cm"/>
      <inkml:brushProperty name="height" value="0.35" units="cm"/>
      <inkml:brushProperty name="color" value="#FFFFFF"/>
    </inkml:brush>
  </inkml:definitions>
  <inkml:trace contextRef="#ctx0" brushRef="#br0">2693 115 24575,'-57'-3'0,"0"-3"0,0-2 0,1-3 0,-57-19 0,-100-18 0,157 42 0,-1 3 0,-83 6 0,26 0 0,-721-3 0,790 2 0,-58 10 0,56-5 0,-55 0 0,-152-8 0,241 2 0,0 1 0,0 1 0,1-1 0,-1 2 0,1 0 0,0 0 0,-21 11 0,15-6 0,-2-1 0,-19 5 0,-2-4 0,15-4 0,1 2 0,-1 0 0,-30 14 0,55-20 0,1-1 0,-1 0 0,0 1 0,0-1 0,0 1 0,0-1 0,1 1 0,-1 0 0,0-1 0,1 1 0,-1 0 0,0-1 0,1 1 0,-1 0 0,1 0 0,-1-1 0,1 1 0,-1 0 0,1 0 0,0 0 0,-1 0 0,1 0 0,0 0 0,0 0 0,0-1 0,0 1 0,-1 0 0,1 0 0,1 0 0,-1 0 0,0 0 0,0 0 0,0 0 0,0 0 0,1 0 0,-1 0 0,0 0 0,1-1 0,-1 1 0,1 0 0,-1 0 0,1 0 0,-1-1 0,1 1 0,-1 0 0,1 0 0,0-1 0,-1 1 0,3 0 0,0 3 0,1-1 0,0 1 0,0-1 0,1 0 0,-1 0 0,0-1 0,10 4 0,45 7 0,-46-11 0,-1 1 0,1 0 0,-1 0 0,21 9 0,-17-5 0,0-1 0,0-1 0,0 0 0,1-1 0,0-1 0,30 2 0,107-6 0,-83-1 0,-26-2 0,-1-1 0,0-3 0,0-1 0,53-19 0,-28 8 0,-64 19 0,28-9 0,1 2 0,0 1 0,62-5 0,557 11 0,-303 4 0,-109-3-1365</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7T10:03:49.217"/>
    </inkml:context>
    <inkml:brush xml:id="br0">
      <inkml:brushProperty name="width" value="0.35" units="cm"/>
      <inkml:brushProperty name="height" value="0.35" units="cm"/>
      <inkml:brushProperty name="color" value="#FFFFFF"/>
    </inkml:brush>
  </inkml:definitions>
  <inkml:trace contextRef="#ctx0" brushRef="#br0">0 58 24575,'2313'0'0,"-2285"-2"0,0-1 0,0-2 0,51-14 0,-49 11 0,1 1 0,0 1 0,31-1 0,205 6 208,-133 2-1781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7T10:03:52.421"/>
    </inkml:context>
    <inkml:brush xml:id="br0">
      <inkml:brushProperty name="width" value="0.35" units="cm"/>
      <inkml:brushProperty name="height" value="0.35" units="cm"/>
      <inkml:brushProperty name="color" value="#FFFFFF"/>
    </inkml:brush>
  </inkml:definitions>
  <inkml:trace contextRef="#ctx0" brushRef="#br0">0 1 24575,'25'1'0,"0"2"0,-1 1 0,1 1 0,26 8 0,-17-4 0,36 5 0,-27-9 0,-30-5 0,0 1 0,0 1 0,0 0 0,0 1 0,0 1 0,22 8 0,-17-5 0,0-1 0,1 0 0,-1-2 0,1 0 0,1-1 0,19 0 0,41 8 0,-68-9 0,254 42 0,-174-33 0,62 4 0,-85-17 0,-45 0 0,-1 2 0,0 0 0,1 1 0,-1 1 0,33 8 0,-6 3 0,2-1 0,-1-3 0,1-3 0,0-1 0,68-4 0,750-3 0,-493 3 0,-369-1 0,47-3 0,-52 3 0,-1 0 0,0-1 0,0 1 0,0-1 0,0 1 0,0-1 0,0 0 0,0 0 0,0 1 0,0-1 0,0-1 0,0 1 0,0 0 0,-1 0 0,1-1 0,-1 1 0,1-1 0,-1 1 0,1-1 0,-1 0 0,2-2 0,-3 4 0,0-1 0,0 1 0,0-1 0,0 0 0,0 1 0,0-1 0,0 0 0,0 1 0,0-1 0,0 0 0,-1 1 0,1-1 0,0 1 0,0-1 0,0 1 0,-1-1 0,1 0 0,0 1 0,-1-1 0,1 1 0,-1-1 0,1 1 0,0-1 0,-1 1 0,1 0 0,-1-1 0,1 1 0,-1-1 0,0 1 0,1 0 0,-1 0 0,1-1 0,-1 1 0,1 0 0,-1 0 0,0 0 0,0-1 0,-26-5 0,26 6 0,-42-8 0,0-3 0,-67-25 0,76 23 0,-1 1 0,0 2 0,0 2 0,-1 0 0,-48-2 0,-457 10 0,238 2 0,-727-2-1365</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7T10:37:37.991"/>
    </inkml:context>
    <inkml:brush xml:id="br0">
      <inkml:brushProperty name="width" value="0.35" units="cm"/>
      <inkml:brushProperty name="height" value="0.35" units="cm"/>
      <inkml:brushProperty name="color" value="#FFFFFF"/>
    </inkml:brush>
  </inkml:definitions>
  <inkml:trace contextRef="#ctx0" brushRef="#br0">3425 286 24575,'0'642'0,"0"-636"0,-5 99 0,4-95 0,0-1 0,-1 0 0,0 0 0,-1 0 0,0 0 0,0 0 0,-1-1 0,0 1 0,-6 8 0,9-15 0,-1 0 0,0 0 0,0 0 0,0-1 0,0 1 0,0 0 0,-1-1 0,1 1 0,0-1 0,-1 0 0,1 1 0,-1-1 0,0-1 0,1 1 0,-1 0 0,0-1 0,1 1 0,-1-1 0,0 0 0,1 0 0,-1 0 0,0 0 0,0 0 0,1-1 0,-1 1 0,0-1 0,1 1 0,-1-1 0,0 0 0,1 0 0,-1-1 0,-2-1 0,-4-2 0,-1 0 0,2-1 0,-1 0 0,1 0 0,0-1 0,0 0 0,-9-10 0,-12-23 0,1 0 0,-34-69 0,25 43 0,-128-234 0,158 286 0,1-1 0,0 0 0,1 0 0,-3-19 0,-13-40 0,19 69 0,-1-1 0,1 1 0,-1 0 0,-1 0 0,1 0 0,0 0 0,-1 0 0,0 1 0,0 0 0,-6-5 0,9 8 0,-1 0 0,1 0 0,-1 0 0,1 0 0,-1 0 0,0 0 0,1 0 0,-1 1 0,0-1 0,0 0 0,0 1 0,0 0 0,1-1 0,-1 1 0,0 0 0,0 0 0,0 0 0,0 0 0,0 0 0,0 1 0,0-1 0,1 1 0,-1-1 0,0 1 0,0-1 0,0 1 0,1 0 0,-1 0 0,0 0 0,1 0 0,-1 0 0,1 0 0,-1 1 0,1-1 0,0 0 0,-2 3 0,-5 5 0,1 1 0,0 0 0,1 0 0,-9 19 0,7-13 0,-110 190 0,116-203 0,-13 27 0,14-22 0,12-15 0,2-7 0,-1-1 0,-1 0 0,0 0 0,-2-1 0,13-24 0,-10 17 0,28-41 0,-23 38 0,-15 22 0,1-1 0,-1 1 0,1-1 0,0 1 0,1 0 0,-1 0 0,1 1 0,-1-1 0,1 0 0,7-4 0,-10 8 0,0 0 0,0 0 0,0-1 0,0 1 0,0 0 0,0 0 0,0 0 0,0 0 0,0 0 0,0 0 0,0 0 0,0 1 0,0-1 0,0 0 0,0 0 0,0 1 0,0-1 0,0 1 0,0-1 0,-1 1 0,1-1 0,0 1 0,0-1 0,0 1 0,-1 0 0,1 0 0,0-1 0,-1 1 0,2 1 0,17 30 0,-14-22 0,15 25 0,33 56 0,-46-81 0,0 0 0,0-1 0,1 1 0,1-2 0,-1 1 0,13 8 0,-19-16 0,0 0 0,0 0 0,-1 0 0,1 0 0,0-1 0,0 1 0,0-1 0,0 1 0,0-1 0,0 0 0,0 0 0,0 0 0,0 0 0,0 0 0,0 0 0,0-1 0,0 1 0,0-1 0,0 1 0,0-1 0,-1 0 0,1 1 0,0-1 0,0 0 0,-1 0 0,1 0 0,0-1 0,-1 1 0,1 0 0,-1-1 0,0 1 0,1-1 0,0-1 0,8-8 0,-1 0 0,-1-1 0,11-20 0,-10 18 0,119-211 0,-61 103 0,-64 118 0,4-9 0,1 0 0,-2-1 0,0 0 0,7-24 0,-12 36 0,0 0 0,-1 0 0,1-1 0,-1 1 0,0-1 0,0 1 0,1 0 0,-1-1 0,-1 1 0,1 0 0,0-1 0,-1 1 0,1 0 0,-1-1 0,0 1 0,1 0 0,-1 0 0,0-1 0,-1 1 0,1 0 0,0 0 0,0 0 0,-1 0 0,1 1 0,-1-1 0,0 0 0,0 1 0,1-1 0,-1 1 0,0-1 0,0 1 0,0 0 0,-1 0 0,1 0 0,0 0 0,0 0 0,-4 0 0,-14-3 0,0 2 0,0 0 0,-1 1 0,1 1 0,-35 5 0,29-3 0,-45 8 0,0 2 0,2 4 0,-80 28 0,6 8 0,96-32 0,0-3 0,-1-2 0,-1-2 0,-81 11 0,-234 3 0,-142-23 0,273-6 0,-789 2 0,1013 0 0,0 0 0,-1 1 0,1 0 0,0 0 0,0 1 0,-16 5 0,21-6 0,1 1 0,0-1 0,0 1 0,0 0 0,0 0 0,0 0 0,1 0 0,-1 1 0,1-1 0,-1 1 0,1-1 0,0 1 0,0 0 0,0 0 0,0 0 0,1 0 0,-1 0 0,1 0 0,0 1 0,0-1 0,-1 5 0,0 6 0,0 0 0,2 0 0,-1 0 0,2 0 0,0 0 0,0 0 0,1-1 0,1 1 0,0 0 0,1-1 0,1 0 0,8 18 0,10 15 0,2-1 0,31 41 0,-44-67 0,112 141 0,-84-111 0,-35-43 0,0 0 0,1 0 0,0 0 0,0-1 0,1 0 0,-1 0 0,1-1 0,0 0 0,1 0 0,-1 0 0,1-1 0,-1 0 0,1-1 0,8 2 0,8 0 0,0-1 0,-1-2 0,36-1 0,-26-1 0,1082-2 0,-728 4 0,-206 14 0,-3 0 0,-105-14 0,138-4 0,-208 2 0,0 1 0,0-1 0,0 1 0,0-1 0,0 0 0,0 0 0,0 0 0,-1-1 0,1 1 0,0-1 0,-1 1 0,1-1 0,-1 0 0,1 0 0,-1 0 0,0 0 0,0 0 0,0-1 0,0 1 0,0-1 0,-1 1 0,1-1 0,-1 0 0,1 0 0,-1 1 0,0-1 0,0 0 0,-1 0 0,1 0 0,0-4 0,1-11 0,0 0 0,-2 1 0,0-1 0,-3-22 0,1 8 0,2 26 0,-1-32 0,-2 1 0,-1-1 0,-12-49 0,14 76 0,-2 0 0,0 1 0,0-1 0,-1 1 0,0 0 0,0 0 0,-2 0 0,1 1 0,-1 0 0,0 0 0,-1 1 0,0 0 0,0 0 0,-1 1 0,-16-11 0,-9-1 0,-1 1 0,-1 2 0,-46-15 0,-117-25 0,186 53 0,-41-9 0,0 3 0,-97-4 0,-112 13 0,125 3 0,-162 14 0,137-4 0,126-12 0,0 2 0,1 2 0,0 2 0,0 1 0,0 1 0,-40 17 0,23-3 0,-72 36 0,107-48 0,1 0 0,0 1 0,1 0 0,-29 30 0,38-35 0,0 0 0,1 1 0,0-1 0,1 2 0,-1-1 0,1 0 0,-5 14 0,9-19 0,0 0 0,0 1 0,0-1 0,1 1 0,0-1 0,-1 1 0,1-1 0,0 1 0,1-1 0,-1 1 0,1-1 0,-1 0 0,1 1 0,0-1 0,0 1 0,1-1 0,-1 0 0,1 0 0,-1 0 0,1 0 0,0 0 0,0 0 0,0 0 0,5 3 0,7 8 0,2-2 0,0 1 0,1-2 0,0 0 0,24 10 0,5 5 0,-12-6 0,2-1 0,0-2 0,1-1 0,0-2 0,1-2 0,1-1 0,0-2 0,0-2 0,42 2 0,257-6 0,-184-5 0,-104 0 0,0-2 0,0-3 0,0-1 0,75-24 0,-59 15 0,-49 14 0,0 0 0,-1-2 0,1 0 0,-1-1 0,0 0 0,-1-1 0,27-17 0,-28 13 0,0 1 0,1 1 0,1 0 0,-1 1 0,2 1 0,24-8 0,-35 14 0,-1-1 0,0 0 0,1 0 0,-1 0 0,0-1 0,0 0 0,0 0 0,0 0 0,-1 0 0,6-6 0,-9 8 0,0-1 0,0 0 0,0 1 0,0-1 0,0 0 0,0 0 0,0 0 0,-1 1 0,1-1 0,-1 0 0,0 0 0,1 0 0,-1 0 0,0 0 0,0 0 0,0 0 0,0 0 0,-1 0 0,1 0 0,0 0 0,-1 0 0,1 1 0,-1-1 0,0 0 0,0 0 0,0 0 0,0 1 0,0-1 0,0 0 0,0 1 0,0-1 0,-1 1 0,-1-3 0,-6-5 0,0 1 0,0 0 0,-1 0 0,1 1 0,-2 0 0,1 1 0,-1 0 0,-21-8 0,3 3 0,-1 1 0,-39-8 0,24 12 0,1 1 0,-1 3 0,0 1 0,-62 7 0,56 1 0,-94 25 0,135-30 0,0 1 0,0 0 0,1 0 0,-1 1 0,1 1 0,0-1 0,-11 8 0,19-11 0,0 0 0,1 0 0,-1-1 0,0 1 0,0 0 0,1 0 0,-1 0 0,1 0 0,-1 0 0,1 0 0,-1 0 0,1 0 0,0 0 0,-1 1 0,1-1 0,0 0 0,0 0 0,0 0 0,0 0 0,0 0 0,0 0 0,0 1 0,0-1 0,0 0 0,1 0 0,-1 0 0,0 0 0,1 0 0,-1 0 0,1 0 0,-1 0 0,1 0 0,-1 0 0,1 0 0,0 0 0,-1 0 0,3 1 0,1 2 0,-1 0 0,1 0 0,0-1 0,1 0 0,-1 0 0,8 4 0,17 5-1365</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7T10:37:48.576"/>
    </inkml:context>
    <inkml:brush xml:id="br0">
      <inkml:brushProperty name="width" value="0.35" units="cm"/>
      <inkml:brushProperty name="height" value="0.35" units="cm"/>
      <inkml:brushProperty name="color" value="#FFFFFF"/>
    </inkml:brush>
  </inkml:definitions>
  <inkml:trace contextRef="#ctx0" brushRef="#br0">3339 304 24569,'-1'12'0,"-3"0"0,-2 0 0,-3-1 0,-3 1 0,-2 0 0,-2-1 0,-4 1 0,-1-1 0,-3 0 0,-2 0 0,-3 0 0,-2-1 0,-2 1 0,-2-1 0,-3-1 0,-1 1 0,-3-1 0,-1 0 0,-3 0 0,-1-1 0,-2 0 0,-2-1 0,-1 1 0,-2-2 0,-1 1 0,-2-1 0,0 0 0,-2-1 0,-1-1 0,-2 1 0,1-1 0,-2-1 0,-1 0 0,0 0 0,0-1 0,-1-1 0,0 1 0,-1-2 0,1 1 0,-1-2 0,1 1 0,-1-2 0,1 1 0,1-1 0,0-1 0,0 0 0,2 0 0,0-1 0,1-1 0,1 1 0,1-1 0,1-1 0,1 0 0,2-1 0,1 1 0,2-2 0,1 1 0,2-1 0,2 0 0,2-1 0,1 0 0,2 0 0,3-1 0,1 1 0,3-1 0,2-1 0,2 1 0,2-1 0,3 0 0,2 0 0,3 0 0,2-1 0,2 1 0,3-1 0,3 0 0,2 1 0,2-1 0,3 0 0,3 0 0,2 0 0,3 0 0,3 0 0,2 1 0,2-1 0,3 0 0,3 1 0,2-1 0,2 1 0,3 0 0,2 0 0,3 0 0,2 1 0,2-1 0,2 1 0,3 1 0,1-1 0,3 1 0,2 0 0,1 0 0,2 1 0,2 0 0,2 1 0,1-1 0,2 2 0,1-1 0,2 1 0,1 0 0,1 1 0,1 1 0,1-1 0,1 1 0,0 1 0,2 0 0,0 0 0,0 1 0,1 1 0,1-1 0,-1 2 0,1-1 0,-1 2 0,1-1 0,-1 2 0,0-1 0,-1 1 0,0 1 0,0 0 0,-1 0 0,-2 1 0,1 1 0,-2-1 0,-1 1 0,-2 1 0,0 0 0,-2 1 0,-1-1 0,-2 2 0,-1-1 0,-2 1 0,-2 0 0,-1 1 0,-3 0 0,-1 0 0,-3 1 0,-1-1 0,-3 1 0,-2 1 0,-2-1 0,-2 1 0,-3 0 0,-2 0 0,-3 0 0,-1 1 0,-4-1 0,-2 1 0,-2 0 0,-3-1 0,-3 1 0,-2 0 0,-3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7T10:37:52.992"/>
    </inkml:context>
    <inkml:brush xml:id="br0">
      <inkml:brushProperty name="width" value="0.35" units="cm"/>
      <inkml:brushProperty name="height" value="0.35" units="cm"/>
      <inkml:brushProperty name="color" value="#FFFFFF"/>
    </inkml:brush>
  </inkml:definitions>
  <inkml:trace contextRef="#ctx0" brushRef="#br0">511 515 24494,'-510'-264'0,"1027"14"0,-1034 500 0,2532-223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7T10:51:44.652"/>
    </inkml:context>
    <inkml:brush xml:id="br0">
      <inkml:brushProperty name="width" value="0.35" units="cm"/>
      <inkml:brushProperty name="height" value="0.35" units="cm"/>
      <inkml:brushProperty name="color" value="#FFFFFF"/>
    </inkml:brush>
  </inkml:definitions>
  <inkml:trace contextRef="#ctx0" brushRef="#br0">447 0 24575,'3'5'0,"1"0"0,-1 0 0,0 0 0,-1 1 0,0-1 0,0 1 0,0-1 0,0 1 0,-1 0 0,0 0 0,0-1 0,0 13 0,0-9 0,0-1 0,0 1 0,1 0 0,5 12 0,-3-13 0,0-1 0,0 1 0,1-1 0,0 0 0,1-1 0,-1 1 0,1-1 0,1 0 0,-1 0 0,1-1 0,0 0 0,0 0 0,0-1 0,1 0 0,11 5 0,11 2 0,0-1 0,58 10 0,-41-10 0,4-1 0,1-3 0,0-2 0,103-6 0,-52-1 0,1872 3 0,-1932-2 0,62-10 0,30-3 0,226 14 0,-166 3 0,-170-3 0,44-4 0,-65 4 0,1 1 0,0-1 0,0 0 0,-1 0 0,1-1 0,-1 1 0,1-1 0,-1 0 0,0 0 0,1-1 0,-1 1 0,0-1 0,-1 0 0,1 0 0,0 0 0,5-7 0,-8 8 0,-1 0 0,1 0 0,0 0 0,-1 0 0,1 0 0,-1 0 0,1 0 0,-1 0 0,0-1 0,0 1 0,0 0 0,0 0 0,-1 0 0,1 0 0,0 0 0,-1-1 0,0 1 0,1 0 0,-1 0 0,0 0 0,0 0 0,0 1 0,0-1 0,0 0 0,-1 0 0,1 1 0,0-1 0,-4-2 0,-4-5 0,0 1 0,0 0 0,-18-10 0,27 18 0,-19-14 0,-2 2 0,0 0 0,0 1 0,-1 2 0,0 0 0,-1 1 0,1 1 0,-2 2 0,1 0 0,-43-3 0,-358 6 0,204 5 0,-1-5 0,-245 4 0,283 12 0,-24 0 0,-746-13 0,459-3 0,474 4 0,0 1 0,0 1 0,0 0 0,1 2 0,-1 0 0,-35 17 0,-18 6 0,70-28 0,1-1 0,-1 1 0,0 0 0,1 0 0,-1 1 0,1-1 0,-1 0 0,1 1 0,-1 0 0,1-1 0,-3 4 0,4-4 0,1-1 0,0 0 0,0 1 0,0-1 0,0 1 0,0-1 0,0 0 0,0 1 0,-1-1 0,1 1 0,0-1 0,0 0 0,0 1 0,1-1 0,-1 1 0,0-1 0,0 0 0,0 1 0,0-1 0,0 1 0,0-1 0,1 0 0,-1 1 0,0-1 0,0 0 0,0 1 0,1-1 0,-1 1 0,21 12 0,16 2 0,0-1 0,1-3 0,0-1 0,1-1 0,77 6 0,207-12 0,-187-6 0,1545 1 0,-936 3 0,-728-3 0,0 0 0,0-1 0,0-2 0,0 1 0,-1-2 0,0 0 0,24-13 0,-31 15 0,28-18 0,-31 17 0,1 0 0,1 1 0,-1 0 0,12-5 0,23-5 0,18-6 0,66-32 0,-107 45 0,-1 0 0,1 1 0,1 1 0,-1 1 0,1 1 0,35-2 0,116 6 0,-112 1 0,-128-3 0,0 3 0,1 3 0,-87 17 0,-269 62 0,17-3 0,289-55 0,-169 60 0,217-51 0,56-27 0,0-1 0,0 0 0,-1 0 0,0-2 0,-25 7 0,16-7 0,1 2 0,-44 18 0,41-14 0,-48 13 0,54-18 0,-35 15 0,38-14 0,0 0 0,-1-1 0,-18 3 0,31-8 0,-21 3 0,1 0 0,-1 2 0,1 1 0,0 1 0,1 1 0,-29 15 0,-10 17 0,-94 79 0,-20 14 0,93-82 0,51-34 0,1 2 0,0 1 0,-48 44 0,74-59 0,1 0 0,0 0 0,1 0 0,0 1 0,0 0 0,0 0 0,1 0 0,0 0 0,0 1 0,1-1 0,-1 1 0,2 0 0,-2 13 0,1 7 0,2 0 0,5 44 0,-1-14 0,-3-33 0,0-1 0,7 25 0,-6-39 0,0-1 0,1 0 0,0 0 0,1 0 0,0-1 0,1 1 0,-1-1 0,9 10 0,-1-1 0,1 0 0,0-1 0,2 0 0,0-1 0,0-1 0,2-1 0,18 13 0,-8-8 0,-1 1 0,-1 2 0,31 32 0,-47-43 0,0 1 0,-1 0 0,-1 1 0,0-1 0,0 1 0,-1 1 0,-1-1 0,8 27 0,-5-10 0,-2 0 0,5 59 0,-10-78 0,-1 0 0,0-1 0,-1 1 0,1 0 0,-2-1 0,-2 10 0,4-16 0,-1 0 0,0 0 0,0-1 0,-1 1 0,1 0 0,0-1 0,-1 1 0,0-1 0,0 1 0,1-1 0,-1 0 0,-1 0 0,1 0 0,0 0 0,0 0 0,-1-1 0,1 1 0,-1 0 0,1-1 0,-1 0 0,0 0 0,0 0 0,-4 1 0,-28 5 0,-44 1 0,31-4 0,47-4 0,-51 5 0,-87 21 0,-124 29 0,221-50 0,1-1 0,-1-3 0,1-1 0,-62-9 0,94 7 0,1 0 0,-1 0 0,1-1 0,0-1 0,0 0 0,0 0 0,0 0 0,1-1 0,-1 0 0,1 0 0,-10-11 0,-3-4 0,1-1 0,-21-31 0,-7-8 0,21 28 0,-33-54 0,52 74 0,1 0 0,0 0 0,1 0 0,1-1 0,0 1 0,1-1 0,0 0 0,-2-27 0,5 28 0,-1 0 0,-1-1 0,0 1 0,-1 0 0,0 0 0,-1 0 0,0 0 0,-1 1 0,-11-21 0,10 20 0,0 0 0,0-1 0,1 0 0,1 0 0,0 0 0,1-1 0,1 1 0,0-1 0,0 0 0,1-17 0,2 13 0,1-1 0,1 1 0,0-1 0,1 1 0,1 0 0,1 1 0,8-19 0,0 5 0,-3 9 0,-1 0 0,-1-1 0,-2 1 0,0-2 0,-1 1 0,-1-1 0,3-38 0,-7 40 0,2 0 0,0 0 0,1 1 0,1-1 0,11-30 0,-12 39 0,0-1 0,-1 0 0,-1 1 0,0-1 0,-1-17 0,-1 23 0,0-1 0,-1 1 0,0 0 0,0 0 0,-1 0 0,0 0 0,0 0 0,-1 0 0,0 0 0,-5-8 0,8 15 0,0 1 0,-1-1 0,1 0 0,0 0 0,-1 1 0,1-1 0,-1 0 0,1 1 0,-1-1 0,1 0 0,-1 1 0,1-1 0,-1 1 0,1-1 0,-1 1 0,0-1 0,1 1 0,-1-1 0,0 1 0,1 0 0,-1-1 0,0 1 0,0 0 0,1 0 0,-1 0 0,0-1 0,0 1 0,0 0 0,1 0 0,-1 0 0,0 0 0,0 0 0,0 0 0,1 1 0,-1-1 0,0 0 0,0 0 0,1 1 0,-1-1 0,0 0 0,0 1 0,1-1 0,-1 0 0,-1 2 0,1-1 0,-1 1 0,1 0 0,0 0 0,-1 0 0,1 0 0,0 0 0,0 0 0,0 0 0,0 1 0,1-1 0,-1 0 0,1 0 0,-1 1 0,1-1 0,0 0 0,0 3 0,0 4 0,2-1 0,-1 0 0,1 1 0,0-1 0,1 0 0,0 0 0,0 0 0,0-1 0,1 1 0,1-1 0,-1 0 0,1 0 0,0 0 0,1-1 0,9 10 0,4 2 0,0-2 0,1 0 0,41 25 0,-37-28 0,1 0 0,1-1 0,0-2 0,1-1 0,0-1 0,0-1 0,1-1 0,0-2 0,0 0 0,0-2 0,52-3 0,-74 0 0,1 0 0,-1 0 0,0-1 0,0 0 0,1 0 0,-1 0 0,0-1 0,-1 1 0,1-2 0,0 1 0,-1 0 0,0-1 0,0 0 0,0-1 0,0 1 0,-1-1 0,0 0 0,0 0 0,0 0 0,0 0 0,-1-1 0,0 1 0,0-1 0,0 0 0,1-7 0,3-6 0,-1-1 0,-1 0 0,-1 0 0,-1 0 0,-1-1 0,0-34 0,-2 46 0,0 1 0,-1 0 0,0 0 0,0 0 0,-1 0 0,0 0 0,0 1 0,-1-1 0,0 0 0,-1 1 0,1 0 0,-1 0 0,-1 0 0,1 0 0,-11-11 0,8 12 0,-1-1 0,0 1 0,1 1 0,-2-1 0,1 1 0,-1 1 0,1 0 0,-1 0 0,-1 1 0,1 0 0,0 0 0,-1 1 0,-10-1 0,-4-1 0,1 2 0,-1 1 0,1 1 0,-1 1 0,-32 5 0,41-3 0,1 0 0,-1 1 0,1 1 0,0 1 0,0 0 0,0 0 0,1 1 0,0 1 0,-18 15 0,15-11 0,2 1 0,0 0 0,0 2 0,-19 26 0,30-37 0,-1 1 0,1-1 0,1 1 0,-1 0 0,1 0 0,0 0 0,0 0 0,0 1 0,0-1 0,1 1 0,0-1 0,1 1 0,-1-1 0,1 1 0,0-1 0,0 1 0,1-1 0,-1 1 0,1-1 0,3 11 0,-3-14 0,0 0 0,-1 1 0,1-1 0,0 0 0,1 0 0,-1 0 0,0 0 0,0 0 0,1 0 0,0 0 0,-1-1 0,1 1 0,0 0 0,-1-1 0,1 1 0,0-1 0,0 0 0,0 0 0,1 0 0,-1 0 0,0 0 0,0 0 0,1 0 0,-1-1 0,0 1 0,1-1 0,-1 1 0,0-1 0,1 0 0,-1 0 0,0 0 0,1-1 0,-1 1 0,1 0 0,-1-1 0,0 0 0,0 1 0,1-1 0,1-1 0,2-1 0,0 0 0,0 0 0,-1-1 0,0 0 0,0 0 0,0 0 0,0 0 0,0-1 0,-1 0 0,0 1 0,0-2 0,0 1 0,4-10 0,-3 5 0,-2 0 0,0 0 0,0-1 0,0 0 0,-2 1 0,1-1 0,-1 0 0,-1 0 0,0 0 0,-1 1 0,0-1 0,0 0 0,-1 0 0,0 1 0,-8-21 0,-1 4 0,-1 0 0,-1 1 0,-1 1 0,-30-42 0,34 54 0,0 0 0,-1 1 0,0 0 0,-1 0 0,0 1 0,-1 1 0,0 0 0,-17-9 0,18 13 0,0 0 0,0 1 0,-1 1 0,1 0 0,-1 0 0,0 2 0,0-1 0,0 2 0,0 0 0,-20 0 0,18 2 0,0 1 0,0 0 0,0 1 0,1 1 0,-1 0 0,1 1 0,0 1 0,1 0 0,-1 0 0,1 2 0,0 0 0,-13 10 0,18-12 0,0 1 0,1 0 0,-1 0 0,1 0 0,1 1 0,-1 0 0,1 1 0,1-1 0,-1 1 0,2 0 0,-1 1 0,1-1 0,1 1 0,0 0 0,0-1 0,1 1 0,0 1 0,-1 13 0,3-19 0,1 0 0,0-1 0,0 1 0,0 0 0,0 0 0,1-1 0,0 1 0,-1-1 0,2 1 0,-1-1 0,1 0 0,-1 0 0,1 0 0,0 0 0,0 0 0,1-1 0,3 4 0,0-1 0,0 0 0,1-1 0,-1 1 0,1-2 0,0 1 0,0-1 0,0 0 0,12 3 0,-17-6 0,0 0 0,1 0 0,-1-1 0,1 0 0,-1 1 0,1-1 0,-1 0 0,1-1 0,-1 1 0,1 0 0,-1-1 0,1 0 0,-1 0 0,0 0 0,1 0 0,-1-1 0,0 1 0,0-1 0,0 0 0,0 0 0,0 0 0,0 0 0,-1 0 0,1-1 0,-1 1 0,1-1 0,-1 0 0,0 0 0,0 1 0,2-6 0,-1 3 0,-1 1 0,0-1 0,0 1 0,-1-1 0,1 0 0,-1 0 0,0 0 0,0 1 0,-1-1 0,1 0 0,-1 0 0,0 0 0,0 0 0,-1 0 0,0 0 0,0 0 0,0 0 0,0 0 0,-1 0 0,-3-7 0,0 4 0,-1 0 0,0 1 0,0 0 0,-1 0 0,1 1 0,-1 0 0,-1 0 0,1 1 0,-1-1 0,0 2 0,0-1 0,-1 1 0,1 0 0,-17-4 0,16 5 0,-1 0 0,1 1 0,0 1 0,0-1 0,-1 1 0,1 1 0,-1 0 0,1 0 0,0 1 0,-1 0 0,1 0 0,0 1 0,0 1 0,-13 4 0,18-5 0,0 0 0,1 0 0,-1 0 0,0 1 0,1-1 0,0 1 0,0 0 0,0 0 0,0 0 0,0 0 0,0 1 0,1-1 0,0 1 0,-1 0 0,1-1 0,1 1 0,-1 0 0,1 0 0,-1 0 0,1 0 0,0 1 0,1-1 0,-1 0 0,1 0 0,-1 1 0,1-1 0,1 0 0,-1 0 0,1 1 0,1 6 0,1 0 0,0 0 0,0 0 0,1-1 0,1 1 0,0-1 0,1 0 0,-1 0 0,2-1 0,-1 1 0,13 11 0,16 12 0,2-2 0,1-1 0,1-2 0,1-2 0,2-2 0,44 19 0,-85-42 0,0-1 0,0 0 0,0 1 0,0-1 0,1 0 0,-1 1 0,0 0 0,0-1 0,0 1 0,0-1 0,-1 1 0,1 0 0,0 0 0,0 0 0,0-1 0,0 1 0,-1 0 0,1 0 0,0 0 0,0 2 0,-2-2 0,0 0 0,1-1 0,-1 1 0,0 0 0,0 0 0,0-1 0,0 1 0,0-1 0,0 1 0,0-1 0,0 1 0,0-1 0,0 1 0,-2-1 0,-18 10 0,14-6 23,1 0 0,0 1 0,0 0-1,0 0 1,1 0 0,-1 1 0,1 0-1,1 0 1,-1 0 0,1 1 0,0 0-1,1-1 1,-1 1 0,-2 10 0,4-11-124,0 1 1,0-1-1,1 1 1,-1 0 0,2 0-1,-1-1 1,1 1-1,0 0 1,0 0 0,1 0-1,0 0 1,0-1 0,1 1-1,-1 0 1,2-1-1,2 9 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7T10:55:42.226"/>
    </inkml:context>
    <inkml:brush xml:id="br0">
      <inkml:brushProperty name="width" value="0.35" units="cm"/>
      <inkml:brushProperty name="height" value="0.35" units="cm"/>
      <inkml:brushProperty name="color" value="#FFFFFF"/>
    </inkml:brush>
  </inkml:definitions>
  <inkml:trace contextRef="#ctx0" brushRef="#br0">0 1 24571,'0'856'0,"4615"-856"0,-4615-856 0,-4615 856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7T10:55:46.247"/>
    </inkml:context>
    <inkml:brush xml:id="br0">
      <inkml:brushProperty name="width" value="0.35" units="cm"/>
      <inkml:brushProperty name="height" value="0.35" units="cm"/>
      <inkml:brushProperty name="color" value="#FFFFFF"/>
    </inkml:brush>
  </inkml:definitions>
  <inkml:trace contextRef="#ctx0" brushRef="#br0">127 230 24575,'4'1'0,"1"0"0,-1 0 0,1 1 0,-1-1 0,0 1 0,0 0 0,0 0 0,0 1 0,0-1 0,0 1 0,-1 0 0,5 4 0,12 8 0,26 16 0,-11-6 0,0-2 0,2-1 0,0-2 0,50 18 0,-24-18 0,1-3 0,1-3 0,0-3 0,1-3 0,0-2 0,0-4 0,0-2 0,0-4 0,83-13 0,227-48 0,-357 62 0,-1-1 0,1-1 0,-1-1 0,0-1 0,-1 0 0,24-14 0,-13 7 0,1 1 0,1 1 0,0 1 0,0 2 0,51-9 0,160-11 0,-239 29 0,65-5 0,-31 4 0,0-2 0,0-2 0,59-15 0,-49 5 0,-1 3 0,2 1 0,0 2 0,91-5 0,379 16 0,-488 0 0,0 1 0,-1 2 0,1 1 0,-1 1 0,29 12 0,-23-8 0,0-1 0,63 10 0,-67-17 0,1 0 0,-1-2 0,1-2 0,-1 0 0,44-9 0,-71 9 0,-1 1 0,1-1 0,0 0 0,0 0 0,-1 0 0,1 0 0,-1 0 0,1-1 0,-1 1 0,0-1 0,1 0 0,-1 0 0,0 1 0,0-1 0,0-1 0,-1 1 0,1 0 0,2-3 0,-4 3 0,0 0 0,1 0 0,-1 0 0,0 0 0,0 0 0,0 0 0,0 1 0,0-1 0,0 0 0,0 0 0,-1 0 0,1 0 0,-1 0 0,0 0 0,1 0 0,-1 1 0,0-1 0,0 0 0,0 1 0,0-1 0,0 0 0,-1 1 0,1-1 0,0 1 0,-1 0 0,1-1 0,-3 0 0,-20-18 0,0 2 0,-1 1 0,-31-16 0,26 16 0,11 7 0,-1 1 0,-1 0 0,1 2 0,-1 0 0,-1 1 0,1 1 0,-1 1 0,-25-1 0,-28 2 0,-80 6 0,40 1 0,34-5 0,23 0 0,1 1 0,0 4 0,0 1 0,-63 16 0,-18 16 0,-300 70 0,325-87 0,0-4 0,-137 0 0,-1259-18 0,1478 0-29,1-1 0,0-2 1,0 0-1,-34-12 0,15 4-1192</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7T10:55:53.497"/>
    </inkml:context>
    <inkml:brush xml:id="br0">
      <inkml:brushProperty name="width" value="0.35" units="cm"/>
      <inkml:brushProperty name="height" value="0.35" units="cm"/>
      <inkml:brushProperty name="color" value="#FFFFFF"/>
    </inkml:brush>
  </inkml:definitions>
  <inkml:trace contextRef="#ctx0" brushRef="#br0">891 425 24575,'67'-1'0,"-30"-1"0,74 7 0,-79 1 0,-1 2 0,44 16 0,-66-21 0,-9-3 0,1 0 0,0 0 0,-1 0 0,1 0 0,-1 0 0,1 0 0,-1 1 0,1-1 0,-1 0 0,1 0 0,-1 1 0,1-1 0,-1 0 0,1 1 0,-1-1 0,1 0 0,-1 1 0,0-1 0,1 0 0,-1 1 0,0-1 0,1 1 0,-1-1 0,0 1 0,0-1 0,1 1 0,-1 0 0,-12 6 0,-31 2 0,39-8 0,-75 12 0,-110 33 0,154-36 0,0-1 0,0-1 0,-1-2 0,0-2 0,-66-1 0,-199-5 0,299 2 0,1 0 0,-1 0 0,0 0 0,1 0 0,-1 0 0,0 0 0,1-1 0,-1 1 0,1 0 0,-1-1 0,0 1 0,1-1 0,-1 0 0,1 0 0,0 1 0,-1-1 0,1 0 0,-1 0 0,-1-2 0,3 2 0,0 1 0,0 0 0,0-1 0,0 1 0,0-1 0,-1 1 0,1 0 0,0-1 0,0 1 0,0 0 0,0-1 0,0 1 0,1-1 0,-1 1 0,0 0 0,0-1 0,0 1 0,0-1 0,0 1 0,0 0 0,1-1 0,-1 1 0,0 0 0,0-1 0,0 1 0,1 0 0,-1-1 0,20-10 0,-2 5 0,0 1 0,1 1 0,21-2 0,31-6 0,-26 1 0,-13 3 0,55-20 0,-83 27 0,-1-1 0,1 0 0,-1 0 0,0 0 0,0-1 0,1 1 0,-2-1 0,1 0 0,0 0 0,0 0 0,2-5 0,-4 7 0,0 1 0,-1-1 0,1 0 0,-1-1 0,0 1 0,1 0 0,-1 0 0,0 0 0,0 0 0,0 0 0,1 0 0,-1 0 0,0 0 0,0 0 0,-1-1 0,1 1 0,0 0 0,0 0 0,0 0 0,-1 0 0,1 0 0,-1 0 0,1 0 0,-1 0 0,1 0 0,-1 0 0,1 0 0,-1 0 0,0 1 0,0-1 0,1 0 0,-1 0 0,0 1 0,0-1 0,0 0 0,0 1 0,0-1 0,0 1 0,0-1 0,0 1 0,0-1 0,0 1 0,0 0 0,-2-1 0,-42-19 0,30 13 0,1 0 0,-1 1 0,0 1 0,-1 0 0,-21-4 0,-42 4 0,-115 5 0,91 2 0,98-2 0,0 1 0,0-1 0,0 1 0,0 0 0,-9 3 0,14-4 0,-1 0 0,1 0 0,0 0 0,0 0 0,0 0 0,-1 0 0,1 0 0,0 1 0,0-1 0,-1 0 0,1 0 0,0 0 0,0 0 0,0 0 0,0 0 0,-1 1 0,1-1 0,0 0 0,0 0 0,0 0 0,0 0 0,-1 1 0,1-1 0,0 0 0,0 0 0,0 0 0,0 1 0,0-1 0,0 0 0,0 0 0,0 1 0,0-1 0,0 0 0,0 0 0,0 1 0,0-1 0,0 0 0,0 0 0,0 0 0,0 1 0,19 7 0,42 3 0,-7-1 0,53 18 0,-103-27 0,0 1 0,0 0 0,0 0 0,0 1 0,-1-1 0,1 1 0,-1 0 0,0 0 0,1 0 0,-1 0 0,-1 1 0,1-1 0,0 1 0,-1-1 0,0 1 0,0 0 0,0 0 0,0 0 0,-1 0 0,1 1 0,-1-1 0,1 6 0,-1-2 0,0-1 0,0 0 0,-1 1 0,1-1 0,-2 0 0,1 1 0,-1-1 0,0 0 0,-1 1 0,1-1 0,-2 0 0,-4 13 0,3-16 0,1 1 0,-1-1 0,1 0 0,-1 0 0,0 0 0,-1-1 0,1 0 0,-1 1 0,1-2 0,-1 1 0,0 0 0,0-1 0,0 0 0,-6 2 0,-7 1 0,1 0 0,-1-1 0,-18 2 0,11-3 0,-1 1 0,1 1 0,1 2 0,-1 0 0,1 1 0,1 2 0,-29 14 0,50-22 0,-1-1 0,1 0 0,0 1 0,-1 0 0,1-1 0,0 1 0,0 0 0,0 0 0,1 0 0,-1 0 0,0 1 0,1-1 0,0 0 0,-2 4 0,3-5 0,0 0 0,-1 0 0,1 0 0,1 0 0,-1 0 0,0 0 0,0 0 0,0 0 0,0 0 0,1 0 0,-1 1 0,0-1 0,1 0 0,-1-1 0,1 1 0,-1 0 0,1 0 0,0 0 0,-1 0 0,1 0 0,0 0 0,0-1 0,-1 1 0,1 0 0,0-1 0,0 1 0,0 0 0,0-1 0,0 1 0,0-1 0,0 0 0,0 1 0,0-1 0,0 0 0,0 0 0,0 1 0,2-1 0,14 4 0,0 0 0,1-1 0,0 0 0,31-1 0,75-7 0,-118 4 0,202-24 0,-185 22 0,1 0 0,-1-1 0,33-11 0,-46 13 0,-1-1 0,0-1 0,0 0 0,-1 0 0,1-1 0,-1 0 0,0 0 0,0-1 0,-1 0 0,1 0 0,7-10 0,-13 13 0,0 0 0,0 0 0,0-1 0,-1 1 0,0 0 0,1-1 0,-1 1 0,0 0 0,-1-1 0,1 1 0,-1-1 0,1 0 0,-1 1 0,0-1 0,-1 1 0,1-1 0,0 1 0,-1-1 0,-1-3 0,-3-8 0,0 0 0,-1 1 0,-9-18 0,-4-8 0,7 5 0,-10-58 0,-6-16 0,21 87 0,0-1 0,2 0 0,1 0 0,0 0 0,2-1 0,1 1 0,0-1 0,5-38 0,-4 61 0,0 0 0,0 1 0,0-1 0,0 0 0,1 0 0,-1 0 0,0 0 0,0 0 0,0 0 0,1 0 0,-1 0 0,1 1 0,-1-1 0,0 0 0,1 0 0,-1 0 0,1 1 0,0-1 0,-1 0 0,1 1 0,0-1 0,-1 0 0,1 1 0,0-1 0,0 1 0,-1-1 0,1 1 0,0-1 0,0 1 0,0 0 0,0-1 0,0 1 0,-1 0 0,1 0 0,0 0 0,0 0 0,0 0 0,0 0 0,0 0 0,0 0 0,0 0 0,1 0 0,4 3 0,-1-1 0,0 1 0,0 0 0,0 0 0,-1 0 0,5 4 0,5 3 0,136 86 0,-126-83 0,1-1 0,1-1 0,0 0 0,39 8 0,-42-15 0,-1-1 0,27 0 0,-33-3 0,-1 0 0,1 2 0,-1 0 0,0 0 0,0 2 0,26 8 0,-18-3 0,1-2 0,0 0 0,30 3 0,-30-6 0,-1 1 0,0 1 0,38 15 0,-24-1 0,65 44 0,-27-14 0,-60-41 0,-1-1 0,0 1 0,-1 0 0,13 12 0,-22-17 0,0 0 0,-1 0 0,0 0 0,1 0 0,-2 0 0,1 1 0,0-1 0,-1 1 0,0 0 0,0-1 0,0 1 0,-1 0 0,2 9 0,-2-2 0,0 0 0,0-1 0,-1 1 0,-1 0 0,0 0 0,0-1 0,-2 1 0,1-1 0,-1 1 0,-6 13 0,0-6 0,0-1 0,-1 0 0,-1 0 0,-1-1 0,-14 17 0,18-23 0,0 0 0,1 1 0,1 1 0,0-1 0,1 1 0,-5 17 0,6-18 0,0 0 0,0-1 0,-1 1 0,-1-1 0,0 0 0,0 0 0,-12 14 0,12-20 0,0 0 0,-1 0 0,1 0 0,-1-1 0,0 0 0,0 0 0,-14 5 0,-15 8 0,-9 9 0,12-5 0,-2-2 0,0-1 0,-1-2 0,-54 17 0,22-16-1365</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7T11:28:39.482"/>
    </inkml:context>
    <inkml:brush xml:id="br0">
      <inkml:brushProperty name="width" value="0.35" units="cm"/>
      <inkml:brushProperty name="height" value="0.35" units="cm"/>
      <inkml:brushProperty name="color" value="#FFFFFF"/>
    </inkml:brush>
  </inkml:definitions>
  <inkml:trace contextRef="#ctx0" brushRef="#br0">1 0 24575,'0'1'0,"0"1"0,1-1 0,-1 0 0,1 0 0,-1 0 0,1 0 0,-1 0 0,1 0 0,0 0 0,-1 0 0,1 0 0,0-1 0,0 1 0,-1 0 0,1 0 0,0-1 0,0 1 0,0 0 0,0-1 0,0 1 0,0-1 0,0 1 0,0-1 0,1 0 0,-1 1 0,0-1 0,2 0 0,39 7 0,-30-6 0,39 9 0,-14-3 0,57 3 0,448-7 0,-275-6 0,-168 3-1365</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7T11:29:28.112"/>
    </inkml:context>
    <inkml:brush xml:id="br0">
      <inkml:brushProperty name="width" value="0.35" units="cm"/>
      <inkml:brushProperty name="height" value="0.35" units="cm"/>
      <inkml:brushProperty name="color" value="#FFFFFF"/>
    </inkml:brush>
  </inkml:definitions>
  <inkml:trace contextRef="#ctx0" brushRef="#br0">1 194 24575,'18'0'0,"1"-2"0,0 0 0,-1-2 0,1 0 0,-1-1 0,0 0 0,0-2 0,-1 0 0,28-16 0,-12 2 0,-20 12 0,0 1 0,1 0 0,1 1 0,-1 0 0,25-7 0,-30 11 0,22-6 0,1 2 0,0 1 0,42-3 0,48-3 0,-1-1 0,-35 11-1365</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7T11:30:13.041"/>
    </inkml:context>
    <inkml:brush xml:id="br0">
      <inkml:brushProperty name="width" value="0.35" units="cm"/>
      <inkml:brushProperty name="height" value="0.35" units="cm"/>
      <inkml:brushProperty name="color" value="#FFFFFF"/>
    </inkml:brush>
  </inkml:definitions>
  <inkml:trace contextRef="#ctx0" brushRef="#br0">151 2 24575,'-1'6'0,"2"-4"0,-1 0 0,0 0 0,0-1 0,0 1 0,0 0 0,-1-1 0,1 1 0,0 0 0,-1-1 0,1 1 0,-1 0 0,1-1 0,-1 1 0,0-1 0,0 1 0,0-1 0,0 1 0,0-1 0,0 0 0,0 0 0,-3 3 0,-40 11 0,-9 3 0,50-17 0,0 1 0,0-1 0,1 1 0,-1 0 0,1-1 0,-1 1 0,1 1 0,-1-1 0,1 0 0,0 0 0,0 1 0,0-1 0,1 1 0,-3 3 0,4-4 0,-1-1 0,1 1 0,0 0 0,0-1 0,0 1 0,-1 0 0,2-1 0,-1 1 0,0 0 0,0 0 0,0-1 0,1 1 0,-1 0 0,1-1 0,0 1 0,-1-1 0,1 1 0,0-1 0,0 1 0,0-1 0,0 1 0,0-1 0,0 0 0,0 1 0,0-1 0,1 0 0,-1 0 0,2 1 0,2 2 0,1 0 0,-1 0 0,1-1 0,-1 0 0,1 0 0,11 3 0,4 0 0,0-2 0,0-1 0,42 2 0,71-8 0,-49 0 0,199 2 0,-266 3 0,0 0 0,0 1 0,0 1 0,-1 0 0,18 8 0,-11-5 0,41 9 0,-25-12 0,46-1 0,-49-3 0,63 9 0,-39 0 0,1-4 0,63-1 0,-101-9 0,-24 5 0,1-1 0,-1 1 0,0 0 0,1 0 0,-1-1 0,0 1 0,1 0 0,-1-1 0,0 1 0,0 0 0,1-1 0,-1 1 0,0-1 0,0 1 0,0 0 0,0-1 0,1 1 0,-1-1 0,0 1 0,0-1 0,0 1 0,0 0 0,0-1 0,0 1 0,0-1 0,0 1 0,0-1 0,0 0 0,-2-1 0,1 0 0,0-1 0,0 1 0,-1 0 0,1 0 0,-1 0 0,0 0 0,0 0 0,0 0 0,0 0 0,0 1 0,-4-3 0,-44-28 0,-1 2 0,-75-30 0,83 40 0,-97-39 0,118 51 0,0 2 0,-1 0 0,0 2 0,-37-4 0,-221 7 0,142 3 0,155 0 0,1 0 0,-1 1 0,31 11 0,1-1 0,210 52 0,-208-53 0,0-2 0,1-2 0,53 1 0,155-8 0,-172-2 0,-45-2 0,-1-2 0,64-15 0,38-4 0,212 18 0,-198 9 0,31-4-1365</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7T11:31:11.555"/>
    </inkml:context>
    <inkml:brush xml:id="br0">
      <inkml:brushProperty name="width" value="0.35" units="cm"/>
      <inkml:brushProperty name="height" value="0.35" units="cm"/>
      <inkml:brushProperty name="color" value="#FFFFFF"/>
    </inkml:brush>
  </inkml:definitions>
  <inkml:trace contextRef="#ctx0" brushRef="#br0">1 374 24575,'0'-2'0,"1"-1"0,-1 1 0,1 0 0,0 0 0,0 0 0,0 0 0,0 0 0,0 0 0,0 0 0,1 1 0,-1-1 0,1 0 0,-1 1 0,1-1 0,-1 1 0,1-1 0,0 1 0,0 0 0,0 0 0,0 0 0,0 0 0,0 0 0,0 0 0,0 0 0,4 0 0,3-2 0,0 0 0,0 1 0,1 0 0,16 0 0,3 3 0,1 1 0,39 7 0,22 3 0,-19-10 0,0-4 0,94-13 0,-49 3 0,35-4 0,-135 13 0,0 1 0,1 1 0,-1 0 0,1 2 0,-1 0 0,0 1 0,0 0 0,1 2 0,-2 0 0,1 1 0,0 0 0,-1 2 0,0 0 0,23 14 0,-19-10 0,-1 0 0,1-1 0,1-1 0,-1-1 0,2-1 0,-1 0 0,1-2 0,28 3 0,-14-3 0,64 18 0,-70-15 0,1-1 0,0-1 0,34 1 0,-25-3 0,-1 1 0,0 2 0,57 18 0,-60-14 0,2-2 0,-1-1 0,1-2 0,40 2 0,95-13 0,-141 2 0,0-1 0,-1-2 0,45-14 0,-55 14 0,2 0 0,-1 2 0,1 1 0,28-2 0,95 7 0,-58 1 0,-51-2 0,-27 1 0,1-1 0,0-1 0,-1 0 0,1 0 0,0-1 0,-1 0 0,1-1 0,-1-1 0,14-4 0,-23 7 0,0 0 0,0-1 0,-1 1 0,1-1 0,0 1 0,-1-1 0,1 1 0,-1-1 0,1 1 0,0-1 0,-1 1 0,1-1 0,-1 0 0,0 1 0,1-1 0,-1 0 0,0 0 0,1 1 0,-1-1 0,0 0 0,0 0 0,1 1 0,-1-1 0,0 0 0,0 0 0,0-1 0,-1 0 0,1 0 0,-1 1 0,1-1 0,-1 0 0,0 0 0,0 1 0,0-1 0,0 0 0,0 1 0,0-1 0,-2-1 0,-5-5 0,0 0 0,-1 0 0,-10-6 0,13 9 0,-58-37 0,-117-61 0,126 74 0,32 18 0,-1 0 0,0 2 0,0 1 0,-1 1 0,0 1 0,0 1 0,-30-2 0,-23 3 0,-80 6 0,96 1 0,-1-3 0,-108-13 0,139 8 0,-1-1 0,1-1 0,0-2 0,1-2 0,-32-14 0,48 18 0,0 1 0,-1 1 0,1 0 0,-1 1 0,0 1 0,-30-2 0,5 0 0,17 0 0,1-1 0,-25-9 0,-21-6 0,45 14 0,13 4 0,0 1 0,0-1 0,0 2 0,-18-2 0,25 4 0,-1-1 0,1 0 0,0 1 0,0 0 0,0 0 0,1 0 0,-1 1 0,0-1 0,0 1 0,1 0 0,-1 0 0,1 0 0,-1 1 0,1-1 0,0 1 0,-5 5 0,-2 5 0,0 0 0,2 0 0,-1 1 0,2 1 0,-11 26 0,-13 24 0,-21 19 0,-20 38 0,60-98 0,-9 17 0,-18 49 0,33-74 0,1 1 0,1-1 0,1 1 0,0 0 0,2 0 0,-1 28 0,2-24 0,-2 0 0,-7 34 0,6-42 0,0 0 0,1 1 0,1-1 0,0 1 0,1-1 0,0 1 0,1-1 0,0 1 0,5 16 0,40 130 0,-42-149 0,0-1 0,1 1 0,0 0 0,1-1 0,0 0 0,1-1 0,0 1 0,0-1 0,1 0 0,9 7 0,13 10 0,54 36 0,-5-4 0,-57-40 0,-4-4 0,-1 1 0,19 21 0,-35-35 0,0-1 0,0 1 0,-1 0 0,1-1 0,0 1 0,-1 0 0,1 0 0,0 0 0,-1-1 0,1 1 0,-1 0 0,1 0 0,-1 0 0,0 0 0,1 0 0,-1 0 0,0 0 0,0 0 0,0 0 0,0 0 0,0 0 0,0 0 0,0 0 0,0 0 0,0 0 0,-1 2 0,1-3 0,-1 1 0,0 0 0,0-1 0,0 1 0,-1-1 0,1 1 0,0-1 0,0 1 0,0-1 0,0 0 0,0 1 0,-1-1 0,1 0 0,0 0 0,0 0 0,0 0 0,-1 0 0,0 0 0,-9-1 0,0-1 0,0 0 0,-17-5 0,-22-14 0,0-1 0,-76-48 0,82 44 0,-2 3 0,-2 1 0,0 2 0,-53-13 0,70 25 0,-43-5 0,46 10 0,1-3 0,-30-8 0,-195-55 0,235 64 0,-3 1 0,35 14 0,41 24 0,68 53 0,-96-66 0,42 35 0,-40-31 0,39 27 0,-36-31 0,-6-4 0,31 17 0,-48-30 0,1 1 0,-1-1 0,1-1 0,0 0 0,0-1 0,21 3 0,-24-5 0,8 1 0,1 0 0,-1 1 0,0 1 0,0 0 0,21 8 0,-16-4 0,1 0 0,0-1 0,0-2 0,0 0 0,1-1 0,-1-1 0,1-2 0,0 0 0,-1-1 0,1-1 0,-1-1 0,0-2 0,0 0 0,36-13 0,-54 16 0,53-20 0,85-22 0,-59 32 0,-61 10 0,-1-1 0,1-1 0,30-10 0,1-6 0,-25 9 0,44-12 0,-66 21-114,1 1 1,-1-1-1,0 0 0,0 0 0,0-1 1,0 0-1,0 0 0,-1 0 0,1-1 1,-1 0-1,8-6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7T11:32:08.488"/>
    </inkml:context>
    <inkml:brush xml:id="br0">
      <inkml:brushProperty name="width" value="0.35" units="cm"/>
      <inkml:brushProperty name="height" value="0.35" units="cm"/>
      <inkml:brushProperty name="color" value="#FFFFFF"/>
    </inkml:brush>
  </inkml:definitions>
  <inkml:trace contextRef="#ctx0" brushRef="#br0">990 83 24575,'26'2'0,"-1"2"0,1 0 0,-1 2 0,0 0 0,-1 2 0,0 1 0,29 15 0,-32-15 0,0-1 0,1-1 0,-1-1 0,1-1 0,35 4 0,114-4 0,669-8 0,-513 4 0,-338 0 0,0 2 0,0 0 0,0 0 0,0 0 0,1 2 0,-1-1 0,1 1 0,0 1 0,-17 12 0,-6 2 0,16-9 0,0-2 0,-1 0 0,0-1 0,-1-1 0,1-1 0,-1 0 0,-1-1 0,1-2 0,-1 0 0,-37 1 0,-339-8 0,362 2 0,-60-10 0,57 6 0,-46-2 0,-39 8 0,72 2 0,-1-2 0,1-2 0,-1-3 0,-59-12 0,46-8 0,49 18 0,1 1 0,-21-6 0,4 5 0,7 2 0,0-2 0,-24-9 0,-5-9 0,-58-36 0,100 56 0,7 7 0,14 17 0,24 25 0,-20-29 0,1 0 0,1-1 0,0 0 0,1-1 0,0-1 0,1-1 0,1 0 0,-1-1 0,1-2 0,1 0 0,0 0 0,0-2 0,1-1 0,-1 0 0,1-1 0,0-2 0,0 0 0,33-1 0,44-3 0,-98 2 0,0 0 0,0 0 0,0 0 0,0-1 0,0 1 0,0 0 0,0 0 0,0 0 0,-1 0 0,1 0 0,0 0 0,0-1 0,0 1 0,0 0 0,0 0 0,0 0 0,0 0 0,0 0 0,0 0 0,0-1 0,0 1 0,0 0 0,1 0 0,-1 0 0,0 0 0,0 0 0,0 0 0,0-1 0,0 1 0,0 0 0,0 0 0,0 0 0,0 0 0,0 0 0,0 0 0,0 0 0,1 0 0,-1 0 0,0 0 0,0-1 0,0 1 0,0 0 0,0 0 0,0 0 0,0 0 0,1 0 0,-1 0 0,0 0 0,0 0 0,0 0 0,0 0 0,0 0 0,0 0 0,1 0 0,-1 0 0,0 0 0,-19-10 0,-30-8 0,-48-14 0,66 21 0,1 1 0,-2 1 0,1 2 0,-36-4 0,40 9 0,0-1 0,1-2 0,-1 0 0,1-2 0,0-1 0,-30-13 0,29 10 0,0 0 0,-2 3 0,1 0 0,-53-7 0,21 10 0,-81 3 0,81 4 0,-132-2 0,186-1-50,-1 0-1,1 0 1,0-1-1,0 1 0,1-2 1,-1 1-1,0 0 1,1-1-1,-1 0 1,1 0-1,0-1 0,0 0 1,0 0-1,0 0 1,1 0-1,0-1 1,0 1-1,0-1 0,0 0 1,1 0-1,0-1 1,0 1-1,0-1 1,1 1-1,-1-1 1,-1-10-1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7T11:32:10.614"/>
    </inkml:context>
    <inkml:brush xml:id="br0">
      <inkml:brushProperty name="width" value="0.35" units="cm"/>
      <inkml:brushProperty name="height" value="0.35" units="cm"/>
      <inkml:brushProperty name="color" value="#FFFFFF"/>
    </inkml:brush>
  </inkml:definitions>
  <inkml:trace contextRef="#ctx0" brushRef="#br0">1 1 24575,'4'0'0,"7"0"0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7T11:32:11.930"/>
    </inkml:context>
    <inkml:brush xml:id="br0">
      <inkml:brushProperty name="width" value="0.35" units="cm"/>
      <inkml:brushProperty name="height" value="0.35" units="cm"/>
      <inkml:brushProperty name="color" value="#FFFFFF"/>
    </inkml:brush>
  </inkml:definitions>
  <inkml:trace contextRef="#ctx0" brushRef="#br0">241 28 24575,'-5'0'0,"-11"0"0,-11 0 0,-7-5 0,-2-1 0,0 0 0,3 1 0,1 2 0,11 1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7T11:32:13.357"/>
    </inkml:context>
    <inkml:brush xml:id="br0">
      <inkml:brushProperty name="width" value="0.35" units="cm"/>
      <inkml:brushProperty name="height" value="0.35" units="cm"/>
      <inkml:brushProperty name="color" value="#FFFFFF"/>
    </inkml:brush>
  </inkml:definitions>
  <inkml:trace contextRef="#ctx0" brushRef="#br0">268 0 24575,'-10'0'0,"-7"0"0,-6 0 0,-3 0 0,-3 0 0,0 0 0,-1 0 0,-4 0 0,-1 0 0,1 0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7T11:43:17.910"/>
    </inkml:context>
    <inkml:brush xml:id="br0">
      <inkml:brushProperty name="width" value="0.35" units="cm"/>
      <inkml:brushProperty name="height" value="0.35" units="cm"/>
      <inkml:brushProperty name="color" value="#FFFFFF"/>
    </inkml:brush>
  </inkml:definitions>
  <inkml:trace contextRef="#ctx0" brushRef="#br0">2413 280 24575,'0'-1'0,"0"1"0,0-1 0,-1 0 0,1 1 0,0-1 0,0 1 0,-1-1 0,1 1 0,0-1 0,-1 1 0,1-1 0,-1 1 0,1-1 0,-1 1 0,1-1 0,-1 1 0,1 0 0,-1-1 0,1 1 0,-1 0 0,1-1 0,-1 1 0,1 0 0,-1 0 0,0 0 0,0-1 0,-21-3 0,18 3 0,-74-7 0,-1 3 0,-92 6 0,-58-2 0,190-2 0,0-1 0,1-2 0,-72-21 0,3-9 0,-187-59 0,198 69 0,-111-15 0,112 32 0,-177 7 0,128 4 0,81-3 0,-81 4 0,139-3 0,1 1 0,0 0 0,0 0 0,0 0 0,-1 0 0,1 1 0,0-1 0,0 1 0,1 0 0,-1 0 0,0 1 0,1-1 0,-1 1 0,1 0 0,-4 4 0,1 0 0,1 0 0,0 1 0,0-1 0,1 1 0,0 1 0,-3 10 0,1-8 0,0 0 0,0 0 0,-1 0 0,-9 11 0,-1 2 0,15-22 0,1 0 0,0 0 0,0 1 0,0-1 0,0 0 0,0 1 0,1-1 0,-1 1 0,1-1 0,0 1 0,-1-1 0,1 1 0,0-1 0,0 1 0,1-1 0,-1 1 0,1-1 0,-1 1 0,1-1 0,0 1 0,0-1 0,0 0 0,0 1 0,0-1 0,0 0 0,0 0 0,1 0 0,0 0 0,-1 0 0,1 0 0,3 3 0,7 6 0,0-1 0,1 0 0,25 16 0,-27-19 0,17 10 0,0-1 0,1-1 0,60 21 0,-74-31 0,16 7 0,2-2 0,-1-1 0,1-1 0,1-2 0,41 2 0,308-8 0,-157-2 0,-197 4 0,-1 2 0,1 0 0,-1 2 0,-1 1 0,1 2 0,40 17 0,-35-10 0,45 27 0,-50-27 0,-19-11 0,0-1 0,0-1 0,0 0 0,1 0 0,0-1 0,-1 0 0,1 0 0,0-1 0,0-1 0,0 1 0,-1-2 0,1 1 0,0-1 0,0-1 0,18-5 0,-26 7 0,-1 0 0,1-1 0,-1 1 0,1-1 0,-1 1 0,1-1 0,-1 1 0,1-1 0,-1 0 0,1 0 0,-1 0 0,0 0 0,1 0 0,-1 0 0,0 0 0,0 0 0,0 0 0,0-1 0,0 1 0,0 0 0,0-1 0,1-2 0,-2 3 0,0-1 0,0 1 0,-1-1 0,1 1 0,0-1 0,-1 1 0,1-1 0,-1 1 0,0 0 0,1-1 0,-1 1 0,0 0 0,0-1 0,0 1 0,0 0 0,0 0 0,0 0 0,0 0 0,-2-2 0,-10-7 0,0 1 0,-1 0 0,-22-11 0,25 14 0,-37-21 0,-117-58 0,144 77 0,-1 0 0,0 1 0,-1 0 0,1 2 0,-1 1 0,-23-1 0,-3 3 0,-58 6 0,106-5 0,0 1 0,0 0 0,0 0 0,0 0 0,0 1 0,0-1 0,0 0 0,0 0 0,0 0 0,0 1 0,0-1 0,0 0 0,0 1 0,0-1 0,0 1 0,1-1 0,-1 1 0,0-1 0,0 1 0,0 0 0,0 1 0,1-2 0,0 1 0,0 0 0,1-1 0,-1 1 0,0-1 0,0 1 0,1 0 0,-1-1 0,1 1 0,-1-1 0,0 1 0,1-1 0,-1 1 0,1-1 0,-1 1 0,1-1 0,0 1 0,-1-1 0,1 0 0,-1 1 0,2 0 0,45 18 0,24-3 0,88 9 0,-58-20 0,-89-7 0,-26-4 0,-28-3 0,10 5 0,1-2 0,1-1 0,-45-15 0,18 2 0,0 3 0,-2 2 0,1 3 0,-2 2 0,1 3 0,-1 2 0,-62 4 0,88 0 0,0-2 0,0-2 0,-46-12 0,36 7 0,-50-4 0,86 13 0,-2 0 0,0 0 0,0 1 0,-15 1 0,24-1 0,0 0 0,0 0 0,1 0 0,-1 0 0,0 0 0,1 1 0,-1-1 0,0 0 0,1 0 0,-1 1 0,1-1 0,-1 0 0,0 1 0,1-1 0,-1 0 0,1 1 0,-1-1 0,1 1 0,-1-1 0,1 1 0,-1 0 0,6 9 0,22 7 0,5-3 0,200 83 0,-204-90 0,1 0 0,0-2 0,57 3 0,93-10 0,-83 0 0,-46 2 0,-27 1 0,1-1 0,0 0 0,0-2 0,0-1 0,-1-1 0,0-1 0,34-11 0,-41 9-195,0 2 0,1 0 0,0 1 0,0 1 0,0 0 0,18 1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7T11:47:57.544"/>
    </inkml:context>
    <inkml:brush xml:id="br0">
      <inkml:brushProperty name="width" value="0.35" units="cm"/>
      <inkml:brushProperty name="height" value="0.35" units="cm"/>
      <inkml:brushProperty name="color" value="#FFFFFF"/>
    </inkml:brush>
  </inkml:definitions>
  <inkml:trace contextRef="#ctx0" brushRef="#br0">1 145 24575,'2'0'0,"0"1"0,0-1 0,0 1 0,0 0 0,0 0 0,0-1 0,0 1 0,-1 0 0,1 1 0,0-1 0,-1 0 0,1 0 0,-1 1 0,1-1 0,-1 1 0,1-1 0,-1 1 0,2 2 0,18 34 0,-16-26 0,0 0 0,-1 1 0,0 0 0,-2-1 0,1 1 0,-1 0 0,-1 1 0,0-1 0,-1 0 0,-1 0 0,0 0 0,0 0 0,-2 1 0,-4 16 0,3-12 0,0-1 0,2 1 0,0 0 0,0 29 0,3-42 0,-1 0 0,1 1 0,0-1 0,1 0 0,-1 1 0,1-1 0,0 0 0,0 0 0,0 0 0,1-1 0,0 1 0,0-1 0,0 1 0,0-1 0,1 0 0,-1 0 0,1 0 0,0-1 0,6 5 0,0-2 0,1 0 0,0 0 0,0-1 0,1-1 0,-1 0 0,1 0 0,0-1 0,0-1 0,0 0 0,14 0 0,20 0 0,63-6 0,-30 0 0,-12 0 0,70-13 0,-127 16 0,50-5 0,112 4 0,-124 5 0,0-3 0,0-2 0,86-15 0,-124 15 0,0-1 0,0 0 0,0-1 0,-1 0 0,1 0 0,-1-1 0,0 0 0,16-12 0,-21 13 0,1-1 0,-1 1 0,0-1 0,0 1 0,-1-1 0,0 0 0,1-1 0,-2 1 0,1 0 0,-1-1 0,1 0 0,-1 1 0,-1-1 0,1 0 0,-1 0 0,0-8 0,1 1 0,-1 0 0,0 0 0,-2 0 0,1 0 0,-1 0 0,-1 0 0,-1 0 0,0 0 0,0 0 0,-1 1 0,-1-1 0,0 1 0,0 0 0,-2 0 0,1 1 0,-1 0 0,-1 0 0,0 1 0,-1 0 0,-12-12 0,-25-23 0,18 16 0,-55-43 0,72 64 0,-1 1 0,0 0 0,0 0 0,-1 1 0,1 1 0,-1 0 0,-1 1 0,-25-6 0,-17 5 0,1 2 0,-88 6 0,28 0 0,94-4 0,1 1 0,-1 2 0,1 0 0,-1 1 0,1 0 0,-26 9 0,19-3 0,-46 7 0,18-5 0,49-9 0,0 0 0,0 1 0,0-1 0,0 1 0,0 0 0,1 1 0,0-1 0,-1 1 0,1 0 0,1 0 0,-1 1 0,1 0 0,-1-1 0,-3 7 0,7-9 0,-1 0 0,0 1 0,1-1 0,0 1 0,-1-1 0,1 1 0,0 0 0,1 0 0,-1-1 0,0 1 0,1 0 0,-1 0 0,1 0 0,0 0 0,0-1 0,0 1 0,0 0 0,1 0 0,-1 0 0,1 0 0,-1-1 0,1 1 0,0 0 0,0-1 0,1 1 0,-1 0 0,0-1 0,1 1 0,-1-1 0,1 0 0,0 0 0,3 4 0,11 9 0,0 0 0,1-1 0,0-1 0,1 0 0,1-1 0,0-1 0,0-1 0,1-1 0,1-1 0,-1 0 0,1-1 0,0-2 0,1 0 0,-1-1 0,36 1 0,380-4 0,-199-4 0,-220 3 0,1-1 0,19-4 0,-31 4 0,0 0 0,-1-1 0,1 0 0,-1 0 0,0-1 0,1 0 0,-1 0 0,11-7 0,-17 9 11,1 1 0,0-1-1,0 0 1,-1 0 0,1 1-1,0-1 1,-1 0 0,1 0-1,-1 0 1,1 1 0,-1-1-1,1 0 1,-1 0 0,1 0-1,-1 0 1,0 0 0,0 0-1,0 0 1,1 0 0,-1 0-1,0 0 1,0 0 0,0 0-1,0 0 1,-1 0 0,1 0-1,0 0 1,0 0 0,-1 0-1,1 0 1,-1-2 0,-1 0-255,0-1 0,-1 1 0,1 0 0,-1-1 1,0 1-1,-4-4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7T11:48:07.630"/>
    </inkml:context>
    <inkml:brush xml:id="br0">
      <inkml:brushProperty name="width" value="0.35" units="cm"/>
      <inkml:brushProperty name="height" value="0.35" units="cm"/>
      <inkml:brushProperty name="color" value="#FFFFFF"/>
    </inkml:brush>
  </inkml:definitions>
  <inkml:trace contextRef="#ctx0" brushRef="#br0">2082 1081 24575,'112'124'0,"-96"-106"0,-11-10 0,1 0 0,-2 0 0,1 0 0,-1 0 0,0 1 0,-1-1 0,0 1 0,2 10 0,12 77 0,-15-87 0,2 63 0,-4-54 0,1 0 0,1 0 0,5 28 0,-5-42 0,0 1 0,0 0 0,0-1 0,0 1 0,1-1 0,0 0 0,0 0 0,0 0 0,0 0 0,1-1 0,-1 1 0,1-1 0,0 0 0,0 0 0,0 0 0,1 0 0,7 2 0,6 3 0,1 0 0,0-2 0,21 4 0,-21-5 0,180 32 0,-163-32 0,55 4 0,0-4 0,95-7 0,-46-1 0,-133 3 0,24 1 0,-1-2 0,41-7 0,-62 6 0,1 0 0,-1-1 0,1 0 0,-1 0 0,0-1 0,0 0 0,-1-1 0,1 0 0,-1 0 0,0-1 0,10-9 0,-10 9 0,-1-1 0,1 0 0,-1 0 0,-1-1 0,1 0 0,-1 0 0,-1 0 0,1-1 0,-1 0 0,-1 0 0,0 0 0,6-19 0,-8 18 0,5-19 0,-1 0 0,3-47 0,-9 66 0,0 0 0,-1 1 0,0-1 0,0 1 0,-1-1 0,-1 1 0,1 0 0,-1 0 0,-1 0 0,0 0 0,0 0 0,-6-9 0,-3-2 0,0 1 0,-1 0 0,-1 1 0,-1 1 0,0 0 0,-1 1 0,-1 1 0,-1 0 0,-24-14 0,26 19 0,0 0 0,0 1 0,-2 0 0,1 2 0,-1 0 0,0 1 0,0 1 0,0 1 0,-31-3 0,43 7 0,-44-3 0,-58 6 0,93-2 0,1 1 0,0 1 0,-1 0 0,2 1 0,-1 1 0,0 0 0,1 1 0,-19 10 0,-58 31 0,57-30 0,-41 25 0,-21 28 0,50-36 0,-62 37 0,104-69 0,0 0 0,1 0 0,-1 1 0,1-1 0,-1 1 0,1 0 0,0 0 0,0 0 0,0 1 0,0-1 0,-2 5 0,5-7 0,-1 1 0,1-1 0,-1 1 0,1-1 0,0 1 0,-1-1 0,1 1 0,0 0 0,0-1 0,0 1 0,0-1 0,1 1 0,-1-1 0,0 1 0,1-1 0,-1 1 0,1-1 0,-1 1 0,1-1 0,0 1 0,0-1 0,-1 0 0,1 1 0,0-1 0,0 0 0,0 0 0,1 1 0,-1-1 0,0 0 0,0 0 0,1-1 0,-1 1 0,2 1 0,10 6 0,1-1 0,0 0 0,0-1 0,0 0 0,18 4 0,23 9 0,-37-13 0,0 0 0,0-1 0,1-1 0,0-1 0,28 2 0,100-6 0,-81 0 0,-5 2 0,49-2 0,-100 1 0,-1-2 0,1 1 0,0-1 0,-1-1 0,1 0 0,-1 0 0,0-1 0,12-6 0,-18 9 0,-1-1 0,0 1 0,1-1 0,-1 1 0,0-1 0,0 0 0,0 0 0,0 0 0,-1 0 0,1 0 0,0 0 0,1-4 0,-2 4 0,-1 1 0,0 0 0,0-1 0,0 1 0,0 0 0,0-1 0,0 1 0,0 0 0,0-1 0,-1 1 0,1 0 0,0-1 0,-1 1 0,1 0 0,-1 0 0,0-1 0,1 1 0,-1 0 0,0 0 0,1 0 0,-1 0 0,0 0 0,0 0 0,0 0 0,0 0 0,0 0 0,-2-1 0,-8-6 0,0 0 0,0 0 0,-1 1 0,0 1 0,0 0 0,-1 0 0,0 2 0,-16-5 0,-116-19 0,42 10 0,98 17 0,-232-44 0,202 41 0,0 2 0,-1 1 0,1 2 0,-66 9 0,-121 47 0,104-23 0,103-29 0,1 0 0,0 1 0,-14 9 0,-26 11 0,-81 31 0,117-47 0,0 0 0,0 1 0,1 1 0,1 0 0,-17 17 0,13-7 0,-34 47 0,22-32 0,24-30 0,1 1 0,0 1 0,0-1 0,-7 14 0,2-1 0,-2-1 0,0 0 0,-1-2 0,-21 21 0,10-10 0,24-27 0,0 1 0,0-1 0,1 1 0,-1-1 0,1 1 0,-1-1 0,1 1 0,0 0 0,0 0 0,0 0 0,1-1 0,-1 1 0,1 0 0,-1 0 0,1 0 0,0 0 0,1 6 0,1 1 0,0 1 0,1-1 0,7 19 0,-7-22 0,0 0 0,-1 1 0,1-1 0,-1 1 0,-1-1 0,0 1 0,0 0 0,0 13 0,-2-16 0,1-1 0,-1 0 0,0 0 0,-1 0 0,1 0 0,-1 0 0,0 0 0,0 0 0,0 0 0,0 0 0,0-1 0,-1 1 0,0-1 0,0 0 0,0 0 0,0 0 0,0 0 0,-1 0 0,1-1 0,-1 1 0,0-1 0,0 0 0,1 0 0,-1-1 0,-1 1 0,1-1 0,0 0 0,-6 1 0,-12 2 0,0-2 0,0-1 0,0 0 0,-32-4 0,19 1 0,-471-2 0,345 4 0,148 0 0,-1 1 0,1 0 0,-1 0 0,1 2 0,-1 0 0,1 0 0,0 1 0,1 1 0,-1 0 0,1 0 0,0 2 0,-13 7 0,-2 3 0,-1-3 0,-54 22 0,51-23 0,30-13 0,-1 0 0,1 1 0,-1 0 0,1-1 0,-1 1 0,1 0 0,0 0 0,-1-1 0,1 1 0,0 0 0,0 0 0,0 1 0,0-1 0,0 0 0,0 0 0,0 0 0,0 1 0,0-1 0,0 1 0,1-1 0,-1 0 0,0 1 0,0 2 0,1-2 0,1 0 0,-1 0 0,0-1 0,1 1 0,-1 0 0,1 0 0,-1 0 0,1 0 0,0 0 0,0-1 0,0 1 0,0 0 0,0-1 0,0 1 0,3 2 0,4 5 0,1-1 0,0-1 0,1 0 0,-1 0 0,12 6 0,7 3 0,1-1 0,1-2 0,0 0 0,1-2 0,43 9 0,-62-17 0,0-1 0,-1-1 0,1 1 0,0-2 0,0 0 0,-1-1 0,1 0 0,0 0 0,-1-1 0,1-1 0,-1 0 0,0 0 0,0-1 0,0-1 0,0 0 0,-1 0 0,1-1 0,12-11 0,1 1 0,41-25 0,5-1 0,-48 29 0,0 1 0,1 1 0,0 1 0,1 1 0,0 1 0,0 1 0,26-4 0,12-4 0,-44 9 0,-1 0 0,28-16 0,8-3 0,16-8 0,-48 22 0,1 0 0,31-10 0,163-35 0,-160 43 0,-28 5 0,37-3 0,-56 10 0,0 0 0,0 1 0,1 0 0,-1 1 0,0 0 0,0 0 0,-1 1 0,13 3 0,-2 2 0,4 2 0,-1-1 0,1-1 0,0-2 0,1 0 0,29 2 0,246-9 0,-274 1 0,1-2 0,0-1 0,0-1 0,-1-1 0,30-12 0,-41 13 0,-1-1 0,0-1 0,0-1 0,0 0 0,-1 0 0,0-1 0,0-1 0,-1 0 0,-1 0 0,13-16 0,-17 20 0,-1-1 0,-1 0 0,1 0 0,-1 0 0,0 0 0,-1 0 0,0-1 0,0 1 0,0-1 0,-1 0 0,0 0 0,-1 0 0,0 0 0,0 0 0,-1-1 0,0 1 0,0 0 0,-1 0 0,0 0 0,0 0 0,-1 0 0,0 0 0,0 0 0,-6-11 0,1 4 0,0 1 0,-1 0 0,-1 1 0,0-1 0,-1 2 0,0-1 0,-1 1 0,-1 1 0,1 0 0,-2 1 0,1 0 0,-2 1 0,-20-11 0,15 10 0,-1 1 0,0 1 0,-1 1 0,0 0 0,0 2 0,-1 0 0,1 2 0,-1 0 0,-34 1 0,-228 7 0,277-5 0,-20 3 0,27-3 0,-1 1 0,1-1 0,-1 1 0,1-1 0,-1 1 0,1-1 0,0 1 0,-1-1 0,1 1 0,-1 0 0,1-1 0,0 1 0,0 0 0,-1-1 0,1 1 0,0 0 0,0-1 0,0 1 0,0 0 0,0-1 0,0 1 0,0 0 0,0 0 0,0-1 0,0 1 0,0 0 0,1-1 0,-1 1 0,0 0 0,0-1 0,1 1 0,-1 0 0,0-1 0,1 1 0,-1-1 0,0 1 0,2 0 0,20 37 0,2-1 0,2-1 0,51 55 0,-69-82 0,105 116 0,32 35 0,-136-149 0,-6-6 0,1 0 0,0 0 0,0-1 0,1 0 0,-1 0 0,9 6 0,-13-10 0,1 1 0,-1-1 0,1 0 0,-1 0 0,0 0 0,1 0 0,-1 0 0,1 1 0,-1-1 0,0 0 0,1 0 0,-1 0 0,1 0 0,-1 0 0,0 0 0,1 0 0,-1-1 0,1 1 0,-1 0 0,0 0 0,1 0 0,-1 0 0,1 0 0,-1-1 0,0 1 0,1 0 0,-1 0 0,0-1 0,1 1 0,-1 0 0,0 0 0,1-1 0,-1 1 0,0 0 0,0-1 0,0 1 0,1 0 0,-1-1 0,0 1 0,0-1 0,0 1 0,0 0 0,0-1 0,1 1 0,-1-1 0,0 1 0,0 0 0,0-1 0,0 1 0,0-1 0,-1 0 0,1-23 0,-4 13 0,-1 0 0,0 0 0,0 0 0,-1 1 0,0 0 0,-1 0 0,0 0 0,-10-9 0,-3-6 0,-30-38 0,-113-112 0,122 135 0,1-2 0,-48-66 0,79 96 0,-1 1 0,0 0 0,0 1 0,-1 0 0,-23-15 0,-68-34 0,25 16 0,20 10 0,38 24 0,1-2 0,0 0 0,1-1 0,0-1 0,-28-27 0,10-2 0,-52-81 0,59 79 0,-3 0 0,-37-39 0,6 19 0,-54-60 0,103 108 0,1 0 0,1-1 0,1 0 0,0 0 0,1-1 0,-7-21 0,14 33 0,0-1 0,0 0 0,0 0 0,1 0 0,0-1 0,0 1 0,0 0 0,1 0 0,0 0 0,1-1 0,0 1 0,0 0 0,0 0 0,1 0 0,0 0 0,1 0 0,-1 1 0,1-1 0,7-11 0,-7 14 0,1-1 0,0 1 0,0 0 0,0 0 0,0 1 0,1-1 0,-1 1 0,1 0 0,0 0 0,0 0 0,0 1 0,7-3 0,7 0 0,0 0 0,25-3 0,-27 5 0,0 0 0,27-9 0,-32 7 0,1 0 0,0 0 0,1 0 0,0 1 0,18-2 0,-27 5 0,1 1 0,-1 0 0,1 0 0,-1 1 0,0 0 0,1 0 0,-1 0 0,0 1 0,0-1 0,1 1 0,-1 0 0,-1 1 0,1-1 0,8 7 0,-3-3 0,-2 1 0,1 0 0,-1 1 0,0 0 0,0 0 0,-1 1 0,0 0 0,-1 0 0,0 0 0,0 1 0,4 10 0,-4-5 0,-1 0 0,-1 1 0,0-1 0,-1 1 0,-1-1 0,0 1 0,-1 20 0,-7 162 0,6-212 0,1-148 0,-3 127 0,-1 0 0,-1 0 0,-10-40 0,3 37 0,3 0 0,1-1 0,2 0 0,-1-60 0,5 58-682,-8-49-1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7T11:48:09.073"/>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7T11:57:31.187"/>
    </inkml:context>
    <inkml:brush xml:id="br0">
      <inkml:brushProperty name="width" value="0.35" units="cm"/>
      <inkml:brushProperty name="height" value="0.35" units="cm"/>
      <inkml:brushProperty name="color" value="#FFFFFF"/>
    </inkml:brush>
  </inkml:definitions>
  <inkml:trace contextRef="#ctx0" brushRef="#br0">154 1371 24575,'2'-89'0,"0"37"0,-2 1 0,-2-1 0,-2 1 0,-14-59 0,17 105 0,-1-1 0,0 1 0,0-1 0,-1 1 0,0 0 0,0 0 0,-4-6 0,6 11 0,1-1 0,-1 0 0,1 0 0,-1 1 0,0-1 0,1 1 0,-1-1 0,0 1 0,0-1 0,0 1 0,1-1 0,-1 1 0,0-1 0,0 1 0,0 0 0,0 0 0,0-1 0,0 1 0,1 0 0,-3 0 0,2 0 0,0 1 0,0-1 0,0 1 0,0-1 0,0 1 0,0 0 0,0-1 0,0 1 0,0 0 0,1 0 0,-1 0 0,0-1 0,0 1 0,1 0 0,-1 0 0,1 0 0,-1 0 0,0 0 0,1 1 0,0-1 0,-1 1 0,-4 16 0,0 0 0,2 0 0,0 0 0,1 1 0,1-1 0,0 1 0,4 26 0,-2-5 0,-1-20 0,1-1 0,7 31 0,-7-43 0,1 0 0,0 0 0,0 0 0,1 0 0,0 0 0,0-1 0,0 1 0,1-1 0,0 0 0,5 6 0,-9-12 0,1 1 0,-1-1 0,0 1 0,1 0 0,-1-1 0,1 1 0,-1-1 0,1 0 0,-1 1 0,1-1 0,0 1 0,-1-1 0,1 0 0,-1 1 0,1-1 0,0 0 0,-1 0 0,1 1 0,0-1 0,-1 0 0,1 0 0,0 0 0,-1 0 0,1 0 0,0 0 0,0 0 0,-1 0 0,1 0 0,0 0 0,-1-1 0,1 1 0,0 0 0,-1 0 0,1-1 0,0 1 0,-1 0 0,1-1 0,-1 1 0,1 0 0,-1-1 0,1 1 0,-1-1 0,1 1 0,-1-1 0,1 1 0,-1-1 0,1 0 0,-1 1 0,0-1 0,0 1 0,1-1 0,-1 0 0,0 1 0,1-2 0,11-40 0,-3-45 0,-4 0 0,-8-117 0,1 128 0,1 64 0,1 13 0,0 22 0,-2 120 0,5 312 0,10-321 0,-11-117 0,2 0 0,0-1 0,1 1 0,0-1 0,13 25 0,-17-39 0,0 0 0,0-1 0,-1 1 0,1 0 0,0-1 0,1 1 0,-1-1 0,0 1 0,0-1 0,1 0 0,-1 1 0,0-1 0,1 0 0,0 0 0,-1 0 0,1 0 0,0 0 0,-1-1 0,1 1 0,0 0 0,0-1 0,-1 1 0,1-1 0,0 0 0,0 1 0,0-1 0,0 0 0,0 0 0,-1 0 0,1-1 0,0 1 0,0 0 0,0-1 0,0 1 0,-1-1 0,3 0 0,2-2 0,-1 0 0,0-1 0,0 1 0,0-1 0,-1 0 0,1 0 0,-1-1 0,0 1 0,0-1 0,5-8 0,2-6 0,-1 0 0,0-1 0,-1 0 0,10-36 0,14-92 0,-11 48 0,-1-4 0,8-23 0,-28 125 0,1 7 0,0 11 0,-4 114 0,3 61 0,0-176 0,1-1 0,0 1 0,1 0 0,9 23 0,-10-32 0,0-1 0,0 0 0,1 1 0,0-1 0,0 0 0,0-1 0,0 1 0,1 0 0,0-1 0,0 0 0,0 0 0,1 0 0,-1 0 0,9 4 0,-11-7 0,-1 0 0,1-1 0,0 1 0,-1 0 0,1-1 0,0 1 0,0-1 0,-1 0 0,1 0 0,0 1 0,0-1 0,-1 0 0,1-1 0,0 1 0,0 0 0,0 0 0,-1-1 0,1 1 0,0-1 0,2-1 0,0 0 0,-1 0 0,0 0 0,0 0 0,-1-1 0,1 1 0,0-1 0,-1 0 0,0 1 0,4-7 0,1-3 0,-1-1 0,0 0 0,0 0 0,4-18 0,2-18 0,14-42 0,-23 84 0,0-1 0,1 0 0,0 1 0,0 0 0,0 0 0,1 0 0,0 0 0,10-9 0,-14 15 0,0 0 0,0-1 0,1 1 0,-1 0 0,1 0 0,-1 1 0,1-1 0,-1 0 0,1 0 0,0 1 0,-1-1 0,1 1 0,0-1 0,-1 1 0,1 0 0,0 0 0,-1 0 0,1 0 0,0 0 0,0 0 0,-1 0 0,1 0 0,0 1 0,-1-1 0,1 1 0,0-1 0,-1 1 0,1 0 0,-1 0 0,1-1 0,-1 1 0,1 0 0,-1 0 0,0 0 0,1 1 0,1 1 0,5 6 0,0 0 0,-1 1 0,0 0 0,8 14 0,-4-7 0,57 88 0,4-3 0,125 134 0,-163-200 0,41 41 0,100 83 0,-124-118 0,-22-18 0,0-1 0,40 24 0,-59-41 0,2-1 0,-1 1 0,0-2 0,1 1 0,0-2 0,0 0 0,0 0 0,1-1 0,-1 0 0,22-1 0,-25-1 0,-1 0 0,1 0 0,0 1 0,0 0 0,0 0 0,-1 1 0,1 0 0,-1 1 0,1 0 0,14 8 0,19 9 0,-31-16 0,0 1 0,0 0 0,0 1 0,-1 0 0,0 1 0,0 0 0,0 0 0,13 16 0,-22-23 0,-1 0 0,1 1 0,-1-1 0,1 1 0,-1-1 0,0 1 0,1-1 0,-1 1 0,0 0 0,0-1 0,1 1 0,-1-1 0,0 1 0,0 0 0,0-1 0,0 1 0,0 0 0,0-1 0,0 1 0,0 0 0,0-1 0,0 1 0,0-1 0,0 1 0,0 0 0,0-1 0,0 1 0,-1 0 0,1-1 0,0 1 0,-1-1 0,1 1 0,0-1 0,-1 1 0,1-1 0,-1 1 0,1-1 0,0 1 0,-1-1 0,1 1 0,-1-1 0,0 0 0,1 1 0,-1-1 0,1 0 0,-1 0 0,1 1 0,-1-1 0,0 0 0,1 0 0,-2 0 0,-37 6 0,-27-2 0,-1-4 0,0-3 0,1-3 0,-1-2 0,-73-20 0,132 26 0,-279-67 0,212 60 0,0 3 0,-1 3 0,-108 10 0,177-7 0,1 1 0,-1 0 0,1 0 0,-1 0 0,1 1 0,-7 2 0,12-3 0,0-1 0,1 0 0,-1 1 0,0-1 0,1 0 0,-1 1 0,1-1 0,-1 1 0,0-1 0,1 1 0,-1-1 0,1 1 0,-1 0 0,1-1 0,0 1 0,-1-1 0,1 1 0,0 0 0,-1-1 0,1 1 0,0 0 0,0 0 0,-1 0 0,2 1 0,-1-1 0,0 1 0,1-1 0,-1 1 0,1-1 0,0 0 0,-1 1 0,1-1 0,0 0 0,0 1 0,0-1 0,0 0 0,0 0 0,0 0 0,0 0 0,2 2 0,12 8 0,1 1 0,1-2 0,0 0 0,0-1 0,0-1 0,1-1 0,1 0 0,18 4 0,-5-1 0,51 24 0,210 130 0,138 83 0,-92-28 0,-331-214 0,-2 0 0,1 0 0,-1 1 0,1-1 0,-1 1 0,-1 1 0,1-1 0,5 10 0,-11-15 0,1 0 0,-1-1 0,1 1 0,-1 0 0,0 0 0,1 0 0,-1 0 0,0-1 0,0 1 0,0 0 0,0 0 0,0 0 0,0 0 0,0-1 0,0 1 0,0 0 0,0 0 0,0 0 0,0 0 0,-1 0 0,1-1 0,0 1 0,-1 0 0,1 0 0,-1-1 0,1 1 0,-1 1 0,-1 0 0,0-1 0,0 0 0,1 1 0,-1-1 0,0 0 0,0 0 0,0 0 0,0 0 0,-1-1 0,-2 2 0,-8 1 0,0-1 0,-25 0 0,34-1 0,-229-4 0,82-1 0,91 2 0,-104-17 0,-56-27 0,199 42 0,-17-7 0,0-2 0,-54-26 0,79 33 0,4 2 0,0-1 0,1 0 0,-1-1 0,1 1 0,0-2 0,-11-10 0,16 14 0,1 1 0,0-1 0,-1 1 0,1-1 0,0 0 0,0 0 0,1 0 0,-1 0 0,1 0 0,-1 0 0,1 0 0,0-1 0,0 1 0,1 0 0,-1-1 0,0 1 0,1-1 0,0 1 0,0 0 0,0-1 0,0 1 0,2-5 0,-1 6 0,0-1 0,0 1 0,0 0 0,1 0 0,-1 1 0,0-1 0,1 0 0,0 0 0,-1 1 0,1-1 0,0 1 0,0-1 0,0 1 0,0 0 0,0 0 0,0 0 0,0 0 0,1 0 0,-1 0 0,0 1 0,5-2 0,5 0 0,1 0 0,22 0 0,-26 1 0,325 2 0,-139 2 0,484-3 0,-531 12 0,-109-7 0,0-1 0,0-2 0,44-4 0,-77 1 0,0 0 0,-1 0 0,0 0 0,1-1 0,-1 1 0,0-1 0,1-1 0,-1 1 0,0-1 0,-1 0 0,1 0 0,0 0 0,-1-1 0,0 1 0,0-1 0,0 0 0,0 0 0,-1-1 0,1 1 0,3-7 0,-4 3 0,1 0 0,-1 1 0,0-1 0,-1 0 0,1-1 0,-2 1 0,1 0 0,-1 0 0,-1-1 0,1 1 0,-1-1 0,-3-16 0,0 13 0,-1 0 0,0 0 0,0 0 0,-2 1 0,1 0 0,-2 0 0,1 0 0,-1 1 0,-1 0 0,-16-18 0,13 17 0,1-1 0,1 0 0,0-1 0,1 0 0,0-1 0,-9-21 0,4-8 0,8 24 0,-1 0 0,-1 1 0,0 0 0,-1 0 0,-1 1 0,-1 0 0,-20-29 0,-18-11 0,-47-51 0,79 92 0,-2 0 0,1 2 0,-2 0 0,-27-15 0,32 18 0,0 0 0,0 0 0,1-1 0,0-1 0,1 0 0,1-1 0,0 0 0,-16-28 0,-13-16 0,15 27 0,-60-56 0,72 77 0,-2-1 0,1 2 0,-32-15 0,-17-12 0,-1-2 0,46 29 0,1-1 0,0 0 0,-21-19 0,-139-109 0,14 12 0,127 92 0,2-2 0,-55-73 0,21 23 0,52 67 0,1-1 0,1 0 0,0-1 0,2 0 0,0-1 0,1 0 0,-7-25 0,11 26 0,0 1 0,-1 0 0,-1 0 0,-1 1 0,-17-25 0,-18-24 0,27 39 0,-24-30 0,12 20 0,-43-75 0,69 104 0,0 0 0,0 0 0,1 0 0,0-1 0,1 0 0,0 1 0,1-1 0,0 0 0,0 0 0,1 1 0,1-1 0,0 0 0,0 0 0,1 0 0,6-18 0,-6 25 0,0 0 0,0 0 0,0 0 0,0 0 0,1 1 0,-1-1 0,1 1 0,0 0 0,0 0 0,0 0 0,0 0 0,1 0 0,-1 0 0,1 1 0,0 0 0,0 0 0,0 0 0,0 0 0,0 1 0,0-1 0,0 1 0,0 0 0,9-1 0,9-1 0,0 1 0,0 2 0,33 1 0,-35 0 0,444 5 0,-397-6 0,-46 2 0,0 0 0,0 2 0,0 0 0,38 14 0,-29-9 0,41 8 0,-44-12 0,0 2 0,37 15 0,24 6 0,272 54 0,-310-74 0,0-2 0,0-3 0,93-6 0,-40 1 0,14 2 0,-230-2 0,-145 5 0,199 5 0,-115 29 0,90-17 0,-421 85 0,486-100 0,-1 1 0,-28 14 0,29-12 0,-1 0 0,-23 6 0,-4-4 0,17-5 0,1 2 0,0 0 0,1 2 0,0 2 0,0 0 0,-40 24 0,56-28 0,-86 62 0,88-60 0,0-1 0,1 1 0,0 0 0,1 1 0,0 0 0,1 0 0,-8 14 0,-4 9 0,-36 48 0,-8 12 0,-98 158 0,140-220 0,1 2 0,-15 35 0,21-39 0,-2 0 0,-1-1 0,-23 31 0,31-49 0,-70 92 0,68-85 0,1 0 0,0 1 0,2 0 0,-10 26 0,6-3 0,2 0 0,2 0 0,1 1 0,2 0 0,2 83 0,2-81 0,-11 66 0,-1 11 0,9-99 0,0-1 0,-1 1 0,-1-1 0,-1 0 0,-1 0 0,-20 36 0,9-18 0,15-27 0,-14 24 0,17-34 0,0-1 0,0 1 0,0 0 0,0-1 0,0 0 0,0 1 0,-1-1 0,1 0 0,0 1 0,-1-1 0,1 0 0,-1 0 0,0 0 0,1-1 0,-1 1 0,0 0 0,-2 0 0,4-1 0,-1 0 0,1 0 0,-1 0 0,1 0 0,-1 0 0,0 0 0,1 0 0,-1 0 0,1 0 0,-1-1 0,1 1 0,-1 0 0,1 0 0,-1-1 0,1 1 0,-1 0 0,1-1 0,0 1 0,-1 0 0,1-1 0,-1 1 0,1-1 0,0 1 0,-1 0 0,1-1 0,0 1 0,0-1 0,-1 1 0,1-1 0,0 0 0,-5-21 0,4 20 0,-6-67 0,4-1 0,5-79 0,-4-75 0,-1 170 0,-19-139 0,-4 103 0,17 62 0,-11-49 0,14 47 0,-19-53 0,16 59 0,2 0 0,0-1 0,-4-37 0,9 32 0,2-1 0,1 0 0,1 1 0,2-1 0,12-49 0,0 23 0,46-107 0,-36 110 194,-15 33-506,-2 0 0,0 0 0,-1-1 1,9-38-1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7T11:58:58.511"/>
    </inkml:context>
    <inkml:brush xml:id="br0">
      <inkml:brushProperty name="width" value="0.35" units="cm"/>
      <inkml:brushProperty name="height" value="0.35" units="cm"/>
      <inkml:brushProperty name="color" value="#FFFFFF"/>
    </inkml:brush>
  </inkml:definitions>
  <inkml:trace contextRef="#ctx0" brushRef="#br0">1088 465 24575,'5'-1'0,"-1"0"0,1 0 0,-1-1 0,0 0 0,1 0 0,-1 0 0,0-1 0,0 1 0,5-5 0,12-7 0,7 1 0,0 2 0,1 0 0,0 2 0,32-6 0,123-13 0,-122 20 0,149-10 0,5 0 0,-180 13 0,0-2 0,0-2 0,63-23 0,-39 3 0,-48 22 0,0 0 0,0 1 0,0 1 0,1 0 0,-1 0 0,1 2 0,0-1 0,1 2 0,-1 0 0,16-1 0,31 9 0,75 16 0,-49-7 0,1 3 0,-77-15 0,0 0 0,-1 0 0,1 1 0,-1 1 0,0-1 0,11 9 0,-19-13 0,-1 0 0,0 1 0,1-1 0,-1 0 0,0 0 0,0 0 0,1 0 0,-1 1 0,0-1 0,0 0 0,1 0 0,-1 1 0,0-1 0,0 0 0,0 0 0,1 1 0,-1-1 0,0 0 0,0 1 0,0-1 0,0 0 0,0 1 0,0-1 0,0 0 0,1 1 0,-1-1 0,0 0 0,0 1 0,0-1 0,0 0 0,-1 1 0,1-1 0,0 0 0,0 1 0,0-1 0,0 1 0,-13 5 0,-21-1 0,33-5 0,-27 1 0,-1-2 0,-52-8 0,-23-1 0,94 10 0,-1 0 0,0 1 0,1 0 0,-1 1 0,1 0 0,0 0 0,-13 5 0,21-6 0,0 0 0,0-1 0,0 1 0,1 0 0,-1 0 0,0 0 0,1 0 0,-1 0 0,0 0 0,1 1 0,0-1 0,-1 0 0,1 1 0,0-1 0,-1 1 0,0 1 0,2-2 0,0 0 0,0-1 0,0 1 0,0 0 0,0 0 0,0 0 0,0-1 0,0 1 0,0 0 0,0 0 0,0 0 0,1-1 0,-1 1 0,0 0 0,1 0 0,-1-1 0,0 1 0,1 0 0,-1-1 0,1 1 0,-1 0 0,1-1 0,-1 1 0,1-1 0,1 2 0,3 2 0,1 0 0,-1-1 0,1 0 0,0 0 0,0 0 0,1 0 0,8 1 0,18 5 0,50 7 0,-72-14 0,1-1 0,0-1 0,0 0 0,0 0 0,-1-1 0,1-1 0,19-4 0,-30 6 0,0 0 0,0-1 0,1 1 0,-1-1 0,0 1 0,0-1 0,0 1 0,0-1 0,0 1 0,0-1 0,0 0 0,0 0 0,0 0 0,0 1 0,0-1 0,-1 0 0,1 0 0,0 0 0,-1 0 0,1 0 0,0 0 0,-1 0 0,1-1 0,0-1 0,-1 1 0,0 0 0,-1 0 0,1 0 0,0 1 0,-1-1 0,1 0 0,-1 0 0,1 0 0,-1 1 0,0-1 0,0 0 0,0 0 0,0 1 0,-1-3 0,-6-6 0,-1 1 0,0-1 0,-17-13 0,23 21 0,-13-10 0,0 1 0,-1 0 0,0 1 0,-1 1 0,0 1 0,0 1 0,-1 0 0,1 1 0,-2 1 0,-22-3 0,-17 1 0,0 2 0,-67 3 0,125 2 0,-20 0 0,1 1 0,-1 1 0,-29 6 0,46-7 0,0 0 0,1-1 0,-1 1 0,0 1 0,0-1 0,1 1 0,-1-1 0,1 1 0,-1 0 0,1 0 0,0 1 0,0-1 0,0 1 0,0-1 0,0 1 0,1 0 0,-1 0 0,1 0 0,0 1 0,0-1 0,0 0 0,0 1 0,0 0 0,1-1 0,-2 7 0,3-7 0,0 0 0,0-1 0,1 1 0,-1 0 0,1-1 0,-1 1 0,1 0 0,0-1 0,0 1 0,0-1 0,1 1 0,-1-1 0,1 0 0,-1 0 0,1 1 0,0-1 0,-1 0 0,1-1 0,0 1 0,0 0 0,1 0 0,-1-1 0,3 2 0,8 6 0,1-1 0,23 11 0,-31-17 0,17 8 0,1-1 0,1-1 0,-1-2 0,1 0 0,0-1 0,1-2 0,-1-1 0,1 0 0,26-3 0,-48 0 0,1 1 0,-1 0 0,0-1 0,0 0 0,0 0 0,0-1 0,1 1 0,-2-1 0,1 0 0,0 0 0,0 0 0,0 0 0,-1 0 0,0-1 0,1 0 0,2-3 0,-4 4 0,0-1 0,-1 1 0,0-1 0,1 1 0,-1-1 0,0 0 0,0 0 0,0 1 0,0-1 0,-1 0 0,1 0 0,-1 0 0,0 0 0,0 0 0,0 0 0,0 1 0,0-1 0,-1 0 0,1 0 0,-1 0 0,0 0 0,0 1 0,0-1 0,-1-3 0,-6-10 0,0 0 0,-1 1 0,-1 0 0,0 0 0,-1 1 0,-1 1 0,0 0 0,-1 0 0,-23-18 0,19 19 0,-1-1 0,0 2 0,-1 1 0,0 0 0,0 1 0,-1 1 0,-38-10 0,5 9 0,0 2 0,-1 2 0,1 3 0,-1 2 0,-56 8 0,97-6 0,0 0 0,1 0 0,0 2 0,-1-1 0,1 2 0,0 0 0,1 0 0,-12 7 0,20-10 0,0 0 0,0-1 0,0 2 0,0-1 0,0 0 0,0 0 0,0 1 0,1 0 0,0-1 0,-1 1 0,1 0 0,0 0 0,0 1 0,1-1 0,-1 0 0,1 0 0,-1 1 0,1-1 0,0 1 0,0-1 0,1 1 0,-1 0 0,1-1 0,-1 1 0,1 0 0,1-1 0,-1 1 0,0 0 0,1-1 0,0 1 0,2 6 0,-3-9 0,1 1 0,0-1 0,-1 1 0,1 0 0,-1-1 0,1 1 0,-1 0 0,0 0 0,0-1 0,0 1 0,0 0 0,0 0 0,0-1 0,-1 4 0,0-4 0,0 0 0,0 0 0,0 0 0,0 0 0,0 0 0,0 0 0,0 0 0,0 0 0,-1 0 0,1-1 0,0 1 0,-1 0 0,1-1 0,0 1 0,-1-1 0,1 0 0,-1 1 0,1-1 0,-3 0 0,-24 3 0,1-2 0,-33-1 0,31-1 0,1 1 0,-1 1 0,-31 6 0,53-6 0,-1 1 0,1 0 0,0 0 0,0 1 0,0 0 0,0 0 0,1 0 0,-1 1 0,1 0 0,0 0 0,0 1 0,0 0 0,0 0 0,1 0 0,0 1 0,-7 9 0,6-1 0,0 0 0,0 0 0,1 1 0,1-1 0,0 1 0,1 0 0,1 0 0,-1 20 0,1-12 0,0-14 0,1 1 0,1 0 0,-1-1 0,1 1 0,1-1 0,0 1 0,1-1 0,-1 1 0,2-1 0,-1 1 0,2-1 0,-1 0 0,1-1 0,0 1 0,1 0 0,0-1 0,0 0 0,1 0 0,0-1 0,0 0 0,1 0 0,0 0 0,0-1 0,0 0 0,1 0 0,9 5 0,26 14 0,-43-25 0,0 1 0,0-1 0,0 0 0,0 0 0,0 0 0,0 1 0,0-1 0,0 0 0,0 0 0,0 0 0,0 1 0,0-1 0,0 0 0,-1 0 0,1 0 0,0 1 0,0-1 0,0 0 0,0 0 0,0 0 0,-1 0 0,1 1 0,0-1 0,0 0 0,0 0 0,-1 0 0,1 0 0,0 0 0,0 0 0,0 0 0,-1 0 0,1 0 0,0 1 0,0-1 0,-1 0 0,1 0 0,0 0 0,0 0 0,0 0 0,-1-1 0,1 1 0,0 0 0,0 0 0,-1 0 0,1 0 0,0 0 0,-1 0 0,-20 2 0,13-1 0,-25 5 0,0 1 0,1 2 0,0 1 0,0 1 0,1 2 0,1 1 0,-45 29 0,-3 9 0,-103 89 0,148-113 0,2 1 0,-55 64 0,77-81 0,0-1 0,1 1 0,0 1 0,1-1 0,1 1 0,0 0 0,1 1 0,0 0 0,1-1 0,1 1 0,0 1 0,-1 20 0,4-27 0,0-1 0,0 0 0,1 0 0,1 0 0,-1 0 0,1 0 0,0 0 0,0 0 0,1-1 0,0 1 0,0-1 0,8 11 0,-4-7 0,1-2 0,-1 1 0,1-1 0,1 0 0,0-1 0,0 0 0,14 8 0,0-2 0,1-1 0,1-1 0,0-2 0,1 0 0,0-1 0,27 3 0,-23-6 0,-1-1 0,33 0 0,-61-4 0,-8-2 0,-4 0 0,11 2 0,0 0 0,0 0 0,1 0 0,-1 0 0,0 0 0,0 0 0,0 0 0,0 0 0,0 0 0,0 0 0,0 0 0,0 0 0,0 0 0,0 0 0,0 0 0,0 0 0,0 0 0,0-1 0,0 1 0,0 0 0,0 0 0,0 0 0,0 0 0,0 0 0,0 0 0,0 0 0,2 0 0,140-14 0,-124 10 0,0 0 0,0-1 0,0-1 0,0-1 0,28-15 0,-14 3 0,0 0 0,-2-3 0,0 0 0,47-48 0,-63 54 0,0 1 0,-1-2 0,-1 1 0,0-2 0,-1 0 0,-2 0 0,1-1 0,-2 0 0,-1-1 0,6-21 0,-9 24 0,-1 0 0,0 0 0,-1 0 0,-1-1 0,-3-34 0,2 46 0,-1 0 0,0 0 0,-1 0 0,1 0 0,-1 0 0,0 0 0,0 0 0,-1 1 0,0-1 0,0 1 0,0 0 0,-1 0 0,1 0 0,-1 0 0,-1 0 0,1 1 0,-1 0 0,1 0 0,-11-7 0,13 10 0,0 0 0,0 0 0,0 0 0,0 1 0,-1-1 0,1 0 0,0 1 0,0 0 0,-1-1 0,1 1 0,-3 0 0,5 0 0,0 0 0,0 0 0,0 0 0,0 0 0,-1 0 0,1 0 0,0 0 0,0 0 0,0 0 0,0 0 0,0 0 0,0 0 0,0 0 0,-1 0 0,1 0 0,0 1 0,0-1 0,0 0 0,0 0 0,0 0 0,0 0 0,0 0 0,-1 0 0,1 0 0,0 0 0,0 0 0,0 0 0,0 0 0,0 1 0,0-1 0,0 0 0,0 0 0,0 0 0,0 0 0,0 0 0,0 0 0,0 1 0,0-1 0,0 0 0,0 0 0,0 0 0,0 0 0,0 0 0,0 0 0,0 0 0,0 1 0,0-1 0,0 0 0,0 0 0,0 0 0,0 0 0,0 0 0,14 10 0,-5-6 0,1 1 0,-1-2 0,1 1 0,0-1 0,0-1 0,1 0 0,-1 0 0,0-1 0,0 0 0,1-1 0,-1 0 0,14-2 0,-23 2 0,0-1 0,0 1 0,0 0 0,1 0 0,-1-1 0,0 1 0,0 0 0,0-1 0,0 1 0,0-1 0,0 1 0,0-1 0,-1 0 0,1 1 0,0-1 0,0 0 0,0 0 0,-1 1 0,1-1 0,0 0 0,-1 0 0,1 0 0,-1 0 0,1 0 0,-1 0 0,1-1 0,-1 0 0,0 1 0,0-1 0,-1 1 0,1-1 0,0 1 0,-1-1 0,1 1 0,-1 0 0,0-1 0,1 1 0,-1 0 0,0-1 0,0 1 0,0 0 0,0 0 0,-2-2 0,-2-2 0,-1 0 0,0 0 0,0 1 0,0 0 0,0 0 0,-13-6 0,9 8 0,-1-1 0,1 2 0,-1-1 0,1 1 0,-1 1 0,1 0 0,-1 1 0,0 0 0,1 0 0,-1 1 0,1 1 0,0-1 0,-12 6 0,-5 2 0,0 2 0,1 0 0,-38 25 0,46-25 0,1 1 0,1 0 0,0 2 0,-26 30 0,33-35 0,2 0 0,-1 0 0,1 1 0,1 0 0,0 1 0,1-1 0,0 1 0,1 0 0,-5 18 0,9-27 0,-1 0 0,0 0 0,1 1 0,0-1 0,0 0 0,0 0 0,0 0 0,0 1 0,1-1 0,-1 0 0,1 0 0,0 0 0,0 0 0,0 0 0,1 0 0,-1 0 0,0 0 0,4 3 0,-1-2 0,0 0 0,0 0 0,1 0 0,-1-1 0,1 0 0,0 0 0,0 0 0,0-1 0,6 3 0,-49-8 0,19 3 0,14-1 0,0 1 0,0 1 0,0-1 0,1 1 0,-1 0 0,0 0 0,0 0 0,1 1 0,-1 0 0,1-1 0,-1 2 0,1-1 0,-8 6 0,4-2 0,1 0 0,0 1 0,0 0 0,1 0 0,0 1 0,-9 13 0,0 6 0,0 2 0,2 0 0,-12 39 0,13-33 0,1 1 0,2 0 0,2 0 0,1 1 0,2 0 0,0 69 0,5-103 0,-1 0 0,0 0 0,0 1 0,0-1 0,0 0 0,0 0 0,-1 0 0,0 1 0,1-1 0,-3 6 0,2-8 0,0 0 0,0 0 0,0 0 0,0 0 0,0 0 0,-1 0 0,1-1 0,0 1 0,0 0 0,0-1 0,-1 1 0,1 0 0,0-1 0,-1 0 0,1 1 0,-1-1 0,1 0 0,0 0 0,-1 0 0,1 1 0,-1-2 0,1 1 0,-1 0 0,1 0 0,-3-1 0,-14-2 0,0-1 0,0-1 0,0-1 0,-21-9 0,-42-13 0,54 24 0,0 1 0,0 1 0,0 2 0,0 0 0,0 2 0,-51 10 0,-53 2 0,118-13 0,1-1 0,-1 0 0,0-1 0,0-1 0,1 0 0,-15-4 0,20 4 0,1-1 0,-1 0 0,1-1 0,0 1 0,0-1 0,0 0 0,0-1 0,1 0 0,0 1 0,0-2 0,0 1 0,-7-10 0,-2-5 0,0-1 0,2 0 0,-13-28 0,21 40 0,1 1 0,-1-2 0,1 1 0,1 0 0,0-1 0,0 1 0,1-1 0,0 1 0,1-1 0,0 0 0,2-12 0,0 17 0,-1 0 0,1 0 0,0 1 0,1-1 0,-1 1 0,1-1 0,0 1 0,0 0 0,0 0 0,1 0 0,-1 0 0,1 1 0,0 0 0,0-1 0,0 1 0,1 1 0,-1-1 0,1 1 0,-1-1 0,9-1 0,5-3 0,1 1 0,-1 1 0,1 0 0,22-1 0,259-7 0,-208 14 0,154-19 0,-39-30 0,-48 10 0,-111 31 0,0 3 0,0 1 0,55 5 0,-39-1 0,-38 1 0,0 2 0,0 0 0,0 2 0,0 0 0,32 14 0,-20-7 0,43 9 0,-36-14 0,108 25 0,-119-24 0,1-1 0,0-2 0,0-1 0,0-2 0,1-1 0,-1-2 0,1-2 0,-1-1 0,37-8 0,30-4 0,-90 13 0,1 2 0,-1 0 0,0 0 0,1 1 0,23 6 0,-35-7 0,1 0 0,-1 0 0,0 1 0,0-1 0,0 1 0,0-1 0,0 1 0,1-1 0,-1 1 0,0 0 0,0-1 0,0 1 0,-1 0 0,1 0 0,0 0 0,0 0 0,0 0 0,-1 0 0,1 0 0,0 0 0,-1 0 0,1 0 0,-1 0 0,1 0 0,-1 0 0,1 1 0,-1-1 0,0 0 0,0 0 0,0 0 0,0 1 0,0-1 0,0 0 0,0 0 0,0 1 0,0-1 0,0 0 0,-1 0 0,1 2 0,-3 4 0,0 1 0,-1-1 0,1 0 0,-1 0 0,-5 6 0,1 0 0,-143 211 0,95-143 0,48-70 0,-1 1 0,-1-1 0,1-1 0,-2 0 0,1 0 0,-1-1 0,-1 0 0,-22 12 0,7-7 0,-2-2 0,0-1 0,-31 8 0,47-15 0,-65 21 0,-1-4 0,-1-4 0,-88 9 0,-208-21 0,261-6 0,93-1 0,0-1 0,0 0 0,0-2 0,-38-12 0,36 9 0,-1 1 0,0 1 0,-32-3 0,44 9 0,0-1 0,-1 0 0,1-1 0,0-1 0,0 0 0,0-1 0,-22-10 0,35 14 0,-1 0 0,0 0 0,0 0 0,1 0 0,-1-1 0,0 1 0,1 0 0,-1-1 0,0 1 0,1 0 0,-1-1 0,1 1 0,-1-1 0,0 1 0,1-1 0,-1 1 0,1-1 0,0 0 0,-1 1 0,1-1 0,-1 0 0,1 1 0,0-1 0,-1 0 0,1 1 0,0-1 0,0 0 0,0 0 0,0 1 0,-1-1 0,1 0 0,0-1 0,1 2 0,0-1 0,0 0 0,0 1 0,0-1 0,0 1 0,0-1 0,0 1 0,0 0 0,1-1 0,-1 1 0,0 0 0,0 0 0,0-1 0,0 1 0,0 0 0,0 0 0,1 0 0,-1 1 0,2-1 0,10 3 0,0 0 0,0 1 0,0 0 0,-1 1 0,21 11 0,-17-8 0,0-1 0,0 0 0,19 4 0,18-3 0,0-2 0,1-2 0,100-6 0,-59-1 0,-56 3 0,0 1 0,1-2 0,-1-1 0,0-3 0,57-13 0,-47 6 0,100-14 0,-128 22 0,1-1 0,-2-1 0,1 0 0,34-17 0,-35 14 0,1 0 0,0 2 0,1 0 0,36-6 0,20 8 0,122 6 0,-72 3 0,-1-6 0,114 5 0,-238-3 0,0 0 0,1 0 0,-1 1 0,0-1 0,1 1 0,-1 0 0,0 0 0,0 1 0,0-1 0,0 0 0,0 1 0,0 0 0,0 0 0,-1 0 0,1 0 0,-1 0 0,4 3 0,-4-1 0,1 0 0,-1 0 0,0 0 0,0 0 0,-1 0 0,1 0 0,-1 0 0,0 1 0,0-1 0,0 0 0,-1 1 0,1 6 0,-1-1 0,0-1 0,0 0 0,1-1 0,0 1 0,0 0 0,1 0 0,0-1 0,5 14 0,-3-22 0,-2-10 0,1-12 0,-3 15 0,1 0 0,0 0 0,0 0 0,0 0 0,1 0 0,0 0 0,0 1 0,1-1 0,-1 1 0,8-12 0,-7 14 0,0 1 0,0-1 0,0 1 0,1 0 0,-1 0 0,1 0 0,0 0 0,0 0 0,0 1 0,0 0 0,1 0 0,-1 0 0,0 0 0,1 1 0,0-1 0,-1 1 0,6 0 0,20 0 0,-30 1 0,0 0 0,0 0 0,0 0 0,0 0 0,0 0 0,0 1 0,0-1 0,0 0 0,0 0 0,0 0 0,0 0 0,0 0 0,0 0 0,0 0 0,0 0 0,0 0 0,0 0 0,0 0 0,0 0 0,0 0 0,0 0 0,0 1 0,0-1 0,0 0 0,0 0 0,0 0 0,0 0 0,0 0 0,0 0 0,0 0 0,0 0 0,0 0 0,0 0 0,0 0 0,0 0 0,0 0 0,0 0 0,0 0 0,0 0 0,0 0 0,1 0 0,-1 0 0,0 0 0,0 1 0,0-1 0,0 0 0,0 0 0,0 0 0,0 0 0,0 0 0,0 0 0,0 0 0,0 0 0,0 0 0,0 0 0,-17 3 0,-48 0 0,51-4 0,0 1 0,0 1 0,0 0 0,0 1 0,0 1 0,0 0 0,1 0 0,-1 1 0,-18 10 0,-40 24 0,-47 29 0,-8 11 0,72-46 0,-69 52 0,34-13 0,-151 91 0,65-51 0,54-32 0,81-51 0,-43 37 0,43-32 0,38-30 0,0-1 0,0 1 0,0-1 0,0 1 0,1 0 0,-1 0 0,1 0 0,0 1 0,-4 5 0,6-8 0,0 0 0,-1 1 0,1-1 0,0 0 0,0 1 0,0-1 0,0 0 0,0 1 0,0-1 0,0 0 0,1 0 0,-1 1 0,0-1 0,1 0 0,-1 0 0,1 1 0,-1-1 0,1 0 0,-1 0 0,1 0 0,0 0 0,0 0 0,0 0 0,-1 0 0,1 0 0,0 0 0,0 0 0,0-1 0,0 1 0,1 0 0,-1 0 0,2 0 0,30 19 0,0-1 0,69 26 0,-86-39 0,0 0 0,1-2 0,0 0 0,-1-1 0,1-1 0,0 0 0,1-2 0,32-2 0,-45 2 0,0-1 0,-1 0 0,1 0 0,-1 0 0,1-1 0,-1 1 0,0-1 0,1 0 0,-1 0 0,0-1 0,0 1 0,-1-1 0,1 0 0,0 0 0,-1 0 0,0-1 0,0 1 0,0-1 0,0 0 0,0 1 0,-1-1 0,1-1 0,-1 1 0,0 0 0,1-6 0,0 0 0,-1 0 0,-1 0 0,1 0 0,-2-1 0,1 1 0,-2 0 0,1 0 0,-1 0 0,-1 0 0,0 0 0,-3-10 0,-6-14 0,-1 0 0,-1 1 0,-2 1 0,-2 0 0,0 2 0,-2 0 0,-1 0 0,-2 2 0,-1 1 0,-1 0 0,-1 2 0,-1 1 0,-1 1 0,-1 1 0,-1 2 0,-1 1 0,-37-18 0,21 16 0,0 2 0,-1 2 0,-72-15 0,86 25 0,1 2 0,-1 2 0,0 1 0,0 1 0,0 2 0,-44 6 0,63-4 0,-1 0 0,1 1 0,0 0 0,0 2 0,-18 8 0,29-12 0,-1 0 0,1 0 0,0 0 0,0 1 0,0-1 0,0 1 0,0 0 0,0 0 0,1 0 0,-1 0 0,-2 5 0,4-6 0,0 0 0,1 0 0,-1 0 0,1 0 0,-1 0 0,1 0 0,0 1 0,0-1 0,0 0 0,0 0 0,0 0 0,0 0 0,1 0 0,-1 0 0,1 0 0,-1 0 0,1 0 0,0 0 0,0 0 0,0 0 0,0 0 0,2 3 0,6 6 0,1-1 0,0 0 0,1-1 0,0 0 0,0 0 0,25 13 0,1 2 0,-29-18 0,16 15 0,-23-20 0,0 0 0,-1 1 0,1-1 0,-1 0 0,0 0 0,1 0 0,-1 0 0,0 1 0,0-1 0,1 0 0,-1 0 0,0 1 0,0-1 0,-1 0 0,1 0 0,0 1 0,0-1 0,0 0 0,-1 0 0,1 0 0,-1 1 0,1-1 0,-1 0 0,1 0 0,-2 1 0,-28 50 0,-34 62 0,59-102 0,0 0 0,1 0 0,0 0 0,0 1 0,2-1 0,0 1 0,-2 24 0,4-33 0,1 1 0,-1-1 0,1 1 0,-1-1 0,1 0 0,0 1 0,1-1 0,-1 0 0,1 1 0,0-1 0,0 0 0,0 0 0,1-1 0,-1 1 0,1 0 0,0-1 0,0 1 0,0-1 0,1 0 0,-1 0 0,1 0 0,0-1 0,-1 1 0,1-1 0,0 0 0,0 0 0,1 0 0,-1-1 0,0 0 0,1 1 0,-1-1 0,0-1 0,1 1 0,0-1 0,-1 1 0,1-1 0,-1-1 0,5 0 0,191-51 0,-194 50-41,-1 0 0,0 0 0,0 0 0,0-1 0,0 0 0,0 0 1,0 0-1,-1-1 0,1 1 0,-1-1 0,0 0 0,0 0 0,0-1 0,-1 1 0,0-1 0,0 0 0,4-6 0,-6 8-1,0-1-1,0 1 1,0-1 0,0 1-1,-1-1 1,1 1-1,-1-1 1,0 1 0,0-1-1,0 1 1,-1-1 0,1 1-1,-1-1 1,0 1-1,0 0 1,0-1 0,0 1-1,-1 0 1,1-1 0,-1 1-1,0 0 1,0 0-1,0 1 1,0-1 0,0 0-1,-1 1 1,1-1 0,-6-3-1,-3-2-325,0 0-1,0 1 0,-1 1 1,0 0-1,0 1 0,0 0 1,-24-6-1,16 9-716,31 10 523,32 13 1323,-36-18-493,0-1 0,-1 0 1,1-1-1,0 1 0,0-1 0,0-1 0,0 1 0,0-1 0,1 0 0,9-2 0,-35 1 1682,14 4-1912,1-1 0,-1 0 0,1 1 0,0 0 0,-1 0 0,1 0 0,0 0 0,1 0 0,-1 1 1,0-1-1,1 1 0,0 0 0,0 0 0,0 0 0,0 0 0,1 0 0,-2 6 0,-2 7 34,1 2 1,-4 31-1,7-42-72,0-1 0,1 0 0,0 1 0,1-1 0,-1 1 0,1-1 0,1 0 0,-1 0 0,6 15 0,-6-20 0,1 1 0,-1 0 0,1-1 0,0 1 0,0-1 0,0 1 0,0-1 0,0 0 0,0 0 0,1 0 0,-1 0 0,1 0 0,-1 0 0,1-1 0,0 0 0,-1 1 0,1-1 0,0 0 0,0 0 0,0 0 0,0-1 0,0 1 0,0-1 0,0 1 0,0-1 0,5-1 0,-3 1 0,0-1 0,0-1 0,0 1 0,0-1 0,0 0 0,-1 0 0,1 0 0,-1-1 0,1 1 0,-1-1 0,0 0 0,5-5 0,21-14 0,17-6 0,-23 13 0,51-24 0,-45 25 0,46-29 0,18-8 0,-77 45 0,0 0 0,0 1 0,1 1 0,0 1 0,0 0 0,26 0 0,5 3 0,55 6 0,-99-6 0,-1 1 0,1-1 0,-1 1 0,1 0 0,-1 1 0,0-1 0,1 1 0,-1 0 0,0 0 0,0 0 0,0 1 0,0-1 0,0 1 0,-1 0 0,4 3 0,-2 1 0,0-1 0,-1 0 0,1 1 0,-1 0 0,-1 0 0,0 0 0,5 14 0,-6-16 0,-1 0 0,1 0 0,0 0 0,1 0 0,-1-1 0,1 1 0,0-1 0,0 1 0,0-1 0,1 0 0,0 0 0,0-1 0,0 1 0,8 5 0,-9-8 0,1 1 0,-1-1 0,1 0 0,-1 0 0,1-1 0,-1 1 0,1-1 0,0 1 0,-1-1 0,1 0 0,0 0 0,0-1 0,-1 1 0,1-1 0,-1 0 0,1 0 0,-1 0 0,1 0 0,-1-1 0,1 1 0,5-5 0,-3 2 0,0 1 0,-1-1 0,0-1 0,0 1 0,0-1 0,0 0 0,-1 0 0,1 0 0,-1-1 0,-1 0 0,1 1 0,-1-1 0,5-13 0,0-5 0,-1 0 0,6-39 0,-9 41 0,0 0 0,2 0 0,10-25 0,-1 11 0,12-47 0,-24 72 0,1 1 0,-1-1 0,2 1 0,-1 0 0,2 0 0,-1 0 0,8-9 0,-13 19 0,0 0 0,0-1 0,0 1 0,1 0 0,-1-1 0,0 1 0,0 0 0,1-1 0,-1 1 0,0 0 0,0-1 0,1 1 0,-1 0 0,0 0 0,0-1 0,1 1 0,-1 0 0,0 0 0,1 0 0,-1 0 0,1-1 0,-1 1 0,0 0 0,1 0 0,-1 0 0,0 0 0,1 0 0,-1 0 0,1 0 0,-1 0 0,0 0 0,1 0 0,-1 0 0,1 0 0,-1 0 0,1 1 0,2 14 0,-6 23 0,1-27 0,-1 1 0,0-1 0,0 0 0,-1 0 0,-1 0 0,-8 15 0,9-20 0,0-1 0,0 0 0,-1 0 0,0 0 0,0 0 0,0-1 0,0 1 0,-1-1 0,0-1 0,0 1 0,0-1 0,-9 4 0,-5 0 0,0 0 0,0-2 0,0 0 0,-1-1 0,-27 1 0,-107-3 0,98-3 0,-473-3 0,516 4 0,1-1 0,-1 0 0,1 0 0,-1-2 0,-19-5 0,25 5 0,1 0 0,-1-1 0,1 1 0,0-1 0,0-1 0,0 0 0,0 0 0,1 0 0,0 0 0,-6-8 0,7 9 0,8 8 0,14 22 0,28 36 0,1-11 0,2-2 0,69 54 0,42 41 0,-105-86 0,3-2 0,122 91 0,-143-123 0,20 15 0,77 39 0,-105-67-1365</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7T11:59:31.545"/>
    </inkml:context>
    <inkml:brush xml:id="br0">
      <inkml:brushProperty name="width" value="0.35" units="cm"/>
      <inkml:brushProperty name="height" value="0.35" units="cm"/>
      <inkml:brushProperty name="color" value="#FFFFFF"/>
    </inkml:brush>
  </inkml:definitions>
  <inkml:trace contextRef="#ctx0" brushRef="#br0">2 180 24575,'-1'29'0,"0"-7"0,2 0 0,0 0 0,7 38 0,-6-53 0,-1 0 0,2-1 0,-1 0 0,1 1 0,0-1 0,0 0 0,1 0 0,-1-1 0,1 1 0,1-1 0,-1 0 0,1 0 0,0 0 0,0-1 0,0 1 0,9 4 0,6 4 0,1 1 0,0-1 0,24 10 0,-39-21 0,-1 0 0,1 0 0,0 0 0,-1 0 0,1-1 0,0 0 0,0 0 0,0-1 0,0 1 0,0-1 0,0-1 0,0 1 0,11-3 0,-14 2 0,0 0 0,0-1 0,-1 1 0,1-1 0,-1 1 0,1-1 0,-1 0 0,1 0 0,-1 0 0,0 0 0,0 0 0,0 0 0,0-1 0,-1 1 0,1-1 0,-1 1 0,1-1 0,-1 0 0,2-5 0,-2 6 0,-1 0 0,1 0 0,-1 0 0,0 0 0,1 0 0,-1 0 0,0 0 0,0 0 0,0 0 0,-1 0 0,1 0 0,0 0 0,-1-1 0,0 2 0,1-1 0,-1 0 0,0 0 0,0 0 0,0 0 0,0 0 0,0 1 0,0-1 0,-1 0 0,1 1 0,-1-1 0,1 1 0,-1 0 0,1-1 0,-3 0 0,-8-6 0,-1 0 0,0 1 0,-1 0 0,1 1 0,-1 1 0,-15-4 0,29 9 0,0 0 0,-1-1 0,1 1 0,0 0 0,0 0 0,-1 0 0,1 0 0,0 0 0,0 0 0,0 0 0,-1 0 0,1 0 0,0 0 0,0 0 0,-1 0 0,1 0 0,0 0 0,0 0 0,-1 0 0,1 0 0,0 0 0,0 0 0,-1 0 0,1 0 0,0 0 0,0 0 0,0 0 0,-1 1 0,1-1 0,0 0 0,0 0 0,0 0 0,-1 0 0,1 1 0,0-1 0,0 0 0,0 0 0,0 0 0,-1 1 0,8 7 0,18 9 0,-4-9 0,1-1 0,0-1 0,1-1 0,0-1 0,29 2 0,-1 1 0,-14-1 0,50 6 0,-79-12 0,0 0 0,-1 0 0,1 0 0,-1-1 0,1 0 0,0-1 0,-1 1 0,13-6 0,-18 6 0,0 0 0,1 0 0,-1 0 0,0-1 0,0 1 0,1-1 0,-1 0 0,-1 1 0,1-1 0,0 0 0,0 0 0,-1 0 0,1-1 0,-1 1 0,1 0 0,-1 0 0,0-1 0,0 1 0,1-5 0,-1 2 0,-1 1 0,1-1 0,-1 1 0,0-1 0,0 1 0,-1-1 0,1 1 0,-1-1 0,0 1 0,-3-9 0,0 4 0,1 1 0,-2-1 0,1 1 0,-1 0 0,0 0 0,-1 0 0,0 1 0,0 0 0,0 0 0,-14-11 0,8 11 0,-1-1 0,0 1 0,-1 1 0,1 0 0,-1 1 0,-25-5 0,23 11 0,18 8 0,21 14 0,2-6 0,0-2 0,0 0 0,43 16 0,-52-25 0,0 0 0,0-1 0,1-1 0,-1-1 0,1-1 0,0 0 0,26 0 0,-41-2 0,-1 0 0,0 0 0,1 0 0,-1 0 0,0 0 0,1-1 0,-1 1 0,0 0 0,1-1 0,-1 1 0,0 0 0,0-1 0,1 1 0,-1-1 0,0 0 0,0 0 0,0 1 0,0-1 0,0 0 0,0 0 0,1-1 0,-1 1 0,-1-1 0,0 1 0,0 0 0,0 0 0,0 0 0,0 0 0,0 0 0,0 0 0,0 0 0,0 0 0,0 0 0,-1 0 0,1 0 0,0 0 0,-1 0 0,1 0 0,-1 0 0,1 0 0,-1 0 0,-1-1 0,-5-6 0,0-1 0,0 1 0,-1 1 0,-9-8 0,-12-5 0,-1 0 0,0 2 0,-2 1 0,0 2 0,0 1 0,-2 2 0,-36-10 0,35 14 0,1 1 0,-1 1 0,0 2 0,0 2 0,0 1 0,-1 1 0,-46 8 0,77-7 0,0 0 0,0 0 0,0 1 0,0-1 0,0 1 0,0 0 0,0 1 0,1-1 0,-1 1 0,1 0 0,-7 6 0,10-8 0,0 0 0,0 1 0,0 0 0,0-1 0,0 1 0,0 0 0,0 0 0,0-1 0,0 1 0,1 0 0,-1 0 0,1 0 0,-1 0 0,1 0 0,0 0 0,0 0 0,0 0 0,0 0 0,0 0 0,0 0 0,1 0 0,-1-1 0,1 1 0,-1 0 0,1 0 0,0 0 0,0 0 0,0-1 0,-1 1 0,2 0 0,-1-1 0,0 1 0,2 1 0,9 11 0,0-1 0,1 0 0,1-1 0,0-1 0,0 0 0,1-1 0,1 0 0,0-2 0,0 1 0,0-2 0,1 0 0,28 7 0,-7-7 0,-1-1 0,1-2 0,0-2 0,0-1 0,52-6 0,-86 5 0,0 0 0,0-1 0,0 1 0,0-1 0,0 0 0,0 0 0,0-1 0,0 1 0,-1-1 0,1 0 0,0 0 0,-1 0 0,0 0 0,1 0 0,-1-1 0,4-3 0,-6 3 0,0 1 0,0 0 0,0-1 0,0 1 0,0 0 0,0-1 0,-1 1 0,1-1 0,-1 0 0,1 1 0,-1-1 0,0 1 0,0-1 0,-1 1 0,1-1 0,0 0 0,-1 1 0,1-1 0,-1 1 0,0-1 0,0 1 0,0 0 0,0-1 0,0 1 0,-1 0 0,-2-3 0,-2-4 0,-1 0 0,0 1 0,0 0 0,-1 1 0,0-1 0,0 2 0,-1-1 0,0 1 0,0 0 0,0 1 0,-20-8 0,-3 0 0,0 2 0,-51-11 0,73 19 0,-12-2 0,-37-3 0,55 7 0,-1 1 0,1 0 0,0 0 0,-1 0 0,1 0 0,-1 1 0,1 0 0,0 0 0,0 0 0,-1 0 0,1 1 0,0-1 0,0 1 0,-7 5 0,10-7 0,1 0 0,-1 1 0,1-1 0,-1 1 0,0-1 0,1 1 0,-1-1 0,1 1 0,0 0 0,-1-1 0,1 1 0,-1 0 0,1-1 0,0 1 0,-1 0 0,1-1 0,0 1 0,0 0 0,0 0 0,-1-1 0,1 1 0,0 0 0,0 0 0,0-1 0,0 1 0,0 0 0,1 0 0,-1-1 0,0 2 0,1 0 0,0-1 0,0 1 0,0-1 0,0 0 0,0 1 0,1-1 0,-1 0 0,0 0 0,1 0 0,-1 0 0,1 0 0,1 1 0,6 3 0,0-1 0,1-1 0,14 4 0,15 2 0,1-2 0,65 3 0,84-9 0,-122-2 0,-23 3 0,-31-1 0,0 0 0,0-1 0,0 0 0,0-1 0,0-1 0,0 0 0,18-6 0,-30 8 0,0 0 0,1-1 0,-1 1 0,0-1 0,0 1 0,0-1 0,0 0 0,0 1 0,0-1 0,0 0 0,0 0 0,0 1 0,0-1 0,-1 0 0,1 0 0,0 0 0,0 0 0,-1 0 0,1-1 0,-1 1 0,1 0 0,-1 0 0,1 0 0,-1 0 0,0-1 0,0 1 0,1 0 0,-1 0 0,0 0 0,0-1 0,0 1 0,0 0 0,-1 0 0,1-1 0,0 1 0,0 0 0,-2-2 0,1-13 0,1 15 0,0 0 0,1-1 0,-1 1 0,0 0 0,1 0 0,0 0 0,-1-1 0,1 1 0,-1 0 0,1 0 0,0 0 0,0 0 0,0 0 0,0 0 0,0 1 0,-1-1 0,2 0 0,-1 0 0,0 1 0,0-1 0,0 0 0,0 1 0,0-1 0,0 1 0,1-1 0,-1 1 0,0 0 0,0 0 0,2-1 0,42-4 0,-44 5 0,62 2 0,122 17 0,-48-2 0,324 6 0,-444-23 0,-10 1 0,0-1 0,0 0 0,0 0 0,0-1 0,0 0 0,0 0 0,0 0 0,0-1 0,12-5 0,-19 7 0,1-1 0,-1 1 0,0 0 0,1-1 0,-1 1 0,1 0 0,-1-1 0,0 1 0,1-1 0,-1 1 0,0-1 0,0 1 0,1-1 0,-1 1 0,0-1 0,0 1 0,0-1 0,0 1 0,0-1 0,0 1 0,0-1 0,0 1 0,0-1 0,0 1 0,0-1 0,0 1 0,0-1 0,0 1 0,0-1 0,0 1 0,0-1 0,-1 1 0,1-1 0,0 1 0,0-1 0,-1 1 0,1-1 0,0 1 0,-1-1 0,-16-15 0,-2 4 0,-1 0 0,-1 2 0,1 0 0,-2 1 0,1 2 0,-29-7 0,11 5 0,1 2 0,-71-4 0,102 11 0,1-1 0,0 1 0,0 0 0,-1 0 0,1 0 0,0 1 0,0 0 0,0 0 0,-7 3 0,13-4 0,-1 1 0,1-1 0,0 0 0,0 1 0,0-1 0,0 0 0,1 1 0,-1-1 0,0 1 0,0-1 0,0 0 0,0 1 0,0-1 0,0 0 0,0 1 0,1-1 0,-1 0 0,0 0 0,0 1 0,0-1 0,1 0 0,-1 1 0,0-1 0,0 0 0,1 0 0,-1 0 0,0 1 0,1-1 0,-1 0 0,0 0 0,1 0 0,-1 0 0,0 0 0,1 1 0,-1-1 0,20 13 0,-14-10 0,-5-2 0,32 23 0,-24-11 0,-9-12 0,0-1 0,0 0 0,0 0 0,0 1 0,0-1 0,0 0 0,0 1 0,-1-1 0,1 0 0,0 0 0,0 1 0,0-1 0,0 0 0,-1 0 0,1 1 0,0-1 0,0 0 0,-1 0 0,1 0 0,0 1 0,0-1 0,-1 0 0,1 0 0,0 0 0,0 0 0,-1 0 0,1 0 0,0 0 0,-1 1 0,1-1 0,0 0 0,-1 0 0,1 0 0,0 0 0,-1 0 0,1 0 0,0-1 0,0 1 0,-1 0 0,1 0 0,-1 0 0,-51-5 0,-22-2 0,70 7 0,-1 0 0,1 1 0,0-1 0,0 1 0,0-1 0,0 1 0,-1 1 0,1-1 0,0 1 0,1-1 0,-1 1 0,0 0 0,-5 4 0,8-5 0,-1 0 0,1 0 0,0 0 0,0 0 0,-1 1 0,1-1 0,0 0 0,0 1 0,0-1 0,0 1 0,1-1 0,-1 1 0,0-1 0,1 1 0,-1 0 0,1-1 0,-1 1 0,1 0 0,0-1 0,0 1 0,-1 0 0,1 0 0,1 3 0,0-3 0,0 1 0,0 0 0,0 0 0,0-1 0,1 1 0,-1-1 0,1 1 0,0-1 0,0 1 0,0-1 0,0 0 0,4 3 0,4 3 0,0-1 0,0-1 0,0 0 0,1 0 0,21 7 0,22 3 0,0-3 0,0-2 0,69 5 0,-119-16 0,3 2 0,0-2 0,0 1 0,0-1 0,0 0 0,0-1 0,-1 0 0,11-2 0,-18 3 0,1 0 0,0 0 0,0 0 0,0 0 0,0 0 0,0 0 0,0 0 0,0 0 0,0 0 0,0 0 0,0 0 0,-1 0 0,1 0 0,0 0 0,0 0 0,0 0 0,0 0 0,0 0 0,0 0 0,0 0 0,0 0 0,0 0 0,0 0 0,0 0 0,0-1 0,0 1 0,0 0 0,0 0 0,0 0 0,0 0 0,-1 0 0,1 0 0,0 0 0,0 0 0,0 0 0,0 0 0,0-1 0,0 1 0,0 0 0,0 0 0,0 0 0,0 0 0,0 0 0,1 0 0,-1 0 0,0 0 0,0 0 0,0 0 0,0 0 0,0-1 0,0 1 0,0 0 0,0 0 0,0 0 0,0 0 0,0 0 0,0 0 0,0 0 0,0 0 0,0 0 0,0 0 0,0 0 0,1 0 0,-1 0 0,0 0 0,0 0 0,0 0 0,-12-5 0,-13-1 0,23 6 0,-31-3 0,33 3 0,0 0 0,0 0 0,0 0 0,0 0 0,0 0 0,0 0 0,0 0 0,-1 0 0,1 0 0,0 0 0,0 0 0,0 0 0,0 0 0,0 0 0,0 0 0,0 0 0,0 0 0,0 0 0,-1 0 0,1 0 0,0 0 0,0 0 0,0 1 0,0-1 0,0 0 0,0 0 0,0 0 0,0 0 0,0 0 0,0 0 0,0 0 0,0 0 0,0 0 0,-1 0 0,1 0 0,0 0 0,0 0 0,0 1 0,0-1 0,0 0 0,0 0 0,0 0 0,0 0 0,0 0 0,0 0 0,0 0 0,0 0 0,0 0 0,0 0 0,0 1 0,0-1 0,0 0 0,0 0 0,0 0 0,0 0 0,0 0 0,0 0 0,0 0 0,0 0 0,1 0 0,-1 0 0,0 1 0,0-1 0,0 0 0,0 0 0,0 0 0,0 0 0,0 0 0,0 0 0,18 10 0,8 0 0,34 10 0,5 1 0,-23-8 0,83 16 0,-51-14 0,61-6 0,-115-7 0,187 12 0,-170-13 0,0-2 0,0-2 0,56-11 0,-90 14 0,-1 0 0,1-1 0,-1 1 0,1-1 0,-1 0 0,0 0 0,0 0 0,1 0 0,-1 0 0,0 0 0,0 0 0,0-1 0,0 1 0,0-1 0,0 0 0,-1 1 0,1-1 0,0 0 0,-1 0 0,0 0 0,1 0 0,-1 0 0,0 0 0,0-1 0,1-2 0,-2 2 0,0 0 0,0 0 0,0 1 0,-1-1 0,1 0 0,-1 0 0,0 1 0,0-1 0,0 0 0,0 1 0,0-1 0,0 1 0,-1 0 0,1-1 0,-1 1 0,0 0 0,0 0 0,0 0 0,0 0 0,0 0 0,0 0 0,-3-1 0,-17-13 0,-1 1 0,0 1 0,-1 1 0,-1 1 0,0 1 0,0 1 0,-1 2 0,-44-10 0,65 17 0,-1 0 0,1 1 0,0 0 0,-1 0 0,1 0 0,-10 1 0,15-1 0,0 0 0,-1 0 0,1 0 0,0 1 0,0-1 0,0 0 0,-1 0 0,1 0 0,0 0 0,0 0 0,0 0 0,-1 0 0,1 0 0,0 0 0,0 1 0,0-1 0,-1 0 0,1 0 0,0 0 0,0 0 0,0 1 0,0-1 0,0 0 0,0 0 0,-1 0 0,1 1 0,0-1 0,0 0 0,0 0 0,0 0 0,0 1 0,0-1 0,0 0 0,0 0 0,0 1 0,0-1 0,0 0 0,0 0 0,0 1 0,0-1 0,0 0 0,0 0 0,0 0 0,0 1 0,0-1 0,1 0 0,19 16 0,3-3 0,0 0 0,1-2 0,1-1 0,0-1 0,0-1 0,0-1 0,1-1 0,51 5 0,-44-13 0,-21-3 0,-12 5 0,0-1 0,0 1 0,0 0 0,0-1 0,0 1 0,0 0 0,0-1 0,0 1 0,0 0 0,0-1 0,0 1 0,0 0 0,0-1 0,0 1 0,0 0 0,-1-1 0,1 1 0,0 0 0,0 0 0,0-1 0,-1 1 0,1 0 0,0 0 0,0-1 0,0 1 0,-1 0 0,1 0 0,0 0 0,-1-1 0,1 1 0,0 0 0,0 0 0,-1 0 0,1 0 0,-1 0 0,-21-15 0,-2 2 0,1 1 0,-2 1 0,0 1 0,0 1 0,0 1 0,-32-5 0,13 6 0,0 2 0,0 1 0,-67 3 0,109 1 0,0 0 0,0 0 0,0 0 0,0 1 0,0-1 0,-1 0 0,1 1 0,0-1 0,0 1 0,0 0 0,0 0 0,1 0 0,-1 0 0,0 0 0,0 0 0,0 0 0,1 0 0,-1 1 0,-2 2 0,4-3 0,-1 1 0,1-1 0,0 1 0,0-1 0,-1 0 0,1 1 0,1-1 0,-1 1 0,0-1 0,0 0 0,0 1 0,1-1 0,-1 1 0,0-1 0,1 0 0,0 1 0,-1-1 0,1 0 0,0 0 0,-1 0 0,1 1 0,0-1 0,0 0 0,0 0 0,0 0 0,0 0 0,0 0 0,3 1 0,8 8 0,1 0 0,1 0 0,-1-2 0,1 0 0,20 9 0,79 26 0,-102-39 0,33 10 0,1-2 0,1-2 0,88 7 0,-53-13 0,110-9 0,-184 5 0,1 0 0,-1-1 0,0 0 0,0 0 0,0-1 0,0 0 0,0-1 0,13-5 0,-19 8 0,-1-1 0,1 1 0,-1 0 0,1-1 0,-1 1 0,1-1 0,-1 1 0,0 0 0,1-1 0,-1 1 0,1-1 0,-1 1 0,0-1 0,1 1 0,-1-1 0,0 1 0,0-1 0,0 1 0,1-1 0,-1 0 0,0 1 0,0-1 0,0 1 0,0-1 0,0 1 0,0-1 0,0 0 0,0 1 0,0-1 0,0 1 0,0-1 0,-1 0 0,1 1 0,0-1 0,0 1 0,0-1 0,-1 1 0,1-1 0,0 1 0,-1-1 0,1 1 0,0-1 0,-1 1 0,1 0 0,-1-1 0,0 0 0,-27-18 0,22 16 0,-54-33 0,59 36 0,1 0 0,-1-1 0,1 1 0,-1 0 0,1-1 0,0 1 0,-1 0 0,1-1 0,-1 1 0,1 0 0,0-1 0,-1 1 0,1-1 0,0 1 0,-1-1 0,1 1 0,0-1 0,0 1 0,0-1 0,-1 1 0,1-1 0,0 1 0,0-1 0,0 1 0,0-1 0,0 1 0,0-1 0,0 0 0,13-7 0,32 2 0,-37 5 0,18-1 0,9-1 0,0-2 0,57-14 0,-92 19 0,1 0 0,0-1 0,0 1 0,0 0 0,-1 0 0,1-1 0,0 1 0,0-1 0,-1 1 0,1-1 0,0 1 0,-1-1 0,1 1 0,-1-1 0,1 0 0,0 1 0,0-2 0,-5-8 0,-30-10 0,15 9 0,21 7 0,10 1 0,11 1 0,345 5 0,-397 0 0,29-3 0,-1 1 0,1-1 0,-1 0 0,1 0 0,0 0 0,-1 0 0,1 0 0,-1 1 0,1-1 0,0 0 0,-1 0 0,1 1 0,0-1 0,-1 0 0,1 0 0,0 1 0,-1-1 0,1 0 0,0 1 0,0-1 0,-1 1 0,1-1 0,0 0 0,0 1 0,0-1 0,-1 1 0,1-1 0,0 0 0,0 1 0,0-1 0,0 1 0,0-1 0,0 1 0,0-1 0,0 0 0,0 1 0,0-1 0,0 1 0,0-1 0,1 1 0,-1-1 0,0 0 0,0 1 0,0-1 0,0 1 0,1-1 0,-1 0 0,0 1 0,0-1 0,1 0 0,-1 1 0,0-1 0,1 0 0,-1 0 0,0 1 0,1-1 0,-1 0 0,1 0 0,-1 1 0,0-1 0,2 0 0,11 9 0,5 2 0,-19-8 0,-11-4 0,-191-35 0,155 30 0,0 2 0,-64 3 0,108 2 0,-1-1 0,1 0 0,0 1 0,0 0 0,0 0 0,0 0 0,0 0 0,0 1 0,0 0 0,0 0 0,0 0 0,1 0 0,-1 0 0,1 1 0,-5 4 0,4-3 0,0 1 0,1 0 0,0 0 0,0 0 0,0 0 0,1 0 0,-1 1 0,1-1 0,1 1 0,-3 10 0,-13 59 0,-51 135 0,58-188 0,0 0 0,-2-1 0,-1-1 0,0 0 0,-2 0 0,0-2 0,-1 1 0,-1-2 0,-23 19 0,-15 6 0,-110 64 0,115-78 0,1 3 0,2 1 0,-70 63 0,97-74 0,1 1 0,1 1 0,1 0 0,-14 29 0,-48 105 0,51-98 0,-51 82 0,67-125 0,-2-1 0,0 0 0,0-1 0,-2-1 0,1-1 0,-2 0 0,-24 14 0,-28 21 0,11-1 0,-68 48 0,62-46 0,-108 105 0,117-101 0,23-22 0,6-6 0,-42 47 0,37-32 0,4-7 0,0 2 0,-38 66 0,63-96 0,0 1 0,0-1 0,-1 0 0,1 0 0,-1 0 0,0 0 0,-1 0 0,1-1 0,-1 0 0,1 1 0,-7 3 0,7-6 0,0 0 0,0 0 0,-1 0 0,1 0 0,0 0 0,0-1 0,-1 0 0,1 0 0,0 0 0,0 0 0,-1 0 0,1 0 0,0-1 0,0 0 0,-1 1 0,1-1 0,-6-3 0,-14-6 0,-1-2 0,2-1 0,-1 0 0,-24-21 0,-11-7 0,7 7 0,23 14 0,-1 2 0,-42-21 0,61 36 0,0 1 0,0 0 0,0 0 0,0 1 0,0 0 0,0 1 0,0 0 0,0 0 0,-1 1 0,1 1 0,-15 4 0,12-4 0,1 1 0,-1-2 0,1 0 0,-1 0 0,0-1 0,-20-3 0,30 2 0,0 0 0,0 0 0,0 0 0,1-1 0,-1 1 0,0-1 0,1 0 0,-1 0 0,1 0 0,-1 0 0,1 0 0,0 0 0,0-1 0,0 1 0,0-1 0,1 1 0,-1-1 0,0 0 0,1 0 0,0 0 0,0 0 0,0 0 0,0 0 0,0 0 0,1 0 0,-1 0 0,1 0 0,0-3 0,-1-13 0,0 1 0,2-1 0,3-26 0,-3 35 0,0 1 0,0-1 0,1 1 0,0 0 0,1 0 0,-1 0 0,2 0 0,-1 0 0,1 0 0,1 1 0,7-11 0,-7 13 0,0 1 0,0-1 0,0 1 0,1 1 0,0-1 0,0 1 0,0 0 0,0 0 0,1 1 0,-1 0 0,1 0 0,0 0 0,13-2 0,3 0 0,0 1 0,0 1 0,1 2 0,41 1 0,-13 5 0,54 11 0,-51-3 0,73 29 0,-13-4 0,21-6 0,-76-20 0,64 23 0,-75-19 0,94 20 0,-123-32 0,1-1 0,-1-2 0,0 0 0,1-1 0,-1-1 0,0 0 0,34-8 0,-48 7 0,-1 0 0,0 0 0,0 0 0,0 0 0,0-1 0,0 0 0,6-5 0,-10 7 0,1 0 0,-1 0 0,0 0 0,0 0 0,0 0 0,0 0 0,0 0 0,0 0 0,0 0 0,-1-1 0,1 1 0,0 0 0,-1-1 0,1 1 0,-1 0 0,1-1 0,-1 1 0,0-1 0,1 1 0,-1-1 0,0 1 0,0-1 0,0 1 0,0-1 0,0 1 0,-1-1 0,1 1 0,0 0 0,-1-1 0,1 1 0,-2-3 0,41 23 0,2 7 0,0-2 0,1-2 0,84 32 0,-115-50 0,1-1 0,0 0 0,19 2 0,-29-4 0,0-1 0,0 1 0,0-1 0,0 0 0,0 0 0,0 0 0,0 0 0,0 0 0,0-1 0,0 1 0,0 0 0,0-1 0,0 0 0,0 1 0,-1-1 0,1 0 0,0 0 0,0 0 0,-1 0 0,1 0 0,0 0 0,-1-1 0,1 1 0,-1-1 0,0 1 0,1-1 0,-1 1 0,0-1 0,2-3 0,-3 3 0,0 0 0,-1-1 0,1 1 0,0 0 0,-1-1 0,1 1 0,-1 0 0,0 0 0,-1-3 0,-6-20 0,8 25 0,0 0 0,0-1 0,0 1 0,0-1 0,0 1 0,0 0 0,0-1 0,0 1 0,0-1 0,0 1 0,0 0 0,0-1 0,1 1 0,-1-1 0,0 1 0,0 0 0,0-1 0,0 1 0,1 0 0,-1-1 0,0 1 0,0 0 0,1-1 0,-1 1 0,0 0 0,0 0 0,1-1 0,-1 1 0,0 0 0,1 0 0,-1-1 0,0 1 0,1 0 0,-1 0 0,1 0 0,-1 0 0,0 0 0,1 0 0,-1 0 0,1-1 0,-1 1 0,1 1 0,25 0 0,0 2 0,0 1 0,0 1 0,44 15 0,-7-2 0,-5-6 0,0-2 0,0-2 0,96-1 0,173-28 0,-307 18 0,-23 1 0,-6 1 0,12 1 0,36 2 0,-1 1 0,1 2 0,39 10 0,-62-11 0,33 8 0,92 11 0,-126-22 0,-1 0 0,1-1 0,-1-1 0,1 0 0,-1-1 0,1 0 0,-1-1 0,0-1 0,0 0 0,-1-1 0,17-8 0,12-13 0,-25 16 0,0 0 0,0 1 0,1 0 0,28-9 0,-40 17 0,-1-1 0,1 1 0,-1 1 0,1-1 0,-1 1 0,1 0 0,0 0 0,-1 0 0,1 1 0,0 0 0,-1 0 0,1 1 0,-1-1 0,0 1 0,1 0 0,-1 1 0,0-1 0,0 1 0,-1 0 0,8 5 0,-6-3 0,-1 0 0,1 1 0,-1-1 0,0 1 0,0 0 0,-1 1 0,0-1 0,0 1 0,0 0 0,-1-1 0,0 2 0,0-1 0,-1 0 0,0 0 0,0 1 0,-1-1 0,0 1 0,0 0 0,-1 9 0,0-10 0,-1 0 0,0 0 0,0-1 0,0 1 0,-1-1 0,0 1 0,0-1 0,-1 1 0,1-1 0,-1 0 0,-1 0 0,1 0 0,-1-1 0,0 1 0,-1-1 0,1 0 0,-1 0 0,0 0 0,0-1 0,0 0 0,-12 7 0,3-3 0,-42 27 0,52-32 0,1 0 0,-1 0 0,1 1 0,-1-1 0,1 1 0,0 0 0,0 0 0,1 0 0,-1 0 0,1 1 0,-2 4 0,3-7 0,1-1 0,0 0 0,-1 1 0,1-1 0,0 0 0,0 1 0,0-1 0,0 1 0,0-1 0,0 0 0,0 1 0,1-1 0,-1 0 0,0 1 0,1-1 0,-1 0 0,1 1 0,-1-1 0,1 0 0,0 0 0,0 0 0,-1 0 0,1 1 0,0-1 0,0 0 0,0 0 0,0 0 0,0-1 0,0 1 0,0 0 0,1 0 0,-1-1 0,0 1 0,0 0 0,1-1 0,-1 1 0,0-1 0,2 1 0,6 1 0,1 1 0,-1-1 0,1-1 0,11 1 0,-18-1 0,46 2 0,1-2 0,74-7 0,-101 1 0,0 0 0,0-1 0,-1-1 0,22-11 0,-18 8 0,0 1 0,33-8 0,-2 9 0,-29 4 0,38-9 0,-58 11 0,-1 0 0,1-1 0,-1 0 0,0 0 0,0-1 0,-1 1 0,1-2 0,-1 1 0,12-11 0,-14 9 0,0 0 0,0-1 0,0 0 0,0 1 0,-1-1 0,0-1 0,-1 1 0,0 0 0,0-1 0,0 1 0,-1-1 0,0 1 0,-1-9 0,2 3 0,0-1 0,0 1 0,6-17 0,-2 15 0,1 0 0,0 0 0,1 0 0,0 1 0,21-25 0,-24 32 0,1 1 0,1-1 0,-1 1 0,1 1 0,0-1 0,0 1 0,1 0 0,-1 1 0,1 0 0,0 0 0,0 1 0,0 0 0,10-2 0,17 0 0,0 1 0,0 3 0,0 0 0,1 2 0,-1 2 0,0 1 0,59 16 0,-78-16 0,0 1 0,25 10 0,-36-13 0,0 1 0,0 0 0,0 0 0,0 0 0,0 0 0,0 1 0,-1 0 0,0 0 0,0 0 0,6 9 0,-9-12 0,0 0 0,-1 0 0,1 0 0,0 0 0,-1 0 0,0 0 0,1 1 0,-1-1 0,0 0 0,1 0 0,-1 0 0,0 1 0,0-1 0,0 0 0,0 0 0,0 1 0,0-1 0,0 0 0,-1 0 0,1 0 0,0 1 0,-1-1 0,1 0 0,-1 0 0,1 0 0,-1 0 0,1 0 0,-1 0 0,0 0 0,0 0 0,1 0 0,-1 0 0,0 0 0,0 0 0,0-1 0,0 1 0,0 0 0,0-1 0,0 1 0,0-1 0,0 1 0,0-1 0,-3 1 0,-7 4 0,0-2 0,0 1 0,-21 2 0,18-3 0,-49 7 0,1-2 0,-1-3 0,-100-6 0,83 0 0,-282-23 0,307 19 0,10 1 0,1-3 0,-74-19 0,102 19 0,2 0 0,-1-1 0,1 0 0,0-1 0,1-1 0,0 0 0,-15-15 0,-18-14 0,-23-16-1365</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8T13:58:41.787"/>
    </inkml:context>
    <inkml:brush xml:id="br0">
      <inkml:brushProperty name="width" value="0.35" units="cm"/>
      <inkml:brushProperty name="height" value="0.35" units="cm"/>
      <inkml:brushProperty name="color" value="#FFFFFF"/>
    </inkml:brush>
  </inkml:definitions>
  <inkml:trace contextRef="#ctx0" brushRef="#br0">1942 452 24575,'-2'-1'0,"-1"-1"0,0 0 0,0 1 0,1-2 0,0 1 0,-1 0 0,1 0 0,0-1 0,0 1 0,-3-5 0,-8-8 0,-4 1 0,-1 1 0,-37-20 0,9 6 0,-93-48 0,91 51 0,-70-46 0,93 54 0,18 12 0,0 0 0,0-1 0,0 0 0,1 0 0,-1-1 0,1 0 0,-6-8 0,12 14 0,-1-1 0,1 1 0,-1-1 0,1 0 0,0 1 0,-1-1 0,1 1 0,0-1 0,0 0 0,0 1 0,-1-1 0,1 0 0,0 1 0,0-1 0,0 0 0,0 1 0,0-1 0,0 0 0,0 1 0,0-1 0,0 0 0,1 1 0,-1-1 0,0 0 0,0 1 0,1-1 0,-1 1 0,0-1 0,0 0 0,1 1 0,-1-1 0,1 1 0,-1-1 0,1 1 0,-1-1 0,1 1 0,-1-1 0,1 1 0,-1 0 0,1-1 0,-1 1 0,1 0 0,0 0 0,-1-1 0,1 1 0,0 0 0,-1 0 0,1 0 0,0-1 0,-1 1 0,1 0 0,1 0 0,42-4 0,-40 4 0,374 0 0,-176 3 0,717 23 0,-849-23 0,62-1 0,183-20 0,19 5 0,-367 9 0,-1-1 0,-39-11 0,24 4 0,-72-7 0,-336 14 0,255 7 0,-971-2 0,984 16 0,2-1 0,114-17 0,37 1 0,1 1 0,-37 4 0,65-3 0,0 1 0,0-1 0,1 2 0,-1-1 0,1 0 0,-1 1 0,1 1 0,0-1 0,0 1 0,-11 8 0,3 2 0,0 0 0,-18 23 0,22-24 0,0-1 0,-1 0 0,0-1 0,-1 0 0,-13 9 0,14-14 0,1 1 0,0 1 0,1-1 0,-1 2 0,1-1 0,1 1 0,0 1 0,0-1 0,1 1 0,-8 14 0,-3 6 0,9-15 0,0 0 0,1 0 0,1 1 0,-6 17 0,11-26 0,1-1 0,-1 0 0,2 0 0,-1 0 0,1 1 0,0-1 0,0 0 0,1 0 0,-1 1 0,1-1 0,1 0 0,-1 0 0,1 0 0,0 0 0,4 7 0,-1-4 0,1 0 0,0-1 0,0 0 0,0 0 0,1-1 0,0 1 0,1-1 0,0-1 0,0 0 0,0 0 0,17 9 0,-25-15 0,1 0 0,-1 0 0,1 0 0,-1 0 0,0 0 0,1 1 0,-1-1 0,1 0 0,-1 0 0,0 1 0,1-1 0,-1 0 0,0 0 0,1 1 0,-1-1 0,0 0 0,1 1 0,-1-1 0,0 0 0,1 1 0,-1-1 0,0 1 0,0-1 0,0 0 0,0 1 0,1-1 0,-1 1 0,0-1 0,0 1 0,0-1 0,0 1 0,0-1 0,0 1 0,0 0 0,-18 4 0,-41-7 0,46 2 0,-49-1 0,32 2 0,0-2 0,1-1 0,-1-1 0,0-1 0,-47-14 0,-51-21 0,74 24 0,-87-36 0,135 47 0,1 1 0,-1 0 0,1-1 0,0 0 0,0-1 0,1 1 0,-1-1 0,1 0 0,0 0 0,0 0 0,1 0 0,-1-1 0,1 1 0,0-1 0,1 0 0,-3-9 0,3 12 0,1 0 0,1 0 0,-1 0 0,0-1 0,1 1 0,0 0 0,-1-1 0,1 1 0,1 0 0,-1-1 0,0 1 0,1 0 0,0-1 0,-1 1 0,1 0 0,1 0 0,-1 0 0,0 0 0,1 0 0,0 0 0,-1 0 0,1 0 0,0 0 0,1 1 0,-1-1 0,0 1 0,1 0 0,-1 0 0,1 0 0,0 0 0,-1 0 0,7-2 0,19-7-1365</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8T13:58:52.854"/>
    </inkml:context>
    <inkml:brush xml:id="br0">
      <inkml:brushProperty name="width" value="0.35" units="cm"/>
      <inkml:brushProperty name="height" value="0.35" units="cm"/>
      <inkml:brushProperty name="color" value="#FFFFFF"/>
    </inkml:brush>
  </inkml:definitions>
  <inkml:trace contextRef="#ctx0" brushRef="#br0">393 991 24575,'-6'-2'0,"0"0"0,0-1 0,0 1 0,0-1 0,0 0 0,1-1 0,0 1 0,-1-1 0,-4-5 0,-18-15 0,1-1 0,1-1 0,2-1 0,-27-39 0,44 57 0,0 1 0,0 0 0,-1 0 0,0 0 0,0 1 0,-1 1 0,-16-11 0,-7-5 0,23 11 0,17 8 0,21 7 0,38 20 0,-52-16 0,1-2 0,1 0 0,30 6 0,-42-11 0,0-1 0,0 1 0,0-1 0,1 0 0,-1-1 0,0 1 0,0-1 0,0 0 0,0 0 0,0-1 0,0 1 0,-1-1 0,1 0 0,0 0 0,-1-1 0,1 1 0,5-6 0,3-4 0,1 0 0,-2-2 0,0 0 0,0 0 0,-1-1 0,-1 0 0,11-22 0,-1-5 0,27-74 0,-34 73 0,-1 0 0,-2-1 0,-2 0 0,-2-1 0,0-66 0,-6 108 0,-1-1 0,1 1 0,0-1 0,1 1 0,-1-1 0,0 1 0,1-1 0,0 1 0,0 0 0,0-1 0,0 1 0,1 0 0,-1 0 0,1 0 0,-1 0 0,1 0 0,0 0 0,1 0 0,-1 1 0,0-1 0,1 1 0,-1-1 0,1 1 0,0 0 0,0 0 0,0 0 0,0 1 0,0-1 0,0 1 0,0-1 0,0 1 0,1 0 0,4-1 0,10 0 0,1 0 0,0 1 0,-1 0 0,1 2 0,34 5 0,-5-1 0,482 18 0,-502-23 0,-1 2 0,31 5 0,-48-5 0,0 0 0,0 1 0,-1 1 0,1-1 0,-1 2 0,1-1 0,-1 1 0,14 10 0,1 7 0,0 0 0,-1 1 0,27 36 0,26 28 0,-65-77 0,0 0 0,1 0 0,0-1 0,1-1 0,20 11 0,-175-101 0,110 69 0,-1 1 0,-1 1 0,0 2 0,-61-9 0,31 11 0,-108 3 0,161 4 0,1 1 0,-1 0 0,0 1 0,0 0 0,1 0 0,-18 7 0,22-6 0,0 0 0,1 0 0,-1 1 0,1-1 0,0 1 0,0 0 0,0 1 0,0-1 0,1 1 0,-1 0 0,1 0 0,-4 7 0,7-10 0,0 0 0,0 0 0,0 1 0,0-1 0,0 0 0,0 1 0,1-1 0,-1 1 0,1-1 0,0 1 0,-1-1 0,1 1 0,0-1 0,1 0 0,-1 1 0,0-1 0,1 1 0,-1-1 0,1 1 0,0-1 0,0 0 0,0 1 0,0-1 0,0 0 0,0 0 0,3 3 0,4 5 0,0 0 0,1-1 0,0-1 0,12 10 0,-18-15 0,42 32 0,1-2 0,3-2 0,0-1 0,2-4 0,97 38 0,-41-28 0,218 43 0,-264-69 0,-60-10 0,0 0 0,1 1 0,-1-1 0,1 0 0,-1 0 0,0 0 0,1 0 0,-1-1 0,0 1 0,1 0 0,-1-1 0,0 1 0,1-1 0,-1 1 0,2-2 0,-3 2 0,1 0 0,-1-1 0,0 1 0,1-1 0,-1 1 0,0-1 0,0 1 0,1-1 0,-1 1 0,0-1 0,0 1 0,0-1 0,0 1 0,0-1 0,0 1 0,0-1 0,0 0 0,0 1 0,0-1 0,0 1 0,0-1 0,0 1 0,0-1 0,0 1 0,0-1 0,-1 0 0,-2-5 0,0-1 0,-1 1 0,0 0 0,-9-10 0,7 8 0,-28-34 0,-2 2 0,-1 2 0,-65-51 0,38 39 0,-121-67 0,153 99 0,-1 2 0,-1 1 0,-1 2 0,0 2 0,0 0 0,-1 3 0,0 1 0,-1 2 0,1 1 0,-1 2 0,0 1 0,-55 7 0,87-6 0,0 1 0,0 0 0,1 0 0,-1 1 0,1 0 0,-1-1 0,1 1 0,-1 1 0,1-1 0,0 1 0,0-1 0,0 1 0,1 0 0,-1 1 0,-3 4 0,2-3 0,1 2 0,0-1 0,0 0 0,1 1 0,0 0 0,0-1 0,0 1 0,1 0 0,-1 8 0,-2 13 0,3-1 0,0 1 0,1 0 0,4 32 0,-1-39 0,0-1 0,1 1 0,0-1 0,2 0 0,1 0 0,0 0 0,1-1 0,2 0 0,-1 0 0,2-1 0,1 0 0,0 0 0,1-2 0,1 1 0,23 22 0,15 2 0,56 35 0,-73-52 0,-1-3 0,0-2 0,1-1 0,0-1 0,2-2 0,0-2 0,41 11 0,-24-13 0,0-1 0,1-3 0,94 0 0,-124-6 0,-12 0 0,1-1 0,-1-1 0,0 0 0,13-2 0,-25 3 0,1 0 0,0 0 0,-1 0 0,1-1 0,-1 1 0,1 0 0,-1 0 0,1 0 0,-1-1 0,1 1 0,-1 0 0,1 0 0,-1-1 0,1 1 0,-1 0 0,1-1 0,-1 1 0,0-1 0,1 1 0,-1-1 0,1 1 0,-1 0 0,0-1 0,0 1 0,1-1 0,-1 0 0,0 1 0,0-1 0,1 0 0,-10-13 0,-23-11 0,-184-101 0,140 84 0,47 26 0,-1 3 0,0 0 0,-1 2 0,0 1 0,-1 2 0,0 1 0,0 1 0,-1 2 0,-65 0 0,96 3 0,1 1 0,0 0 0,-1 0 0,1 0 0,-1 0 0,1 0 0,-1 0 0,1 1 0,0-1 0,-1 0 0,1 1 0,0-1 0,-1 1 0,1-1 0,0 1 0,-3 1 0,4-1 0,0-1 0,0 1 0,0 0 0,0-1 0,0 1 0,0-1 0,0 1 0,0-1 0,1 1 0,-1 0 0,0-1 0,0 1 0,0-1 0,1 1 0,-1-1 0,0 1 0,1-1 0,-1 0 0,0 1 0,1-1 0,-1 1 0,1-1 0,-1 0 0,1 1 0,-1-1 0,1 0 0,0 1 0,50 29 0,-44-26 0,161 93 0,-102-56 0,3-3 0,115 47 0,-126-64 0,1-3 0,106 17 0,-133-31 0,1-1 0,-1-2 0,1-1 0,-1-1 0,1-2 0,61-14 0,48-21 0,-15 14 0,1 6 0,172-3 0,359 23 0,-768-1 0,26 2 0,-122-14 0,130-3 0,2-4 0,-130-49 0,159 52 0,-116-41 0,12 7 0,-199-97 0,332 137 0,1 0 0,1-1 0,0-1 0,0 0 0,1-1 0,-12-15 0,16 17 0,-1-1 0,-1 2 0,0-1 0,0 1 0,0 1 0,-1 0 0,-1 0 0,1 1 0,-1 1 0,-21-9 0,-74-19 0,-93-24 0,155 47 0,-2 2 0,-67-4 0,-184 13 0,262 4 0,0 2 0,-60 19 0,18-4 0,37-12 0,-59 24 0,84-27 0,1 1 0,1 1 0,-1 0 0,1 1 0,0 0 0,-23 22 0,-12 17 0,-2-2 0,-3-1 0,-1-4 0,-95 56 0,144-94 0,0 1 0,-1 0 0,1 0 0,1 1 0,-1-1 0,1 1 0,0 1 0,0-1 0,0 1 0,1 0 0,-1 0 0,2 0 0,-1 0 0,1 1 0,0 0 0,0 0 0,0 0 0,1 0 0,0 0 0,1 0 0,0 0 0,0 0 0,0 1 0,1-1 0,0 1 0,0-1 0,1 0 0,0 1 0,1-1 0,-1 0 0,1 0 0,1 0 0,-1 0 0,1 0 0,0-1 0,6 9 0,1 1 0,1-1 0,1-1 0,0 0 0,1-1 0,0 0 0,1-1 0,17 12 0,116 68 0,-94-61 0,-19-11 0,0-1 0,1-2 0,0-1 0,2-2 0,-1-2 0,63 14 0,-25-17 0,-1-3 0,114-5 0,-109-2 0,-47 0 0,0-1 0,0-1 0,0-2 0,-1-1 0,0-1 0,0-1 0,0-2 0,-1-1 0,34-19 0,-1 4 0,-49 22 0,-1 0 0,0-1 0,0-1 0,20-12 0,-31 18 0,-1-1 0,1 1 0,0-1 0,0 1 0,-1-1 0,1 0 0,0 1 0,-1-1 0,1 0 0,-1 1 0,1-1 0,-1 0 0,1 0 0,-1 0 0,0 1 0,1-1 0,-1 0 0,0 0 0,0 0 0,1 0 0,-1 0 0,0 0 0,0 0 0,0 1 0,0-1 0,0 0 0,0 0 0,0 0 0,-1 0 0,1 0 0,0 0 0,0 0 0,-1 1 0,1-1 0,0 0 0,-1 0 0,1 0 0,-1 1 0,1-1 0,-1 0 0,0 1 0,1-1 0,-1 0 0,1 1 0,-1-1 0,0 1 0,0-1 0,1 1 0,-2-1 0,-6-5 0,0 1 0,0 0 0,-16-6 0,20 9 0,-1 0 0,-63-28 0,-62-40 0,64 32 0,-2 3 0,-2 2 0,-116-36 0,171 64 0,0 1 0,0 1 0,-1 0 0,1 1 0,-1 1 0,1 0 0,-22 2 0,26 1 0,0 0 0,0 0 0,0 1 0,0 1 0,0 0 0,0 0 0,1 1 0,0 1 0,0-1 0,-13 12 0,6-6 0,0 0 0,0-1 0,-1-1 0,0-1 0,-22 8 0,-96 20 0,108-29 0,23-6 0,-1 0 0,1 1 0,-1 0 0,1 0 0,-1 0 0,1 1 0,-7 4 0,11-7 0,1 1 0,-1-1 0,0 1 0,0 0 0,1 0 0,-1-1 0,1 1 0,-1 0 0,0 0 0,1 0 0,0 0 0,-1 0 0,1-1 0,-1 1 0,1 0 0,0 0 0,0 0 0,0 0 0,-1 2 0,2-1 0,-1-1 0,1 1 0,-1 0 0,1-1 0,-1 1 0,1 0 0,0-1 0,0 1 0,0-1 0,0 1 0,0-1 0,0 0 0,0 1 0,0-1 0,2 1 0,25 23 0,0-2 0,61 36 0,-53-36 0,50 41 0,-85-64 0,0 1 0,0 0 0,0 0 0,0-1 0,-1 1 0,1 0 0,0 0 0,0 0 0,-1 0 0,1 0 0,0 0 0,-1 0 0,1 0 0,-1 0 0,0 1 0,1-1 0,-1 2 0,0-2 0,0-1 0,0 1 0,0-1 0,-1 1 0,1-1 0,0 1 0,-1-1 0,1 1 0,0-1 0,-1 1 0,1-1 0,0 0 0,-1 1 0,1-1 0,-1 0 0,1 1 0,-1-1 0,1 0 0,-1 1 0,1-1 0,-1 0 0,1 0 0,-1 0 0,0 1 0,0-1 0,-6 1 0,-1 1 0,0-2 0,0 1 0,-8-1 0,9 0 0,-15 0 0,0 2 0,0 0 0,0 1 0,1 1 0,-1 1 0,1 2 0,-31 12 0,29-10 0,-1-1 0,0-1 0,0-1 0,0-1 0,-1-1 0,-38 1 0,49-4 0,0 1 0,0 0 0,0 0 0,1 2 0,-1 0 0,1 0 0,0 1 0,0 1 0,0 0 0,1 1 0,0 0 0,-15 12 0,-26 17 0,39-28 0,1 1 0,-19 16 0,27-20 0,0 0 0,0 1 0,1-1 0,0 0 0,0 1 0,1 0 0,0 0 0,0 0 0,-4 10 0,3-3 0,0 0 0,1 0 0,0 1 0,-1 16 0,4-25 0,0 0 0,0 0 0,0 0 0,0-1 0,1 1 0,0 0 0,0-1 0,0 1 0,1 0 0,-1-1 0,1 0 0,0 1 0,0-1 0,1 0 0,5 7 0,6 4 0,1 0 0,1-1 0,1-1 0,-1-1 0,2-1 0,0 0 0,24 11 0,-1-5 0,0-1 0,62 15 0,-60-23 0,0-3 0,1-1 0,0-2 0,67-6 0,-7 1 0,-10 4 0,36 0 0,165-21 0,-220 11 0,-27 4 0,77-18 0,-122 22 0,-1 1 0,1-1 0,-1 0 0,0 0 0,0 0 0,1 0 0,-1 0 0,0 0 0,0 0 0,0-1 0,0 1 0,0-1 0,0 0 0,-1 1 0,1-1 0,2-4 0,-3 5 0,-1 1 0,0-1 0,0 1 0,0-1 0,0 1 0,0-1 0,0 0 0,0 1 0,0-1 0,0 1 0,0-1 0,0 0 0,0 1 0,0-1 0,0 1 0,-1-1 0,1 1 0,0-1 0,0 1 0,-1-1 0,1 1 0,0-1 0,-1 1 0,1-1 0,-1 0 0,0 0 0,-1-1 0,0 1 0,0 0 0,0-1 0,0 1 0,0 0 0,0 0 0,0 0 0,-5-1 0,-44-14 0,-134-36 0,104 32 0,26 6 0,-108-13 0,142 24 0,-1-1 0,1-1 0,0-1 0,-28-12 0,-26-7 0,32 14 0,-1 3 0,1 1 0,-2 3 0,-50 0 0,159 7 0,109 20 0,-6 1 0,471-9 0,-528-16 0,-87-1 0,1 0 0,0-2 0,-1-1 0,0 0 0,0-2 0,-1 0 0,23-12 0,-28 12 0,40-12 0,72-15 0,-90 28 0,0 1 0,1 3 0,75 4 0,-33 0 0,-60-1 0,0-1 0,0-1 0,0-1 0,0-1 0,0-1 0,33-11 0,-23 5 0,0 2 0,0 0 0,0 2 0,57-2 0,135 9 0,-95 2 0,-96-3 0,-1-1 0,40-6 0,-61 4 0,1 0 0,-1 0 0,1-1 0,-1 0 0,0-1 0,-1 0 0,1-1 0,-1 0 0,12-11 0,-1-1 0,-1-1 0,0-1 0,-2-1 0,25-36 0,-7 9 0,-30 41 0,1 0 0,0 1 0,0 0 0,14-9 0,21-20 0,-38 32 0,-1 0 0,1 0 0,0 0 0,0 0 0,0 1 0,0-1 0,0 1 0,1 0 0,-1 1 0,1-1 0,-1 1 0,1 0 0,0 0 0,0 0 0,-1 1 0,1-1 0,0 1 0,0 0 0,-1 1 0,1-1 0,0 1 0,0 0 0,-1 0 0,1 0 0,4 3 0,14 4 0,-1 2 0,-1 0 0,36 24 0,-46-28 0,20 13 0,0 1 0,-1 2 0,30 28 0,-52-42 0,0 1 0,-1-1 0,0 1 0,0 0 0,-1 1 0,7 14 0,-10-19 0,-1 1 0,0 0 0,-1 0 0,1-1 0,-1 1 0,0 0 0,0 0 0,-1 0 0,0 1 0,0-1 0,0 0 0,-3 11 0,2-12 0,-1 0 0,1 0 0,-1 0 0,0-1 0,-1 1 0,1-1 0,-1 1 0,0-1 0,0 0 0,0 0 0,-1 0 0,1-1 0,-1 1 0,0-1 0,0 0 0,0 0 0,-1 0 0,1 0 0,-1-1 0,1 0 0,-7 2 0,-9 3 0,-1-1 0,-1 0 0,-36 3 0,32-5 0,-26 2 0,0-3 0,-98-5 0,-97-26 0,338 24 0,-17 3 0,-15 0 0,0 2 0,87 13 0,-61-4 0,-1-3 0,115-6 0,-93-1 0,-1196-1 0,1078 1 0,-21 1 0,32-1 0,-1 0 0,1 0 0,0 0 0,0 1 0,-1-1 0,1 0 0,0 1 0,0-1 0,-1 1 0,1-1 0,0 1 0,0 0 0,0-1 0,0 1 0,0 0 0,0 0 0,-2 1 0,3-1 0,0-1 0,0 1 0,0-1 0,0 1 0,0-1 0,0 1 0,0-1 0,0 1 0,0-1 0,0 1 0,0-1 0,0 1 0,1-1 0,-1 1 0,0-1 0,0 0 0,0 1 0,1-1 0,-1 1 0,0-1 0,1 1 0,-1-1 0,0 0 0,1 1 0,-1-1 0,0 0 0,1 1 0,-1-1 0,1 0 0,-1 0 0,1 1 0,-1-1 0,1 0 0,21 11 0,-19-10 0,27 11 0,2-1 0,-1-2 0,1-2 0,1 0 0,56 3 0,170-9 0,-152-3 0,533 1 0,-632 1 0,1 0 0,1 1 0,-1-2 0,0 1 0,0-1 0,0-1 0,1 0 0,15-5 0,-25 7 0,1 0 0,-1 0 0,0 0 0,0 0 0,0-1 0,0 1 0,0 0 0,1 0 0,-1 0 0,0 0 0,0 0 0,0 0 0,0 0 0,0 0 0,1 0 0,-1 0 0,0 0 0,0-1 0,0 1 0,0 0 0,0 0 0,0 0 0,0 0 0,1 0 0,-1 0 0,0-1 0,0 1 0,0 0 0,0 0 0,0 0 0,0 0 0,0-1 0,0 1 0,0 0 0,0 0 0,0 0 0,0 0 0,0 0 0,0-1 0,0 1 0,0 0 0,0 0 0,0 0 0,0 0 0,0-1 0,0 1 0,0 0 0,-1 0 0,1 0 0,-10-5 0,-14 0 0,-216-11 0,-174-2-1365,359 18-5461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8T13:58:55.279"/>
    </inkml:context>
    <inkml:brush xml:id="br0">
      <inkml:brushProperty name="width" value="0.35" units="cm"/>
      <inkml:brushProperty name="height" value="0.35" units="cm"/>
      <inkml:brushProperty name="color" value="#FFFFFF"/>
    </inkml:brush>
  </inkml:definitions>
  <inkml:trace contextRef="#ctx0" brushRef="#br0">1149 153 24575,'-48'-4'0,"0"-1"0,1-3 0,0-1 0,-79-28 0,-44-10 0,87 32 0,0 2 0,0 5 0,-89 2 0,128 5 0,-39 2 0,76-1 0,0 1 0,0 0 0,0 0 0,0 1 0,0 0 0,0 1 0,0-1 0,-9 6 0,12-5 0,1 0 0,-1 1 0,1-1 0,0 1 0,0 0 0,0 0 0,0 0 0,1 0 0,-1 0 0,1 1 0,0-1 0,1 1 0,-1-1 0,1 1 0,0 0 0,0 0 0,0-1 0,1 1 0,-1 0 0,2 8 0,-1 13 0,2-1 0,7 40 0,-8-57 0,1 2 0,23 109 0,-21-108 0,0 1 0,0-1 0,1 1 0,1-1 0,0-1 0,0 1 0,15 17 0,-13-20 0,1 0 0,0 0 0,1 0 0,12 6 0,-14-9 0,0 0 0,-1 0 0,0 0 0,0 1 0,0 0 0,-1 1 0,0-1 0,0 1 0,6 10 0,-7-6 76,0 0-1,-1 0 1,4 14-1,-6-18-226,-1 0-1,2 0 0,-1 0 1,1 0-1,0 0 1,1-1-1,-1 1 1,1-1-1,1 0 1,7 9-1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8T13:59:04.249"/>
    </inkml:context>
    <inkml:brush xml:id="br0">
      <inkml:brushProperty name="width" value="0.35" units="cm"/>
      <inkml:brushProperty name="height" value="0.35" units="cm"/>
      <inkml:brushProperty name="color" value="#FFFFFF"/>
    </inkml:brush>
  </inkml:definitions>
  <inkml:trace contextRef="#ctx0" brushRef="#br0">831 450 24575,'1'-1'0,"-1"-1"0,1 1 0,0 0 0,0-1 0,-1 1 0,1 0 0,0-1 0,0 1 0,0 0 0,0 0 0,0 0 0,2-2 0,8-9 0,-8 6 0,1-1 0,-1 0 0,-1 1 0,1-1 0,-1 0 0,0-1 0,-1 1 0,0 0 0,0 0 0,0-1 0,-1 1 0,-1-14 0,0 17 0,1 0 0,-1 1 0,0-1 0,0 1 0,0-1 0,-1 1 0,1-1 0,-1 1 0,0 0 0,0 0 0,0-1 0,-1 1 0,1 1 0,-1-1 0,1 0 0,-1 1 0,0-1 0,0 1 0,0 0 0,0 0 0,0 0 0,-1 0 0,1 1 0,-1-1 0,1 1 0,-1 0 0,-3-1 0,-18-2 0,0 1 0,0 2 0,0 0 0,-40 5 0,9-1 0,-6-3 0,-75 6 0,123-4 0,-1 0 0,1 1 0,-1 1 0,1 0 0,0 1 0,0 1 0,-14 7 0,-86 62 0,59-37 0,45-32 0,0 1 0,1 1 0,0 0 0,1 0 0,-1 0 0,2 1 0,-9 11 0,15-18 0,-1 0 0,1 0 0,0 0 0,0 0 0,0 0 0,0 1 0,0-1 0,0 0 0,0 0 0,1 1 0,-1-1 0,1 0 0,0 1 0,-1-1 0,1 0 0,0 1 0,1-1 0,-1 1 0,0-1 0,1 0 0,-1 1 0,1-1 0,0 0 0,-1 0 0,1 1 0,0-1 0,1 0 0,-1 0 0,0 0 0,1 0 0,-1 0 0,1-1 0,-1 1 0,1 0 0,0-1 0,0 1 0,-1-1 0,1 1 0,0-1 0,1 0 0,2 1 0,3 2 0,1 0 0,-1-1 0,1 0 0,-1-1 0,1 0 0,0 0 0,0-1 0,9 0 0,77-3 0,-54 0 0,7 2 0,-20 1 0,38-4 0,-58 2 0,-1 0 0,0-1 0,1 1 0,-1-1 0,0-1 0,0 1 0,0-1 0,-1-1 0,1 1 0,6-6 0,77-53 0,27-22 0,-110 79 0,0 0 0,1 1 0,0 0 0,0 0 0,0 1 0,0-1 0,1 2 0,-1-1 0,1 1 0,0 1 0,-1 0 0,17-1 0,10 2 0,65 8 0,-85-6 0,141 21 0,79 8 0,-215-30 0,55 3 0,105-7 0,-173 3 0,0-1 0,0 0 0,-1-1 0,1 0 0,0 0 0,0 0 0,-1 0 0,1-1 0,-1-1 0,0 1 0,0-1 0,0 0 0,-1 0 0,1 0 0,5-6 0,-8 6 0,0-1 0,0 1 0,0-1 0,0 0 0,-1 1 0,0-1 0,0 0 0,0 0 0,-1-1 0,1 1 0,-1 0 0,0 0 0,-1-1 0,1 1 0,-1 0 0,0-1 0,-1 1 0,1-1 0,-3-8 0,1 5 0,-1 1 0,0-1 0,0 1 0,-1 0 0,0 0 0,0 1 0,-1-1 0,0 1 0,0 0 0,-1 0 0,0 0 0,0 1 0,-1 0 0,-7-6 0,4 5 0,0 0 0,-1 0 0,0 1 0,1 0 0,-2 1 0,1 1 0,-1 0 0,0 0 0,-18-3 0,-15 3 0,-1 2 0,-77 6 0,26 0 0,67-5 0,-1 2 0,1 1 0,-1 1 0,1 2 0,-55 15 0,43-6 0,16-6 0,0 1 0,1 1 0,0 2 0,-35 20 0,59-31 0,0-1 0,0 1 0,0-1 0,1 1 0,-1 0 0,0 0 0,0-1 0,1 1 0,-1 0 0,0 0 0,1 0 0,-1 0 0,0 0 0,1 0 0,0 0 0,-1 0 0,1 0 0,0 0 0,-1 0 0,1 0 0,0 0 0,0 0 0,0 0 0,0 0 0,0 0 0,0 0 0,0 2 0,1-1 0,0 0 0,0 0 0,0 0 0,0 0 0,1 0 0,-1 0 0,1 0 0,-1 0 0,1-1 0,-1 1 0,1-1 0,3 3 0,4 2 0,0-1 0,0 1 0,1-1 0,18 6 0,9 0 0,0-2 0,1-2 0,67 5 0,118-10 0,-45-1 0,-173-1 0,0 0 0,0 0 0,1 1 0,-1 0 0,0 0 0,0 0 0,0 0 0,0 1 0,0 0 0,0 0 0,5 4 0,-7-4 0,-1 0 0,1 1 0,-1 0 0,1-1 0,-1 1 0,0 0 0,0 0 0,0 0 0,-1 0 0,1 1 0,-1-1 0,0 0 0,0 1 0,0-1 0,0 1 0,0 6 0,9 71 0,-5 1 0,-4 94 0,2 57 0,-1-214 0,-2-16 0,1 1 0,-1 0 0,1 0 0,-1 0 0,0 0 0,-1 0 0,1-1 0,-2 6 0,2-8 0,-1 1 0,0-1 0,1 0 0,-1 0 0,0 0 0,0 0 0,0 0 0,0 0 0,0 0 0,0 0 0,-1 0 0,1 0 0,0-1 0,0 1 0,-1 0 0,1-1 0,0 1 0,-1-1 0,1 1 0,0-1 0,-1 0 0,1 0 0,-1 0 0,1 1 0,-1-1 0,1 0 0,-2-1 0,-194-3 0,56 0 0,112 4 0,-18 0 0,1-1 0,-1-2 0,-85-17 0,-8-5 0,60 13 0,76 11 0,0 1 0,1-1 0,-1 0 0,0 0 0,0 0 0,0-1 0,1 1 0,-1-1 0,1 0 0,-1 0 0,1 0 0,0 0 0,-4-4 0,6 5 0,0-1 0,0 0 0,0 0 0,1 0 0,-1 0 0,0 0 0,1 0 0,-1 0 0,1 0 0,0 0 0,0 0 0,-1 0 0,1 0 0,1 0 0,-1 0 0,0 0 0,0 0 0,1 0 0,-1 0 0,1 0 0,0 0 0,0 0 0,-1 0 0,1 0 0,2-3 0,6-12 0,1 0 0,0 1 0,1 0 0,1 1 0,0 0 0,1 1 0,1 0 0,22-18 0,-29 28 0,0 0 0,-1 0 0,2 0 0,-1 1 0,0 0 0,1 0 0,-1 1 0,13-2 0,67-6 0,-5 2 0,-45 0 0,-1-2 0,0-1 0,41-19 0,-75 29 0,1-1 0,-1 1 0,0-1 0,0 1 0,0-1 0,0 0 0,0 0 0,0 0 0,-1 0 0,1 0 0,-1 0 0,1-1 0,-1 1 0,0 0 0,0-1 0,0 1 0,0-1 0,0 1 0,0-1 0,0-5 0,0 5 0,-1-1 0,1 0 0,1 1 0,-1-1 0,0 1 0,1-1 0,0 1 0,0 0 0,0 0 0,0 0 0,5-6 0,33-17 0,-3 3 0,-19 9 0,110-83 0,-23 18 0,2-2 0,-91 69 0,0-1 0,0-1 0,-2-1 0,0 0 0,23-31 0,-19 23 0,37-38 0,-51 57 0,1 1 0,-1-1 0,1 1 0,0 1 0,0-1 0,0 1 0,1 0 0,-1 0 0,0 0 0,1 1 0,-1-1 0,1 1 0,0 1 0,-1-1 0,1 1 0,0 0 0,-1 0 0,1 1 0,0 0 0,-1 0 0,1 0 0,-1 1 0,1-1 0,-1 1 0,0 0 0,0 1 0,1 0 0,-2-1 0,1 2 0,0-1 0,-1 0 0,1 1 0,-1 0 0,0 0 0,0 0 0,-1 1 0,1-1 0,-1 1 0,0 0 0,0 0 0,-1 0 0,1 0 0,-1 0 0,0 0 0,1 6 0,1 12 0,-1 0 0,-1 0 0,-1-1 0,-2 29 0,-16 94 0,0 2 0,15-134 0,0 1 0,-1-1 0,0 0 0,-1 0 0,-10 22 0,-6 19 0,4 3 0,7-24 0,-1 0 0,-24 55 0,29-78 0,0-1 0,-1 1 0,0-1 0,-1 0 0,0 0 0,-1-1 0,1 0 0,-2 0 0,1-1 0,-1 0 0,0 0 0,-15 8 0,-63 34 0,-32 17 0,103-59 0,0 0 0,-1-2 0,0 0 0,0 0 0,-32 3 0,13-3 0,1 1 0,-38 13 0,42-10 0,0-1 0,-1-2 0,-36 3 0,-239-12 0,164-11 0,-54-2 0,83 17 0,155-2 0,-1-2 0,1-2 0,56-13 0,119-44 0,-162 44 0,-2 0 0,2 2 0,0 2 0,67-8 0,262 17 0,-206 8 0,-169-3 0,-1 0 0,0 0 0,0 0 0,0 1 0,0 0 0,8 2 0,-14-3 0,1 0 0,-1 1 0,0-1 0,0 1 0,0-1 0,0 1 0,0-1 0,0 1 0,0 0 0,0 0 0,0-1 0,0 1 0,0 0 0,-1 0 0,1 0 0,0 0 0,0 0 0,-1 0 0,1 0 0,-1 0 0,1 0 0,-1 0 0,1 0 0,-1 0 0,0 1 0,1-1 0,-1 0 0,0 0 0,0 0 0,0 1 0,0-1 0,0 0 0,0 0 0,0 0 0,-1 1 0,1-1 0,-1 1 0,-9 33 0,-26 61 0,34-93 0,1 1 0,-1 0 0,0 0 0,0-1 0,-1 1 0,1-1 0,-1 0 0,0 0 0,0 0 0,0 0 0,0 0 0,-5 3 0,7-5 0,-1-1 0,0 1 0,1 0 0,-1-1 0,0 1 0,1-1 0,-1 0 0,0 0 0,0 1 0,0-1 0,1 0 0,-1 0 0,0-1 0,0 1 0,0 0 0,1-1 0,-1 1 0,0-1 0,0 1 0,1-1 0,-1 0 0,1 0 0,-1 1 0,1-1 0,-1 0 0,1-1 0,-1 1 0,1 0 0,0 0 0,-1-1 0,0 0 0,-1-2-124,0 0 0,1 0 0,-1 0 0,1 0 0,0-1 0,0 1-1,0-1 1,0 1 0,1-1 0,-1-5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08T14:03:53.90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46,'34'-2,"-1"-1,63-16,-60 11,61-6,-81 15,0 0,0 1,-1 0,1 1,15 6,23 4,21-3,1-3,0-4,118-9,-92-10,-30 3,-42 7,-5-1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08T14:03:55.73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2,'53'0,"-4"-2,0 3,0 1,0 3,59 14,-32 5,-52-14,1-2,0-1,27 3,37-3,140-6,-105-4,-4 4,116-3,-232 2,-1 0,1 0,-1-1,1 0,-1 1,1-1,-1 0,0-1,0 1,1 0,-1-1,0 0,3-2,4-9</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08T14:03:56.40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1297 67,'-1'0,"-302"-12,-354-7,470 20,173-2,0 0,-1-1,1-1,0 0,0-1,-14-6,-8-3</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08T14:03:56.85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1,'10'0,"8"0,7 0,3 0,3 0,1 0,5 0,6 5,2 1,-3 1,-8-2</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08T14:03:59.84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1,'6'1,"0"0,-1 0,1 1,-1 0,0 0,1 1,-1 0,0 0,-1 0,7 5,8 4,20 11,1-3,1 0,1-3,1-2,81 19,-100-30,-4-1,0 1,0 0,-1 1,1 2,-1 0,19 10,-37-17,-1 0,0 0,1 0,-1 0,0 0,1 0,-1 1,0-1,1 0,-1 0,0 0,1 1,-1-1,0 0,0 0,1 1,-1-1,0 0,0 1,0-1,1 0,-1 1,0-1,0 0,0 1,0-1,0 0,0 1,1-1,-1 0,0 1,0-1,0 1,0-1,0 0,-1 1,1-1,-14 6,-25-2,38-4,-85 0,46-1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08T14:04:01.02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1 147,'25'-10,"-2"1,-16 8,0-1,0 0,0 0,0-1,0 0,7-4,-11 5,-1 1,0-1,0 0,0 0,0 0,-1 0,1 0,0 0,-1 0,1 0,-1-1,0 1,0-1,0 1,0-1,0 1,-1-1,1 1,-1-1,1-4,-1-2,4-21,-4 29,0 0,1 0,-1 0,0 1,1-1,-1 0,1 0,0 0,-1 0,1 0,0 1,-1-1,1 0,0 0,0 1,0-1,0 1,-1-1,1 1,0-1,0 1,0-1,0 1,2 0,-2 1,-9 4,4-3,0 1,1-1,-1 1,1-1,-1 1,1 0,0 1,0-1,0 0,-3 7,4 18,2-26,1 1,-1-1,0 0,0 1,0-1,-1 0,1 1,0-1,-1 0,1 0,-1 1,0-1,0 0,0 0,0 0,0 0,0 0,-1 0,-1 2,-23 11,-4-4</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8T14:04:03.642"/>
    </inkml:context>
    <inkml:brush xml:id="br0">
      <inkml:brushProperty name="width" value="0.35" units="cm"/>
      <inkml:brushProperty name="height" value="0.35" units="cm"/>
      <inkml:brushProperty name="color" value="#FFFFFF"/>
    </inkml:brush>
  </inkml:definitions>
  <inkml:trace contextRef="#ctx0" brushRef="#br0">1057 554 24575,'-5'-2'0,"0"1"0,1 0 0,-1-1 0,0 0 0,1 0 0,-1-1 0,1 1 0,0-1 0,-1 0 0,-5-6 0,8 8 0,-29-23 0,-110-77 0,-215-98 0,340 192 0,0 0 0,-1 1 0,0 1 0,0 0 0,0 1 0,-21-1 0,-6-2 0,25 2 55,0 0-1,1-1 1,0-1 0,0-1-1,-23-13 1,-82-58-926,91 57 49</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08T14:04:06.40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0 309,'4'0,"325"12,-293-9,164 14,-165-16,0-2,0-1,59-12,-84 12,0-1,0-1,0 0,0 0,0-1,-1 0,0-1,0 0,-1 0,1-1,-1 0,-1 0,1-1,-1 0,-1-1,1 1,-2-1,1-1,-1 1,0-1,-1 1,0-1,3-18,-5 22,0-6,0 0,1 0,1 1,5-14,-7 21,0 1,0-1,0 1,1-1,0 1,-1 0,1 0,0 0,0 0,1 1,-1-1,1 1,-1 0,1 0,0 0,4-1,4-1,-1 1,1 1,0 0,20 0,4 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08T14:04:06.817"/>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718 278,'-5'0,"0"-1,0 0,0 0,0-1,0 0,0 1,-6-5,-14-4,-35-8,-105-47,-27-10,126 52,-72-36,112 45</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08T14:04:07.51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1,'0'5,"0"7,0 6,5 11,12 10,13-1,17 2,-5-9,-4-11,-9-9</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08T14:04:09.13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256 187,'4'14,"-4"-13,1 0,-1-1,1 1,-1-1,0 1,0 0,1-1,-1 1,0 0,0-1,0 1,0 0,0 0,1-1,-1 1,-1 0,1-1,0 1,0 0,0-1,0 1,0 0,-1 0,1-1,0 1,-1-1,1 1,0 0,-1-1,1 1,-1-1,1 1,-1-1,1 1,-1-1,1 1,-1-1,1 0,-1 1,0-1,1 0,-1 1,0-1,1 0,-2 1,-6 2,-1 0,1 0,0 0,-1-1,1 0,-18 1,-59-1,57-3,-32 2,60 1,8 3,17 7,-16-9,198 107,133 71,-321-170,0 0,1-1,1-1,-1-1,1-1,0-1,1-1,0 0,0-2,43 2,190-1,-249-4,0 1,1-1,-1 0,0-1,0 0,10-2,-15 3,0-1,1 1,-1-1,0 0,0 1,0-1,0 0,0 0,0 0,0 0,0 0,0 0,0 0,0 0,-1 0,1 0,0 0,-1-1,1 1,-1 0,1 0,-1-1,0 1,1 0,-1-1,0 1,0 0,0-1,0 1,0 0,0-1,-1 1,1 0,0-1,-1-1,-2-6,0 0,0-1,-1 1,0 0,-1 1,0-1,-12-14,-51-54,50 57,-8-7,-4-4,-39-53,61 73,1 0,0-1,1 0,0 1,1-2,1 1,-1-1,2 0,-3-19,6 29,0-1,0 1,1-1,0 1,-1 0,1-1,1 1,-1 0,0 0,1-1,-1 1,1 0,0 1,0-1,1 0,-1 0,0 1,1-1,-1 1,1 0,5-3,2-2,0 1,0 0,0 1,1 0,17-6,5 3,0 1,1 2,65-3,107 14,-151 2,-1 1,0 3,54 20,-45-12,95 15,-127-28,0 0,33 13,15 5,109 32,-19-5,42-2,-166-41,32 11,-52-10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8T14:04:29.255"/>
    </inkml:context>
    <inkml:brush xml:id="br0">
      <inkml:brushProperty name="width" value="0.35" units="cm"/>
      <inkml:brushProperty name="height" value="0.35" units="cm"/>
      <inkml:brushProperty name="color" value="#FFFFFF"/>
    </inkml:brush>
  </inkml:definitions>
  <inkml:trace contextRef="#ctx0" brushRef="#br0">292 386 24572,'633'1178'0,"-1558"-212"0,2241-1204 0,-682 1416 0,-454-2503 0,1136 1087 0,-2521-343 0,1385-745 0,-1104 2293 0,-281-1548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8T14:04:36.321"/>
    </inkml:context>
    <inkml:brush xml:id="br0">
      <inkml:brushProperty name="width" value="0.35" units="cm"/>
      <inkml:brushProperty name="height" value="0.35" units="cm"/>
      <inkml:brushProperty name="color" value="#FFFFFF"/>
    </inkml:brush>
  </inkml:definitions>
  <inkml:trace contextRef="#ctx0" brushRef="#br0">296 1055 24575,'1'21'0,"1"-1"0,8 38 0,3 19 0,15 89 0,-1-7 0,-27-128 0,-6-50 0,-1-21 0,-4-462 0,13 329 0,0 146 0,0 1 0,2-1 0,1 1 0,9-26 0,-5 19 0,7-52 0,-15 81 0,-1 1 0,1 0 0,-1 0 0,0 0 0,0 0 0,0 0 0,-1 0 0,1-1 0,-1 1 0,0 0 0,0 0 0,0 0 0,0 0 0,0 1 0,-1-1 0,1 0 0,-1 0 0,1 1 0,-1-1 0,0 1 0,0-1 0,-1 1 0,1 0 0,0 0 0,-4-2 0,0 1 0,0 0 0,-1 0 0,1 1 0,0 0 0,-1 1 0,1-1 0,-1 1 0,1 0 0,-1 1 0,-12 0 0,10 0 0,-1 0 0,1 0 0,-1 1 0,1 0 0,-1 1 0,1 0 0,0 1 0,0-1 0,0 2 0,0-1 0,0 2 0,1-1 0,-1 1 0,1 0 0,0 0 0,1 1 0,0 1 0,-1-1 0,2 1 0,-1 0 0,-7 11 0,-2 7 0,1 0 0,2 1 0,0 1 0,2 0 0,1 0 0,-9 37 0,18-56 0,0-1 0,0 1 0,1 0 0,0-1 0,0 1 0,1 0 0,0-1 0,0 1 0,0 0 0,1-1 0,1 0 0,3 10 0,6 10 0,30 49 0,-14-28 0,-9-13 0,2-1 0,40 51 0,-47-68 0,2-1 0,0 0 0,1-1 0,0-1 0,1 0 0,24 13 0,-32-21 0,50 29 0,119 51 0,-144-76 0,0-1 0,54 7 0,-66-12 0,-19-4 0,1 1 0,-1 0 0,0-1 0,0 0 0,0 0 0,0-1 0,0 1 0,0-1 0,0 1 0,8-4 0,-11 3 0,0 1 0,1-1 0,-1 0 0,0 0 0,1 0 0,-1-1 0,0 1 0,0 0 0,0 0 0,0-1 0,0 1 0,0 0 0,-1-1 0,1 1 0,0-1 0,-1 1 0,1-1 0,-1 0 0,1 1 0,-1-1 0,0 1 0,0-1 0,0 0 0,0 1 0,0-1 0,0 0 0,0 1 0,0-1 0,-1 1 0,1-1 0,0 0 0,-2-1 0,-3-13 0,-1 1 0,-1-1 0,0 1 0,-2 1 0,1 0 0,-15-18 0,-8-15 0,-33-41 0,4 6 0,54 70 0,0 1 0,1-1 0,0 0 0,1 0 0,-6-25 0,-4-68 0,2 15 0,-11-1 0,14 63 0,2 0 0,1-1 0,-2-32 0,6-294 0,5 169 0,-3 151-1365</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8T14:04:32.443"/>
    </inkml:context>
    <inkml:brush xml:id="br0">
      <inkml:brushProperty name="width" value="0.35" units="cm"/>
      <inkml:brushProperty name="height" value="0.35" units="cm"/>
      <inkml:brushProperty name="color" value="#FFFFFF"/>
    </inkml:brush>
  </inkml:definitions>
  <inkml:trace contextRef="#ctx0" brushRef="#br0">2694 542 24575,'-132'-1'0,"8"-1"0,-213 23 0,328-20 0,-708 120 0,712-120 0,-1 0 0,0 0 0,1 0 0,-1 1 0,0-1 0,1 1 0,-1 0 0,1 1 0,0-1 0,0 1 0,-9 7 0,13-9 0,0-1 0,1 1 0,0 0 0,-1 0 0,1 0 0,-1 0 0,1 0 0,0 0 0,0 0 0,-1 0 0,1 0 0,0-1 0,0 1 0,0 0 0,0 0 0,0 0 0,0 0 0,1 0 0,-1 0 0,0 0 0,0 0 0,1 0 0,-1 0 0,0 0 0,1 0 0,-1-1 0,1 1 0,-1 0 0,1 0 0,0 0 0,-1-1 0,1 1 0,0 0 0,-1-1 0,1 1 0,0-1 0,0 1 0,0-1 0,-1 1 0,2 0 0,38 22 0,-37-22 0,38 17 0,0-2 0,1-2 0,1-1 0,0-3 0,86 10 0,229-6 0,-306-14 0,929-3 0,-489-23 0,-330 7 0,160-39 0,-214 28 0,-1-4 0,135-64 0,-234 95 0,-2 1 0,0-1 0,0 1 0,0-1 0,-1 0 0,1 0 0,-1 0 0,0-1 0,0 0 0,0 0 0,-1 0 0,8-9 0,-11 12 0,-1 0 0,0 1 0,0-1 0,0 0 0,1 1 0,-1-1 0,0 0 0,0 0 0,0 1 0,0-1 0,0 0 0,0 0 0,0 1 0,-1-1 0,1 0 0,0 0 0,0 1 0,0-1 0,-1 0 0,1 1 0,0-1 0,-1 0 0,1 1 0,-1-1 0,1 0 0,-1 1 0,1-1 0,-1 1 0,1-1 0,-1 1 0,1-1 0,-2 0 0,-24-13 0,19 11 0,-20-10 0,-210-90 0,195 88 0,-1 1 0,0 3 0,-85-11 0,-317 11 0,315 13 0,46-2-25,-846 32-1182,39 96 1207,834-118 308,1-2 0,-1-2 0,-69-2 0,109-4-308,1 0 0,-1-2 0,1 1 0,0-2 0,0 0 0,0-1 0,0-1 0,1 0 0,0-1 0,0-1 0,0 0 0,-20-14 0,-40-33 0,-115-73 0,108 82 0,-102-73 0,178 114 0,-20-17 0,-46-25 0,61 40 0,0 1 0,-1 0 0,1 1 0,-1 0 0,0 1 0,0 0 0,-21-1 0,18 3 0,0 0 0,-1 1 0,1 1 0,-23 3 0,32-3 0,-1 1 0,0 0 0,1 0 0,0 1 0,-1 0 0,1 0 0,0 0 0,1 1 0,-1-1 0,1 1 0,-1 1 0,-7 8 0,2-1 0,1 1 0,1 0 0,0 0 0,1 1 0,0 0 0,1 1 0,1-1 0,0 1 0,1 1 0,1-1 0,-3 20 0,1 9 0,3 1 0,3 80 0,3-108 0,0 1 0,1-1 0,1 0 0,0 0 0,1-1 0,1 0 0,1 0 0,16 26 0,-9-15 0,-3-8 0,0-1 0,2 0 0,17 19 0,-13-17 0,21 31 0,-34-43 0,0 0 0,-1 1 0,0 0 0,0 0 0,-1 0 0,0 0 0,3 16 0,33 234 0,-29-203 0,-3 1 0,-2-1 0,-4 97 0,-2-143 43,0 0 0,0-1-1,-1 1 1,-1-1 0,1 0-1,-1 0 1,-8 16 0,8-20-157,0 0 0,0-1 0,0 1 0,-1-1 1,1 0-1,-1 0 0,0 0 0,-1 0 1,1-1-1,0 1 0,-1-1 0,0 0 1,0-1-1,-7 4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8T14:04:33.203"/>
    </inkml:context>
    <inkml:brush xml:id="br0">
      <inkml:brushProperty name="width" value="0.35" units="cm"/>
      <inkml:brushProperty name="height" value="0.35" units="cm"/>
      <inkml:brushProperty name="color" value="#FFFFFF"/>
    </inkml:brush>
  </inkml:definitions>
  <inkml:trace contextRef="#ctx0" brushRef="#br0">51 764 24575,'0'-592'0,"0"580"-105,0 0 0,-1 0 0,-1-1 0,0 1 0,0 0 0,-1 0 0,-1 1 0,0-1 0,0 1 0,-1 0 0,-1 0 0,-12-19 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8T14:04:45.324"/>
    </inkml:context>
    <inkml:brush xml:id="br0">
      <inkml:brushProperty name="width" value="0.35" units="cm"/>
      <inkml:brushProperty name="height" value="0.35" units="cm"/>
      <inkml:brushProperty name="color" value="#FFFFFF"/>
    </inkml:brush>
  </inkml:definitions>
  <inkml:trace contextRef="#ctx0" brushRef="#br0">1 1 24575,'8'1'0,"0"1"0,0 0 0,0 1 0,0 0 0,0 0 0,-1 0 0,1 1 0,-1 0 0,0 1 0,8 6 0,18 10 0,193 91 0,-191-95 0,1-2 0,0-1 0,1-1 0,1-3 0,0-1 0,1-1 0,44 2 0,6 2 0,-38-4 0,62 1 0,685-9 0,-364-1 0,-411-1 0,0 0 0,38-9 0,-35 6 0,43-4 0,-27 9 0,-1 3 0,0 1 0,0 2 0,65 19 0,-65-15 0,4-3 0,0-1 0,0-3 0,90-5 0,-52 0 0,520 2 0,-585 1 0,-1 2 0,0 0 0,0 1 0,0 0 0,0 2 0,29 13 0,40 12 0,-46-23 0,1-2 0,0-2 0,0-2 0,71-5 0,66 4 0,-86 13 0,-57-8 0,36 3 0,-37-8-1365</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8T14:04:47.959"/>
    </inkml:context>
    <inkml:brush xml:id="br0">
      <inkml:brushProperty name="width" value="0.35" units="cm"/>
      <inkml:brushProperty name="height" value="0.35" units="cm"/>
      <inkml:brushProperty name="color" value="#FFFFFF"/>
    </inkml:brush>
  </inkml:definitions>
  <inkml:trace contextRef="#ctx0" brushRef="#br0">1006 0 24575,'-22'2'0,"-1"0"0,-30 7 0,-16 2 0,-431-1 0,297-13 0,84 3 0,104 0 0,13 0 0,5 0 0,35 2 0,0 0 0,-1 3 0,38 9 0,107 36 0,-104-27 0,96 16 0,45-19 0,-39-5 0,-35-5 0,177-8 0,-145-4 0,-49 0 0,141 4 0,-224 3 0,86 20 0,-93-15 0,1-2 0,0-2 0,49 1 0,-85-7 0,0 0 0,1 0 0,-1 0 0,0 1 0,0-1 0,0 1 0,0 0 0,0-1 0,0 1 0,0 1 0,-1-1 0,1 0 0,0 1 0,0-1 0,-1 1 0,1 0 0,-1 0 0,0 0 0,4 3 0,-2 1 0,-1 1 0,1-1 0,-1 0 0,0 1 0,0 0 0,-1 0 0,3 11 0,5 25 0,-2 0 0,5 84 0,-12 93 0,-2-155 0,1-46 0,0 1 0,-2-1 0,0 0 0,-1 0 0,-1 0 0,-1 0 0,-1-1 0,0 1 0,-1-1 0,-1-1 0,-1 0 0,0 0 0,-22 29 0,18-30 0,2 0 0,0 1 0,1 0 0,1 0 0,1 1 0,0 0 0,1 1 0,-8 38 0,-11 54 0,26-107 0,-1-1 0,0 1 0,0-1 0,-1 1 0,1-1 0,-1 0 0,0 1 0,1-1 0,-2 0 0,1 0 0,0-1 0,0 1 0,-1 0 0,0-1 0,1 1 0,-1-1 0,0 0 0,0 0 0,0 0 0,0 0 0,-1-1 0,-5 3 0,-6 0 0,0 0 0,0 0 0,-1-2 0,-19 1 0,20-2 0,0 1 0,0 0 0,-23 8 0,-1 2 0,-49 10 0,-25 8 0,-126 39 0,189-59 0,-1-2 0,-96 2 0,14-12-1365</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8T14:04:51.103"/>
    </inkml:context>
    <inkml:brush xml:id="br0">
      <inkml:brushProperty name="width" value="0.35" units="cm"/>
      <inkml:brushProperty name="height" value="0.35" units="cm"/>
      <inkml:brushProperty name="color" value="#FFFFFF"/>
    </inkml:brush>
  </inkml:definitions>
  <inkml:trace contextRef="#ctx0" brushRef="#br0">2443 1139 24575,'-580'0'0,"514"4"0,-1 3 0,-119 27 0,103-16 0,-91 7 0,-65-23 0,17-2 0,206 3 0,0-1 0,0 2 0,0 0 0,-30 13 0,29-11 0,0 0 0,-1 0 0,-28 4 0,11-6 0,-1-2 0,0-1 0,-38-4 0,59 2 0,0-1 0,1-1 0,-1 0 0,1-1 0,0 0 0,0-1 0,0-1 0,1-1 0,-1 1 0,-13-11 0,-2-4 0,14 11 0,1 0 0,0-1 0,1 0 0,0-1 0,1 0 0,0-1 0,-13-19 0,17 20 0,0-1 0,1 0 0,0 0 0,1-1 0,1 1 0,0-1 0,1-1 0,0 1 0,1 0 0,1-1 0,0 0 0,1 0 0,1 1 0,0-1 0,1 0 0,0 0 0,5-20 0,4 0 0,17-44 0,-12 38 0,-7 17 0,-2 0 0,-1-1 0,-1 1 0,-1-1 0,0-25 0,-9-127 0,5 162 0,-1 0 0,-1 1 0,1 0 0,-10-25 0,9 32 0,1 1 0,-1 0 0,-1 0 0,1 0 0,-1 1 0,0-1 0,0 1 0,-1 0 0,0 0 0,0 0 0,0 1 0,-8-6 0,12 9 0,0 0 0,0 0 0,0 0 0,-1 0 0,1 0 0,0 1 0,-1-1 0,1 1 0,0-1 0,-1 1 0,1-1 0,0 1 0,-1 0 0,1-1 0,-1 1 0,1 0 0,-1 0 0,1 0 0,-1 0 0,1 1 0,0-1 0,-1 0 0,1 1 0,-1-1 0,1 0 0,0 1 0,-1 0 0,1-1 0,0 1 0,0 0 0,-1 0 0,1-1 0,0 1 0,0 0 0,0 0 0,-2 3 0,1-1 0,1 0 0,-1 0 0,1 0 0,0 1 0,-1-1 0,2 0 0,-1 1 0,0-1 0,1 1 0,-1-1 0,1 1 0,0-1 0,0 1 0,0-1 0,1 5 0,3 9 0,1-1 0,0 1 0,1-1 0,1 0 0,0 0 0,1-1 0,16 23 0,7 6 0,42 45 0,-54-70 0,0-1 0,1 0 0,1-2 0,1 0 0,0-1 0,1-2 0,0 0 0,1-1 0,1-2 0,0 0 0,0-2 0,29 7 0,43 13 0,-66-18 0,0-1 0,1-1 0,58 7 0,-87-15 0,-1 0 0,1 0 0,-1 0 0,1 0 0,-1 0 0,1 0 0,-1-1 0,1 1 0,-1-1 0,0 0 0,1 0 0,-1 1 0,0-2 0,0 1 0,1 0 0,3-3 0,-5 2 0,0 1 0,0-1 0,0 0 0,0 0 0,0 0 0,0 0 0,0 1 0,-1-1 0,1 0 0,-1 0 0,1 0 0,-1-1 0,0 1 0,0 0 0,0 0 0,0 0 0,0 0 0,0 0 0,-1 0 0,0-2 0,-3-19 0,2 11 0,-1 0 0,2-1 0,-1-23 0,3 32 0,-1 0 0,1 0 0,0 0 0,0 0 0,0 0 0,0 0 0,1 0 0,-1 1 0,1-1 0,0 0 0,0 1 0,0-1 0,1 1 0,-1 0 0,1 0 0,3-3 0,5-3 0,0 0 0,1 1 0,-1 1 0,2 0 0,-1 1 0,1 0 0,0 0 0,0 2 0,0 0 0,1 0 0,17-2 0,21 0 0,91 0 0,-33 3 0,-57-4 0,0-3 0,-1-2 0,0-2 0,74-31 0,-19 7 0,-67 24 0,-22 7 0,0 1 0,0 0 0,1 2 0,22-4 0,-30 7 0,-1-2 0,0 1 0,0-1 0,0-1 0,15-7 0,-13 5 0,1 1 0,21-6 0,-2 7 0,18-4 0,-48 8 0,0-1 0,0 0 0,1 0 0,-1 1 0,0-1 0,0-1 0,0 1 0,0 0 0,0 0 0,0-1 0,-1 1 0,1-1 0,0 0 0,-1 1 0,1-1 0,-1 0 0,2-2 0,-1-1 0,0-1 0,1 1 0,0 0 0,0 0 0,1 0 0,-1 1 0,1-1 0,0 1 0,0 0 0,0 0 0,1 0 0,-1 0 0,1 1 0,0 0 0,0 0 0,0 0 0,1 1 0,8-4 0,4 1 0,-1 1 0,1 1 0,33-2 0,29-6 0,21-15 0,-43 10 0,113-16 0,160 27-303,-264 6-759</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8T14:04:52.371"/>
    </inkml:context>
    <inkml:brush xml:id="br0">
      <inkml:brushProperty name="width" value="0.35" units="cm"/>
      <inkml:brushProperty name="height" value="0.35" units="cm"/>
      <inkml:brushProperty name="color" value="#FFFFFF"/>
    </inkml:brush>
  </inkml:definitions>
  <inkml:trace contextRef="#ctx0" brushRef="#br0">662 212 24575,'277'0'0,"-277"0"0,0 0 0,0 1 0,1-1 0,-1 0 0,0 0 0,0 0 0,0 0 0,0 0 0,1 0 0,-1 0 0,0 0 0,0 0 0,0 0 0,0 0 0,1 0 0,-1 0 0,0 0 0,0 0 0,0 0 0,0 0 0,1 0 0,-1 0 0,0 0 0,0 0 0,0-1 0,0 1 0,1 0 0,-1 0 0,0 0 0,0 0 0,0 0 0,0 0 0,0 0 0,0-1 0,1 1 0,-1 0 0,0 0 0,0 0 0,0 0 0,0 0 0,0-1 0,0 1 0,0 0 0,0 0 0,0 0 0,0 0 0,0-1 0,-8-6 0,-17-6 0,-362-127 0,344 128 86,-1 1-1,0 2 0,-86-6 1,-134 13-1793</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8T14:05:05.128"/>
    </inkml:context>
    <inkml:brush xml:id="br0">
      <inkml:brushProperty name="width" value="0.35" units="cm"/>
      <inkml:brushProperty name="height" value="0.35" units="cm"/>
      <inkml:brushProperty name="color" value="#FFFFFF"/>
    </inkml:brush>
  </inkml:definitions>
  <inkml:trace contextRef="#ctx0" brushRef="#br0">2548 3 24575,'2'3'0,"0"0"0,0 0 0,1 0 0,-1-1 0,1 1 0,0-1 0,0 1 0,0-1 0,0 0 0,0 0 0,0 0 0,1 0 0,-1-1 0,1 1 0,5 1 0,58 11 0,-59-13 0,54 5 0,1-2 0,73-6 0,-48 1 0,-61-1 0,0-2 0,0 0 0,0-2 0,28-9 0,-27 6 0,1 2 0,0 1 0,38-3 0,316 8 0,-175 4 0,-185-4 0,-9 1 0,1 0 0,-1 0 0,28 6 0,-38-5 0,0 0 0,0 0 0,0 1 0,0-1 0,0 1 0,0 0 0,-1 0 0,1 1 0,0-1 0,-1 1 0,0 0 0,0 0 0,0 0 0,0 0 0,0 0 0,0 1 0,3 6 0,-1 0 0,0 1 0,0 0 0,-2 1 0,1-1 0,-1 1 0,-1 0 0,2 22 0,-4 89 0,-2-88 0,5 63 0,12 40 0,-5 148 0,-9-212 0,1-30 0,-7 73 0,0-92 0,-1 0 0,-2 0 0,-12 30 0,-11 33 0,28-73 0,-2 0 0,0-1 0,-1 0 0,-8 17 0,10-25 0,0-1 0,0 1 0,0-1 0,-1 1 0,0-1 0,1-1 0,-2 1 0,1-1 0,-1 0 0,1 0 0,-12 5 0,-2 0 0,-1-1 0,0-2 0,0 0 0,-1 0 0,1-2 0,-1-1 0,0-1 0,-27 0 0,-18-4 0,-85-14 0,72 6 0,52 7 0,-1-1 0,1-1 0,-37-13 0,56 16 0,1-1 0,-1-1 0,0 1 0,1-1 0,0 0 0,0-1 0,0 0 0,1 0 0,0 0 0,0-1 0,0 0 0,0 0 0,1 0 0,0-1 0,-7-12 0,9 14 0,0-1 0,0-1 0,1 1 0,0 0 0,0-1 0,1 1 0,-1-1 0,1 1 0,1-1 0,-1 1 0,2-14 0,0 14 0,0 1 0,1 0 0,0 0 0,0 0 0,0 0 0,1 0 0,-1 0 0,1 1 0,0-1 0,1 1 0,-1 0 0,1 0 0,0 0 0,0 1 0,5-5 0,193-146 0,-190 145 0,-1 0 0,0 0 0,0-1 0,-1-1 0,-1 0 0,0 0 0,0-1 0,-1 0 0,10-21 0,-6 6 0,-1 0 0,-2 0 0,11-49 0,-15 57 0,1 1 0,16-34 0,-2 4 0,-18 43 0,0 1 0,-1 0 0,1-1 0,-1 1 0,0-1 0,0 1 0,-1-1 0,0 0 0,1 1 0,-2-1 0,1 0 0,0 1 0,-1-1 0,0 0 0,-2-5 0,1 5 0,-1 1 0,1 0 0,-1-1 0,0 1 0,-1 0 0,1 0 0,-1 1 0,1-1 0,-1 1 0,0 0 0,-1 0 0,1 0 0,-9-4 0,-6-3 0,-1 0 0,0 1 0,-1 2 0,0 0 0,-28-6 0,38 11 0,0 1 0,0-1 0,0 2 0,0-1 0,0 1 0,0 1 0,0 0 0,-1 1 0,2 0 0,-1 1 0,0 0 0,-16 7 0,-35 26 0,43-24 0,-1-1 0,-38 16 0,-144 59 0,180-79 0,0-1 0,0-2 0,-1 0 0,1-1 0,-1-1 0,0-1 0,0-2 0,-35-4 0,33 0 0,1-2 0,-1 0 0,2-2 0,-1 0 0,1-2 0,1-1 0,-26-17 0,-60-29 0,93 52 0,-1 0 0,1 0 0,-1 1 0,0 1 0,-23-2 0,-56 0 0,-107 9 0,68 0 0,-634-3 0,754 0 0,0 0 0,1 1 0,-1 1 0,0 0 0,1 1 0,0 0 0,-1 1 0,1 0 0,-24 13 0,16-7 0,0-1 0,-1 0 0,0-2 0,0 0 0,-1-2 0,0-1 0,0 0 0,0-2 0,0 0 0,-28-3 0,46 1 0,-17 0 0,-1 0 0,1 2 0,0 0 0,-34 8 0,51-9 0,1 1 0,0-1 0,-1 1 0,1 0 0,0 0 0,0 1 0,0-1 0,0 1 0,0 0 0,1 0 0,-1 0 0,-3 5 0,5-5 0,0 0 0,1 0 0,-1 0 0,1 0 0,0 0 0,0 0 0,0 1 0,0-1 0,1 0 0,-1 0 0,1 1 0,0-1 0,0 0 0,0 1 0,0-1 0,1 0 0,-1 1 0,1-1 0,1 5 0,2 3 0,0-2 0,1 1 0,0 0 0,0-1 0,1 0 0,0 0 0,0-1 0,1 1 0,13 11 0,7 5 0,44 31 0,16 2 0,135 69 0,-197-113 0,2-2 0,-1-1 0,1-1 0,1-1 0,0-2 0,0-1 0,1-1 0,-1-1 0,55 0 0,116-10 0,-249 7 0,0 3 0,-81 16 0,114-16 0,1 2 0,-30 13 0,32-12 0,1-1 0,-1-1 0,-1 0 0,-19 4 0,-21-4 0,41-4 0,1 0 0,0 0 0,-1 2 0,1-1 0,0 2 0,-25 9 0,-49 23 0,-9 4 0,76-31 0,0-1 0,-1-2 0,0 0 0,0-1 0,-1 0 0,1-2 0,-1-1 0,-29-1 0,-36 6 0,45 0 0,1 1 0,1 3 0,0 1 0,-61 28 0,93-36 0,-1 0 0,1 1 0,1 0 0,-1 0 0,0 0 0,1 1 0,0 0 0,1 1 0,-1 0 0,-7 10 0,13-15 0,-1 0 0,1 1 0,0-1 0,0 1 0,0-1 0,0 1 0,0 0 0,0-1 0,1 1 0,-1 0 0,1-1 0,0 1 0,0 0 0,0 0 0,1 5 0,0-5 0,0 0 0,0 0 0,0 0 0,1 0 0,-1 0 0,1 0 0,0 0 0,0-1 0,0 1 0,0-1 0,1 1 0,-1-1 0,1 0 0,-1 0 0,1 0 0,4 2 0,5 2 0,0-1 0,0-1 0,0 0 0,1 0 0,0-1 0,-1-1 0,1 0 0,0-1 0,24-1 0,34 6 0,13 15 0,-64-15 0,1 0 0,0-2 0,35 4 0,285-5 0,72 5 0,286 10 0,-604-18 0,-71 0 0,0-1 0,0-2 0,0 0 0,0-1 0,-1-2 0,1 0 0,-1-1 0,-1-2 0,30-14 0,-28 10 0,1 2 0,1 1 0,-1 2 0,37-9 0,24-7 0,-65 17 0,11-4 0,0 0 0,58-32 0,-69 31 0,-15 10 0,0-1 0,0 0 0,-1 0 0,1-1 0,-1 1 0,0-1 0,0-1 0,-1 1 0,1 0 0,-1-1 0,0 0 0,0 0 0,0 0 0,-1-1 0,4-7 0,-6 11 0,1-1 0,-1 1 0,1-1 0,0 1 0,-1 0 0,1 0 0,0-1 0,0 1 0,1 1 0,-1-1 0,0 0 0,1 0 0,-1 1 0,1 0 0,-1-1 0,1 1 0,0 0 0,3-1 0,5-1 0,1 1 0,-1 0 0,13-1 0,-22 3 0,43-2-34,1 3 0,0 2 0,76 14 1,-55-7-1197,6 0-5596</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8T14:05:08.124"/>
    </inkml:context>
    <inkml:brush xml:id="br0">
      <inkml:brushProperty name="width" value="0.35" units="cm"/>
      <inkml:brushProperty name="height" value="0.35" units="cm"/>
      <inkml:brushProperty name="color" value="#FFFFFF"/>
    </inkml:brush>
  </inkml:definitions>
  <inkml:trace contextRef="#ctx0" brushRef="#br0">4026 704 24563,'4025'-703'0,"-12076"703"0,12077 703 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8T14:05:10.376"/>
    </inkml:context>
    <inkml:brush xml:id="br0">
      <inkml:brushProperty name="width" value="0.35" units="cm"/>
      <inkml:brushProperty name="height" value="0.35" units="cm"/>
      <inkml:brushProperty name="color" value="#FFFFFF"/>
    </inkml:brush>
  </inkml:definitions>
  <inkml:trace contextRef="#ctx0" brushRef="#br0">0 119 24575,'1139'0'0,"-1113"-2"0,1 0 0,35-9 0,33-3 0,-77 12 0,-2-1 0,1 0 0,0-1 0,0-1 0,-1 0 0,0-1 0,26-14 0,-25 12-227,0 0-1,1 2 1,0 0-1,0 1 1,30-4-1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23EE4D-A316-4E47-9A6A-E62EC9A47727}" type="datetimeFigureOut">
              <a:rPr lang="en-ZA" smtClean="0"/>
              <a:t>2026/04/08</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025099E-C730-47FB-8D9D-FF18476CE68F}" type="slidenum">
              <a:rPr lang="en-ZA" smtClean="0"/>
              <a:t>‹#›</a:t>
            </a:fld>
            <a:endParaRPr lang="en-ZA"/>
          </a:p>
        </p:txBody>
      </p:sp>
    </p:spTree>
    <p:extLst>
      <p:ext uri="{BB962C8B-B14F-4D97-AF65-F5344CB8AC3E}">
        <p14:creationId xmlns:p14="http://schemas.microsoft.com/office/powerpoint/2010/main" val="36114465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highlight>
                  <a:srgbClr val="00FFFF"/>
                </a:highlight>
              </a:rPr>
              <a:t>This is how the operation will flow in phase 1. so we need to make the user experience as simple as possible especially for the mine control security and the driver app. I'm going to dive deeper into how the screens should look, this is not in stone, but a guideline. The important thing is giving the user a very friendly and easy system to use that will make their lives easier! No complicated and long steps. </a:t>
            </a:r>
          </a:p>
        </p:txBody>
      </p:sp>
      <p:sp>
        <p:nvSpPr>
          <p:cNvPr id="4" name="Slide Number Placeholder 3"/>
          <p:cNvSpPr>
            <a:spLocks noGrp="1"/>
          </p:cNvSpPr>
          <p:nvPr>
            <p:ph type="sldNum" sz="quarter" idx="5"/>
          </p:nvPr>
        </p:nvSpPr>
        <p:spPr/>
        <p:txBody>
          <a:bodyPr/>
          <a:lstStyle/>
          <a:p>
            <a:fld id="{9025099E-C730-47FB-8D9D-FF18476CE68F}" type="slidenum">
              <a:rPr lang="en-ZA" smtClean="0"/>
              <a:t>1</a:t>
            </a:fld>
            <a:endParaRPr lang="en-ZA"/>
          </a:p>
        </p:txBody>
      </p:sp>
    </p:spTree>
    <p:extLst>
      <p:ext uri="{BB962C8B-B14F-4D97-AF65-F5344CB8AC3E}">
        <p14:creationId xmlns:p14="http://schemas.microsoft.com/office/powerpoint/2010/main" val="3653511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Upon opening the app this is how it should be, I saw you already have this, well done!!! So important thing here is like you mentioned is that not anyone can just download the app and create a profile and use the system. So how it works is – mine / buyer / transporter enrols with us. We set up their organisation , its like we create their profiles on our side giving them access to the platform – once they have access , their admin person can add the securities , control/weighbridge, and drivers. Using email or WhatsApp or phone numbers. I'm going to put this in the dashboard so you will see what I mean if you don’t understand. </a:t>
            </a:r>
          </a:p>
        </p:txBody>
      </p:sp>
      <p:sp>
        <p:nvSpPr>
          <p:cNvPr id="4" name="Slide Number Placeholder 3"/>
          <p:cNvSpPr>
            <a:spLocks noGrp="1"/>
          </p:cNvSpPr>
          <p:nvPr>
            <p:ph type="sldNum" sz="quarter" idx="5"/>
          </p:nvPr>
        </p:nvSpPr>
        <p:spPr/>
        <p:txBody>
          <a:bodyPr/>
          <a:lstStyle/>
          <a:p>
            <a:fld id="{9025099E-C730-47FB-8D9D-FF18476CE68F}" type="slidenum">
              <a:rPr lang="en-ZA" smtClean="0"/>
              <a:t>2</a:t>
            </a:fld>
            <a:endParaRPr lang="en-ZA"/>
          </a:p>
        </p:txBody>
      </p:sp>
    </p:spTree>
    <p:extLst>
      <p:ext uri="{BB962C8B-B14F-4D97-AF65-F5344CB8AC3E}">
        <p14:creationId xmlns:p14="http://schemas.microsoft.com/office/powerpoint/2010/main" val="15594107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Here is the mine dashboard – important checklist [ can register employee under control or security. – can track\locate trucks, see estimated eta(when you click on incoming trucks),-  Can view individual clients\buyers data.  </a:t>
            </a:r>
          </a:p>
        </p:txBody>
      </p:sp>
      <p:sp>
        <p:nvSpPr>
          <p:cNvPr id="4" name="Slide Number Placeholder 3"/>
          <p:cNvSpPr>
            <a:spLocks noGrp="1"/>
          </p:cNvSpPr>
          <p:nvPr>
            <p:ph type="sldNum" sz="quarter" idx="5"/>
          </p:nvPr>
        </p:nvSpPr>
        <p:spPr/>
        <p:txBody>
          <a:bodyPr/>
          <a:lstStyle/>
          <a:p>
            <a:fld id="{9025099E-C730-47FB-8D9D-FF18476CE68F}" type="slidenum">
              <a:rPr lang="en-ZA" smtClean="0"/>
              <a:t>3</a:t>
            </a:fld>
            <a:endParaRPr lang="en-ZA"/>
          </a:p>
        </p:txBody>
      </p:sp>
    </p:spTree>
    <p:extLst>
      <p:ext uri="{BB962C8B-B14F-4D97-AF65-F5344CB8AC3E}">
        <p14:creationId xmlns:p14="http://schemas.microsoft.com/office/powerpoint/2010/main" val="38525014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Once we click on a client – important checklist – same as previous but for individual client- additional buttons= [truck list – to add or edit for client or transporter.] [ waybills – to enter waybill details for current client ] [download excel spreadsheet for full recons ]</a:t>
            </a:r>
          </a:p>
        </p:txBody>
      </p:sp>
      <p:sp>
        <p:nvSpPr>
          <p:cNvPr id="4" name="Slide Number Placeholder 3"/>
          <p:cNvSpPr>
            <a:spLocks noGrp="1"/>
          </p:cNvSpPr>
          <p:nvPr>
            <p:ph type="sldNum" sz="quarter" idx="5"/>
          </p:nvPr>
        </p:nvSpPr>
        <p:spPr/>
        <p:txBody>
          <a:bodyPr/>
          <a:lstStyle/>
          <a:p>
            <a:fld id="{9025099E-C730-47FB-8D9D-FF18476CE68F}" type="slidenum">
              <a:rPr lang="en-ZA" smtClean="0"/>
              <a:t>4</a:t>
            </a:fld>
            <a:endParaRPr lang="en-ZA"/>
          </a:p>
        </p:txBody>
      </p:sp>
    </p:spTree>
    <p:extLst>
      <p:ext uri="{BB962C8B-B14F-4D97-AF65-F5344CB8AC3E}">
        <p14:creationId xmlns:p14="http://schemas.microsoft.com/office/powerpoint/2010/main" val="16892149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This is what the waybill should have. Mine should be able to edit these details- however the buyer is the main one who will enter waybill details. Because different transporters can offload at diff points , diff offloading points can have diff order number. </a:t>
            </a:r>
          </a:p>
        </p:txBody>
      </p:sp>
      <p:sp>
        <p:nvSpPr>
          <p:cNvPr id="4" name="Slide Number Placeholder 3"/>
          <p:cNvSpPr>
            <a:spLocks noGrp="1"/>
          </p:cNvSpPr>
          <p:nvPr>
            <p:ph type="sldNum" sz="quarter" idx="5"/>
          </p:nvPr>
        </p:nvSpPr>
        <p:spPr/>
        <p:txBody>
          <a:bodyPr/>
          <a:lstStyle/>
          <a:p>
            <a:fld id="{9025099E-C730-47FB-8D9D-FF18476CE68F}" type="slidenum">
              <a:rPr lang="en-ZA" smtClean="0"/>
              <a:t>5</a:t>
            </a:fld>
            <a:endParaRPr lang="en-ZA"/>
          </a:p>
        </p:txBody>
      </p:sp>
    </p:spTree>
    <p:extLst>
      <p:ext uri="{BB962C8B-B14F-4D97-AF65-F5344CB8AC3E}">
        <p14:creationId xmlns:p14="http://schemas.microsoft.com/office/powerpoint/2010/main" val="30297223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For mine security, very simple , security at gate just needs to search for truck then mark arrived(time stamp for detailed recons), when truck is done loading and is leaving he ticks ‘truck departed’ </a:t>
            </a:r>
          </a:p>
        </p:txBody>
      </p:sp>
      <p:sp>
        <p:nvSpPr>
          <p:cNvPr id="4" name="Slide Number Placeholder 3"/>
          <p:cNvSpPr>
            <a:spLocks noGrp="1"/>
          </p:cNvSpPr>
          <p:nvPr>
            <p:ph type="sldNum" sz="quarter" idx="5"/>
          </p:nvPr>
        </p:nvSpPr>
        <p:spPr/>
        <p:txBody>
          <a:bodyPr/>
          <a:lstStyle/>
          <a:p>
            <a:fld id="{9025099E-C730-47FB-8D9D-FF18476CE68F}" type="slidenum">
              <a:rPr lang="en-ZA" smtClean="0"/>
              <a:t>6</a:t>
            </a:fld>
            <a:endParaRPr lang="en-ZA"/>
          </a:p>
        </p:txBody>
      </p:sp>
    </p:spTree>
    <p:extLst>
      <p:ext uri="{BB962C8B-B14F-4D97-AF65-F5344CB8AC3E}">
        <p14:creationId xmlns:p14="http://schemas.microsoft.com/office/powerpoint/2010/main" val="4798293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For mine control/weighbridge – need to be able to [ search trucks – enter tons for loaded truck – search for trucks </a:t>
            </a:r>
            <a:r>
              <a:rPr lang="en-ZA" dirty="0" err="1"/>
              <a:t>otw</a:t>
            </a:r>
            <a:r>
              <a:rPr lang="en-ZA" dirty="0"/>
              <a:t> to mine,  see the eta and location]</a:t>
            </a:r>
          </a:p>
        </p:txBody>
      </p:sp>
      <p:sp>
        <p:nvSpPr>
          <p:cNvPr id="4" name="Slide Number Placeholder 3"/>
          <p:cNvSpPr>
            <a:spLocks noGrp="1"/>
          </p:cNvSpPr>
          <p:nvPr>
            <p:ph type="sldNum" sz="quarter" idx="5"/>
          </p:nvPr>
        </p:nvSpPr>
        <p:spPr/>
        <p:txBody>
          <a:bodyPr/>
          <a:lstStyle/>
          <a:p>
            <a:fld id="{9025099E-C730-47FB-8D9D-FF18476CE68F}" type="slidenum">
              <a:rPr lang="en-ZA" smtClean="0"/>
              <a:t>7</a:t>
            </a:fld>
            <a:endParaRPr lang="en-ZA"/>
          </a:p>
        </p:txBody>
      </p:sp>
    </p:spTree>
    <p:extLst>
      <p:ext uri="{BB962C8B-B14F-4D97-AF65-F5344CB8AC3E}">
        <p14:creationId xmlns:p14="http://schemas.microsoft.com/office/powerpoint/2010/main" val="8411552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This is what we need for the main transporter portal. At tons also it needs to be – day, week, month , year. </a:t>
            </a:r>
          </a:p>
        </p:txBody>
      </p:sp>
      <p:sp>
        <p:nvSpPr>
          <p:cNvPr id="4" name="Slide Number Placeholder 3"/>
          <p:cNvSpPr>
            <a:spLocks noGrp="1"/>
          </p:cNvSpPr>
          <p:nvPr>
            <p:ph type="sldNum" sz="quarter" idx="5"/>
          </p:nvPr>
        </p:nvSpPr>
        <p:spPr/>
        <p:txBody>
          <a:bodyPr/>
          <a:lstStyle/>
          <a:p>
            <a:fld id="{9025099E-C730-47FB-8D9D-FF18476CE68F}" type="slidenum">
              <a:rPr lang="en-ZA" smtClean="0"/>
              <a:t>8</a:t>
            </a:fld>
            <a:endParaRPr lang="en-ZA"/>
          </a:p>
        </p:txBody>
      </p:sp>
    </p:spTree>
    <p:extLst>
      <p:ext uri="{BB962C8B-B14F-4D97-AF65-F5344CB8AC3E}">
        <p14:creationId xmlns:p14="http://schemas.microsoft.com/office/powerpoint/2010/main" val="37844736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This is where trans will upload fleet register and truck packs, should have a list view and search button. </a:t>
            </a:r>
          </a:p>
        </p:txBody>
      </p:sp>
      <p:sp>
        <p:nvSpPr>
          <p:cNvPr id="4" name="Slide Number Placeholder 3"/>
          <p:cNvSpPr>
            <a:spLocks noGrp="1"/>
          </p:cNvSpPr>
          <p:nvPr>
            <p:ph type="sldNum" sz="quarter" idx="5"/>
          </p:nvPr>
        </p:nvSpPr>
        <p:spPr/>
        <p:txBody>
          <a:bodyPr/>
          <a:lstStyle/>
          <a:p>
            <a:fld id="{9025099E-C730-47FB-8D9D-FF18476CE68F}" type="slidenum">
              <a:rPr lang="en-ZA" smtClean="0"/>
              <a:t>9</a:t>
            </a:fld>
            <a:endParaRPr lang="en-ZA"/>
          </a:p>
        </p:txBody>
      </p:sp>
    </p:spTree>
    <p:extLst>
      <p:ext uri="{BB962C8B-B14F-4D97-AF65-F5344CB8AC3E}">
        <p14:creationId xmlns:p14="http://schemas.microsoft.com/office/powerpoint/2010/main" val="42204359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For recons , also should be able to filter for individual routes/ buyers to generate a excel or pdf format. Should have a option to generate a invoice ( for the trans to send an invoice to their client, with attached route data )  </a:t>
            </a:r>
          </a:p>
        </p:txBody>
      </p:sp>
      <p:sp>
        <p:nvSpPr>
          <p:cNvPr id="4" name="Slide Number Placeholder 3"/>
          <p:cNvSpPr>
            <a:spLocks noGrp="1"/>
          </p:cNvSpPr>
          <p:nvPr>
            <p:ph type="sldNum" sz="quarter" idx="5"/>
          </p:nvPr>
        </p:nvSpPr>
        <p:spPr/>
        <p:txBody>
          <a:bodyPr/>
          <a:lstStyle/>
          <a:p>
            <a:fld id="{9025099E-C730-47FB-8D9D-FF18476CE68F}" type="slidenum">
              <a:rPr lang="en-ZA" smtClean="0"/>
              <a:t>10</a:t>
            </a:fld>
            <a:endParaRPr lang="en-ZA"/>
          </a:p>
        </p:txBody>
      </p:sp>
    </p:spTree>
    <p:extLst>
      <p:ext uri="{BB962C8B-B14F-4D97-AF65-F5344CB8AC3E}">
        <p14:creationId xmlns:p14="http://schemas.microsoft.com/office/powerpoint/2010/main" val="37134265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Trans can see all routes , here they can assign trucks to specific routes/ clients. When they click on a route they will see past trips and trucks </a:t>
            </a:r>
            <a:r>
              <a:rPr lang="en-ZA" dirty="0" err="1"/>
              <a:t>otw</a:t>
            </a:r>
            <a:r>
              <a:rPr lang="en-ZA" dirty="0"/>
              <a:t> to loading or offloading  </a:t>
            </a:r>
          </a:p>
        </p:txBody>
      </p:sp>
      <p:sp>
        <p:nvSpPr>
          <p:cNvPr id="4" name="Slide Number Placeholder 3"/>
          <p:cNvSpPr>
            <a:spLocks noGrp="1"/>
          </p:cNvSpPr>
          <p:nvPr>
            <p:ph type="sldNum" sz="quarter" idx="5"/>
          </p:nvPr>
        </p:nvSpPr>
        <p:spPr/>
        <p:txBody>
          <a:bodyPr/>
          <a:lstStyle/>
          <a:p>
            <a:fld id="{9025099E-C730-47FB-8D9D-FF18476CE68F}" type="slidenum">
              <a:rPr lang="en-ZA" smtClean="0"/>
              <a:t>11</a:t>
            </a:fld>
            <a:endParaRPr lang="en-ZA"/>
          </a:p>
        </p:txBody>
      </p:sp>
    </p:spTree>
    <p:extLst>
      <p:ext uri="{BB962C8B-B14F-4D97-AF65-F5344CB8AC3E}">
        <p14:creationId xmlns:p14="http://schemas.microsoft.com/office/powerpoint/2010/main" val="33062167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Display a map with live positions of trucks </a:t>
            </a:r>
          </a:p>
        </p:txBody>
      </p:sp>
      <p:sp>
        <p:nvSpPr>
          <p:cNvPr id="4" name="Slide Number Placeholder 3"/>
          <p:cNvSpPr>
            <a:spLocks noGrp="1"/>
          </p:cNvSpPr>
          <p:nvPr>
            <p:ph type="sldNum" sz="quarter" idx="5"/>
          </p:nvPr>
        </p:nvSpPr>
        <p:spPr/>
        <p:txBody>
          <a:bodyPr/>
          <a:lstStyle/>
          <a:p>
            <a:fld id="{9025099E-C730-47FB-8D9D-FF18476CE68F}" type="slidenum">
              <a:rPr lang="en-ZA" smtClean="0"/>
              <a:t>12</a:t>
            </a:fld>
            <a:endParaRPr lang="en-ZA"/>
          </a:p>
        </p:txBody>
      </p:sp>
    </p:spTree>
    <p:extLst>
      <p:ext uri="{BB962C8B-B14F-4D97-AF65-F5344CB8AC3E}">
        <p14:creationId xmlns:p14="http://schemas.microsoft.com/office/powerpoint/2010/main" val="38726065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Driver app also very simple interface. When he opens app it needs to force location to turn on, if its off. He needs to see the trip he is assigned to, a button to give him directions on a map to loading point and offloading point. Then a tick box for arrived at mine , arrived at loading then a tab to upload POD ( so sometimes at offloading they also weigh the product , in that case in the tab for upload POD there needs to be a space where he can fill in tons offloaded. At the bottom he can see recent trips and then also needs to see future/ planned trips  </a:t>
            </a:r>
          </a:p>
        </p:txBody>
      </p:sp>
      <p:sp>
        <p:nvSpPr>
          <p:cNvPr id="4" name="Slide Number Placeholder 3"/>
          <p:cNvSpPr>
            <a:spLocks noGrp="1"/>
          </p:cNvSpPr>
          <p:nvPr>
            <p:ph type="sldNum" sz="quarter" idx="5"/>
          </p:nvPr>
        </p:nvSpPr>
        <p:spPr/>
        <p:txBody>
          <a:bodyPr/>
          <a:lstStyle/>
          <a:p>
            <a:fld id="{9025099E-C730-47FB-8D9D-FF18476CE68F}" type="slidenum">
              <a:rPr lang="en-ZA" smtClean="0"/>
              <a:t>13</a:t>
            </a:fld>
            <a:endParaRPr lang="en-ZA"/>
          </a:p>
        </p:txBody>
      </p:sp>
    </p:spTree>
    <p:extLst>
      <p:ext uri="{BB962C8B-B14F-4D97-AF65-F5344CB8AC3E}">
        <p14:creationId xmlns:p14="http://schemas.microsoft.com/office/powerpoint/2010/main" val="10194760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Buyer portal something like this </a:t>
            </a:r>
          </a:p>
        </p:txBody>
      </p:sp>
      <p:sp>
        <p:nvSpPr>
          <p:cNvPr id="4" name="Slide Number Placeholder 3"/>
          <p:cNvSpPr>
            <a:spLocks noGrp="1"/>
          </p:cNvSpPr>
          <p:nvPr>
            <p:ph type="sldNum" sz="quarter" idx="5"/>
          </p:nvPr>
        </p:nvSpPr>
        <p:spPr/>
        <p:txBody>
          <a:bodyPr/>
          <a:lstStyle/>
          <a:p>
            <a:fld id="{9025099E-C730-47FB-8D9D-FF18476CE68F}" type="slidenum">
              <a:rPr lang="en-ZA" smtClean="0"/>
              <a:t>14</a:t>
            </a:fld>
            <a:endParaRPr lang="en-ZA"/>
          </a:p>
        </p:txBody>
      </p:sp>
    </p:spTree>
    <p:extLst>
      <p:ext uri="{BB962C8B-B14F-4D97-AF65-F5344CB8AC3E}">
        <p14:creationId xmlns:p14="http://schemas.microsoft.com/office/powerpoint/2010/main" val="11977038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When you click on routes and mines buyer will see what he is currently moving. He can assign trucks to that route, then manage the waybill ( this waybill info will then sync with mine waybill- all mine does (control) is enter the tons.  </a:t>
            </a:r>
          </a:p>
        </p:txBody>
      </p:sp>
      <p:sp>
        <p:nvSpPr>
          <p:cNvPr id="4" name="Slide Number Placeholder 3"/>
          <p:cNvSpPr>
            <a:spLocks noGrp="1"/>
          </p:cNvSpPr>
          <p:nvPr>
            <p:ph type="sldNum" sz="quarter" idx="5"/>
          </p:nvPr>
        </p:nvSpPr>
        <p:spPr/>
        <p:txBody>
          <a:bodyPr/>
          <a:lstStyle/>
          <a:p>
            <a:fld id="{9025099E-C730-47FB-8D9D-FF18476CE68F}" type="slidenum">
              <a:rPr lang="en-ZA" smtClean="0"/>
              <a:t>15</a:t>
            </a:fld>
            <a:endParaRPr lang="en-ZA"/>
          </a:p>
        </p:txBody>
      </p:sp>
    </p:spTree>
    <p:extLst>
      <p:ext uri="{BB962C8B-B14F-4D97-AF65-F5344CB8AC3E}">
        <p14:creationId xmlns:p14="http://schemas.microsoft.com/office/powerpoint/2010/main" val="25542475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Buyer can view recons , filtered by mine , route or transporter. Like transporter, buyer needs to be able to download excel or pdf format each filter option.  </a:t>
            </a:r>
          </a:p>
        </p:txBody>
      </p:sp>
      <p:sp>
        <p:nvSpPr>
          <p:cNvPr id="4" name="Slide Number Placeholder 3"/>
          <p:cNvSpPr>
            <a:spLocks noGrp="1"/>
          </p:cNvSpPr>
          <p:nvPr>
            <p:ph type="sldNum" sz="quarter" idx="5"/>
          </p:nvPr>
        </p:nvSpPr>
        <p:spPr/>
        <p:txBody>
          <a:bodyPr/>
          <a:lstStyle/>
          <a:p>
            <a:fld id="{9025099E-C730-47FB-8D9D-FF18476CE68F}" type="slidenum">
              <a:rPr lang="en-ZA" smtClean="0"/>
              <a:t>16</a:t>
            </a:fld>
            <a:endParaRPr lang="en-ZA"/>
          </a:p>
        </p:txBody>
      </p:sp>
    </p:spTree>
    <p:extLst>
      <p:ext uri="{BB962C8B-B14F-4D97-AF65-F5344CB8AC3E}">
        <p14:creationId xmlns:p14="http://schemas.microsoft.com/office/powerpoint/2010/main" val="41122058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View locations of trucks assigned to buyer by transporter, buyer can see eta of trucks approaching loading or offloading. </a:t>
            </a:r>
          </a:p>
        </p:txBody>
      </p:sp>
      <p:sp>
        <p:nvSpPr>
          <p:cNvPr id="4" name="Slide Number Placeholder 3"/>
          <p:cNvSpPr>
            <a:spLocks noGrp="1"/>
          </p:cNvSpPr>
          <p:nvPr>
            <p:ph type="sldNum" sz="quarter" idx="5"/>
          </p:nvPr>
        </p:nvSpPr>
        <p:spPr/>
        <p:txBody>
          <a:bodyPr/>
          <a:lstStyle/>
          <a:p>
            <a:fld id="{9025099E-C730-47FB-8D9D-FF18476CE68F}" type="slidenum">
              <a:rPr lang="en-ZA" smtClean="0"/>
              <a:t>17</a:t>
            </a:fld>
            <a:endParaRPr lang="en-ZA"/>
          </a:p>
        </p:txBody>
      </p:sp>
    </p:spTree>
    <p:extLst>
      <p:ext uri="{BB962C8B-B14F-4D97-AF65-F5344CB8AC3E}">
        <p14:creationId xmlns:p14="http://schemas.microsoft.com/office/powerpoint/2010/main" val="13095719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This is our admin panel, here we will be able to have oversight for everything mine trans buyer. We use this to generate invoices for our clients </a:t>
            </a:r>
          </a:p>
        </p:txBody>
      </p:sp>
      <p:sp>
        <p:nvSpPr>
          <p:cNvPr id="4" name="Slide Number Placeholder 3"/>
          <p:cNvSpPr>
            <a:spLocks noGrp="1"/>
          </p:cNvSpPr>
          <p:nvPr>
            <p:ph type="sldNum" sz="quarter" idx="5"/>
          </p:nvPr>
        </p:nvSpPr>
        <p:spPr/>
        <p:txBody>
          <a:bodyPr/>
          <a:lstStyle/>
          <a:p>
            <a:fld id="{9025099E-C730-47FB-8D9D-FF18476CE68F}" type="slidenum">
              <a:rPr lang="en-ZA" smtClean="0"/>
              <a:t>18</a:t>
            </a:fld>
            <a:endParaRPr lang="en-ZA"/>
          </a:p>
        </p:txBody>
      </p:sp>
    </p:spTree>
    <p:extLst>
      <p:ext uri="{BB962C8B-B14F-4D97-AF65-F5344CB8AC3E}">
        <p14:creationId xmlns:p14="http://schemas.microsoft.com/office/powerpoint/2010/main" val="36537145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FE55C-ABF5-6044-F3D0-D7234442686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a:extLst>
              <a:ext uri="{FF2B5EF4-FFF2-40B4-BE49-F238E27FC236}">
                <a16:creationId xmlns:a16="http://schemas.microsoft.com/office/drawing/2014/main" id="{840185DD-D6A9-AE25-49D5-F0605B32EBB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a:extLst>
              <a:ext uri="{FF2B5EF4-FFF2-40B4-BE49-F238E27FC236}">
                <a16:creationId xmlns:a16="http://schemas.microsoft.com/office/drawing/2014/main" id="{0B91C47D-FFF5-4C63-5439-A615B3CE69D3}"/>
              </a:ext>
            </a:extLst>
          </p:cNvPr>
          <p:cNvSpPr>
            <a:spLocks noGrp="1"/>
          </p:cNvSpPr>
          <p:nvPr>
            <p:ph type="dt" sz="half" idx="10"/>
          </p:nvPr>
        </p:nvSpPr>
        <p:spPr/>
        <p:txBody>
          <a:bodyPr/>
          <a:lstStyle/>
          <a:p>
            <a:fld id="{5542E9CF-8146-430C-89D1-95EC5CFE129C}" type="datetimeFigureOut">
              <a:rPr lang="en-ZA" smtClean="0"/>
              <a:t>2026/04/08</a:t>
            </a:fld>
            <a:endParaRPr lang="en-ZA"/>
          </a:p>
        </p:txBody>
      </p:sp>
      <p:sp>
        <p:nvSpPr>
          <p:cNvPr id="5" name="Footer Placeholder 4">
            <a:extLst>
              <a:ext uri="{FF2B5EF4-FFF2-40B4-BE49-F238E27FC236}">
                <a16:creationId xmlns:a16="http://schemas.microsoft.com/office/drawing/2014/main" id="{07B4F818-83B0-4048-AE28-0167DCFB6D84}"/>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F82365BE-A1C5-4EF3-482B-AE653DCAA076}"/>
              </a:ext>
            </a:extLst>
          </p:cNvPr>
          <p:cNvSpPr>
            <a:spLocks noGrp="1"/>
          </p:cNvSpPr>
          <p:nvPr>
            <p:ph type="sldNum" sz="quarter" idx="12"/>
          </p:nvPr>
        </p:nvSpPr>
        <p:spPr/>
        <p:txBody>
          <a:bodyPr/>
          <a:lstStyle/>
          <a:p>
            <a:fld id="{D91CAAD7-8BB5-4631-B7DA-B9E01F62F39D}" type="slidenum">
              <a:rPr lang="en-ZA" smtClean="0"/>
              <a:t>‹#›</a:t>
            </a:fld>
            <a:endParaRPr lang="en-ZA"/>
          </a:p>
        </p:txBody>
      </p:sp>
    </p:spTree>
    <p:extLst>
      <p:ext uri="{BB962C8B-B14F-4D97-AF65-F5344CB8AC3E}">
        <p14:creationId xmlns:p14="http://schemas.microsoft.com/office/powerpoint/2010/main" val="14243980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9616C-6B30-F63C-7B18-C4888B9D3805}"/>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D31ED8BE-E7A3-2F0A-46DC-BE654A86167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FE4A77CC-A4F7-FA99-329E-39DD811D992A}"/>
              </a:ext>
            </a:extLst>
          </p:cNvPr>
          <p:cNvSpPr>
            <a:spLocks noGrp="1"/>
          </p:cNvSpPr>
          <p:nvPr>
            <p:ph type="dt" sz="half" idx="10"/>
          </p:nvPr>
        </p:nvSpPr>
        <p:spPr/>
        <p:txBody>
          <a:bodyPr/>
          <a:lstStyle/>
          <a:p>
            <a:fld id="{5542E9CF-8146-430C-89D1-95EC5CFE129C}" type="datetimeFigureOut">
              <a:rPr lang="en-ZA" smtClean="0"/>
              <a:t>2026/04/08</a:t>
            </a:fld>
            <a:endParaRPr lang="en-ZA"/>
          </a:p>
        </p:txBody>
      </p:sp>
      <p:sp>
        <p:nvSpPr>
          <p:cNvPr id="5" name="Footer Placeholder 4">
            <a:extLst>
              <a:ext uri="{FF2B5EF4-FFF2-40B4-BE49-F238E27FC236}">
                <a16:creationId xmlns:a16="http://schemas.microsoft.com/office/drawing/2014/main" id="{1526B176-2388-F4D3-82EF-C2272F23CC91}"/>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8113B500-FF4E-B23D-2591-7A75CB34CE34}"/>
              </a:ext>
            </a:extLst>
          </p:cNvPr>
          <p:cNvSpPr>
            <a:spLocks noGrp="1"/>
          </p:cNvSpPr>
          <p:nvPr>
            <p:ph type="sldNum" sz="quarter" idx="12"/>
          </p:nvPr>
        </p:nvSpPr>
        <p:spPr/>
        <p:txBody>
          <a:bodyPr/>
          <a:lstStyle/>
          <a:p>
            <a:fld id="{D91CAAD7-8BB5-4631-B7DA-B9E01F62F39D}" type="slidenum">
              <a:rPr lang="en-ZA" smtClean="0"/>
              <a:t>‹#›</a:t>
            </a:fld>
            <a:endParaRPr lang="en-ZA"/>
          </a:p>
        </p:txBody>
      </p:sp>
    </p:spTree>
    <p:extLst>
      <p:ext uri="{BB962C8B-B14F-4D97-AF65-F5344CB8AC3E}">
        <p14:creationId xmlns:p14="http://schemas.microsoft.com/office/powerpoint/2010/main" val="41287012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FADA4-013E-34D7-9590-EC31281B609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A"/>
          </a:p>
        </p:txBody>
      </p:sp>
      <p:sp>
        <p:nvSpPr>
          <p:cNvPr id="3" name="Text Placeholder 2">
            <a:extLst>
              <a:ext uri="{FF2B5EF4-FFF2-40B4-BE49-F238E27FC236}">
                <a16:creationId xmlns:a16="http://schemas.microsoft.com/office/drawing/2014/main" id="{0AB89D03-6C0D-CDD5-0247-31063468A0A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823E601-1388-354A-D942-E8F01313F4AB}"/>
              </a:ext>
            </a:extLst>
          </p:cNvPr>
          <p:cNvSpPr>
            <a:spLocks noGrp="1"/>
          </p:cNvSpPr>
          <p:nvPr>
            <p:ph type="dt" sz="half" idx="10"/>
          </p:nvPr>
        </p:nvSpPr>
        <p:spPr/>
        <p:txBody>
          <a:bodyPr/>
          <a:lstStyle/>
          <a:p>
            <a:fld id="{5542E9CF-8146-430C-89D1-95EC5CFE129C}" type="datetimeFigureOut">
              <a:rPr lang="en-ZA" smtClean="0"/>
              <a:t>2026/04/08</a:t>
            </a:fld>
            <a:endParaRPr lang="en-ZA"/>
          </a:p>
        </p:txBody>
      </p:sp>
      <p:sp>
        <p:nvSpPr>
          <p:cNvPr id="5" name="Footer Placeholder 4">
            <a:extLst>
              <a:ext uri="{FF2B5EF4-FFF2-40B4-BE49-F238E27FC236}">
                <a16:creationId xmlns:a16="http://schemas.microsoft.com/office/drawing/2014/main" id="{DF85F2FF-DCEE-C1F7-47F7-D5EF108C9D74}"/>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9D1A5871-8C28-CA39-4DF6-833D295BF323}"/>
              </a:ext>
            </a:extLst>
          </p:cNvPr>
          <p:cNvSpPr>
            <a:spLocks noGrp="1"/>
          </p:cNvSpPr>
          <p:nvPr>
            <p:ph type="sldNum" sz="quarter" idx="12"/>
          </p:nvPr>
        </p:nvSpPr>
        <p:spPr/>
        <p:txBody>
          <a:bodyPr/>
          <a:lstStyle/>
          <a:p>
            <a:fld id="{D91CAAD7-8BB5-4631-B7DA-B9E01F62F39D}" type="slidenum">
              <a:rPr lang="en-ZA" smtClean="0"/>
              <a:t>‹#›</a:t>
            </a:fld>
            <a:endParaRPr lang="en-ZA"/>
          </a:p>
        </p:txBody>
      </p:sp>
    </p:spTree>
    <p:extLst>
      <p:ext uri="{BB962C8B-B14F-4D97-AF65-F5344CB8AC3E}">
        <p14:creationId xmlns:p14="http://schemas.microsoft.com/office/powerpoint/2010/main" val="17211257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CCEC5-F971-DC49-A09F-76C42F99A589}"/>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8BDAE7B3-B388-3BAD-8B9C-3872CCB5364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a:extLst>
              <a:ext uri="{FF2B5EF4-FFF2-40B4-BE49-F238E27FC236}">
                <a16:creationId xmlns:a16="http://schemas.microsoft.com/office/drawing/2014/main" id="{24C97FF4-1935-A16D-1100-432B02860CD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a:extLst>
              <a:ext uri="{FF2B5EF4-FFF2-40B4-BE49-F238E27FC236}">
                <a16:creationId xmlns:a16="http://schemas.microsoft.com/office/drawing/2014/main" id="{80B79862-2FEF-257E-0391-B8268EBD6A3A}"/>
              </a:ext>
            </a:extLst>
          </p:cNvPr>
          <p:cNvSpPr>
            <a:spLocks noGrp="1"/>
          </p:cNvSpPr>
          <p:nvPr>
            <p:ph type="dt" sz="half" idx="10"/>
          </p:nvPr>
        </p:nvSpPr>
        <p:spPr/>
        <p:txBody>
          <a:bodyPr/>
          <a:lstStyle/>
          <a:p>
            <a:fld id="{5542E9CF-8146-430C-89D1-95EC5CFE129C}" type="datetimeFigureOut">
              <a:rPr lang="en-ZA" smtClean="0"/>
              <a:t>2026/04/08</a:t>
            </a:fld>
            <a:endParaRPr lang="en-ZA"/>
          </a:p>
        </p:txBody>
      </p:sp>
      <p:sp>
        <p:nvSpPr>
          <p:cNvPr id="6" name="Footer Placeholder 5">
            <a:extLst>
              <a:ext uri="{FF2B5EF4-FFF2-40B4-BE49-F238E27FC236}">
                <a16:creationId xmlns:a16="http://schemas.microsoft.com/office/drawing/2014/main" id="{AF0C797C-E8D1-DE41-2670-E992AD4C775A}"/>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DF9DCDC2-14A7-972E-439E-24A7A45C5836}"/>
              </a:ext>
            </a:extLst>
          </p:cNvPr>
          <p:cNvSpPr>
            <a:spLocks noGrp="1"/>
          </p:cNvSpPr>
          <p:nvPr>
            <p:ph type="sldNum" sz="quarter" idx="12"/>
          </p:nvPr>
        </p:nvSpPr>
        <p:spPr/>
        <p:txBody>
          <a:bodyPr/>
          <a:lstStyle/>
          <a:p>
            <a:fld id="{D91CAAD7-8BB5-4631-B7DA-B9E01F62F39D}" type="slidenum">
              <a:rPr lang="en-ZA" smtClean="0"/>
              <a:t>‹#›</a:t>
            </a:fld>
            <a:endParaRPr lang="en-ZA"/>
          </a:p>
        </p:txBody>
      </p:sp>
    </p:spTree>
    <p:extLst>
      <p:ext uri="{BB962C8B-B14F-4D97-AF65-F5344CB8AC3E}">
        <p14:creationId xmlns:p14="http://schemas.microsoft.com/office/powerpoint/2010/main" val="22980443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1766C-9E07-3C1B-A282-5568057C33F9}"/>
              </a:ext>
            </a:extLst>
          </p:cNvPr>
          <p:cNvSpPr>
            <a:spLocks noGrp="1"/>
          </p:cNvSpPr>
          <p:nvPr>
            <p:ph type="title"/>
          </p:nvPr>
        </p:nvSpPr>
        <p:spPr>
          <a:xfrm>
            <a:off x="839788" y="365125"/>
            <a:ext cx="10515600" cy="1325563"/>
          </a:xfrm>
        </p:spPr>
        <p:txBody>
          <a:bodyPr/>
          <a:lstStyle/>
          <a:p>
            <a:r>
              <a:rPr lang="en-US"/>
              <a:t>Click to edit Master title style</a:t>
            </a:r>
            <a:endParaRPr lang="en-ZA"/>
          </a:p>
        </p:txBody>
      </p:sp>
      <p:sp>
        <p:nvSpPr>
          <p:cNvPr id="3" name="Text Placeholder 2">
            <a:extLst>
              <a:ext uri="{FF2B5EF4-FFF2-40B4-BE49-F238E27FC236}">
                <a16:creationId xmlns:a16="http://schemas.microsoft.com/office/drawing/2014/main" id="{CE70F68D-5E03-DD9F-0473-D44B90DB7DF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B06900D-9C40-2E15-2E7F-661FC0EB4DA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a:extLst>
              <a:ext uri="{FF2B5EF4-FFF2-40B4-BE49-F238E27FC236}">
                <a16:creationId xmlns:a16="http://schemas.microsoft.com/office/drawing/2014/main" id="{46FA5C76-F086-01F2-24FE-8ADC30F324E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1B6541F-2C96-4D6D-30BB-109444FAB7E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a:extLst>
              <a:ext uri="{FF2B5EF4-FFF2-40B4-BE49-F238E27FC236}">
                <a16:creationId xmlns:a16="http://schemas.microsoft.com/office/drawing/2014/main" id="{3DCD5CD1-7832-DDC1-7FD1-298FDBD7E788}"/>
              </a:ext>
            </a:extLst>
          </p:cNvPr>
          <p:cNvSpPr>
            <a:spLocks noGrp="1"/>
          </p:cNvSpPr>
          <p:nvPr>
            <p:ph type="dt" sz="half" idx="10"/>
          </p:nvPr>
        </p:nvSpPr>
        <p:spPr/>
        <p:txBody>
          <a:bodyPr/>
          <a:lstStyle/>
          <a:p>
            <a:fld id="{5542E9CF-8146-430C-89D1-95EC5CFE129C}" type="datetimeFigureOut">
              <a:rPr lang="en-ZA" smtClean="0"/>
              <a:t>2026/04/08</a:t>
            </a:fld>
            <a:endParaRPr lang="en-ZA"/>
          </a:p>
        </p:txBody>
      </p:sp>
      <p:sp>
        <p:nvSpPr>
          <p:cNvPr id="8" name="Footer Placeholder 7">
            <a:extLst>
              <a:ext uri="{FF2B5EF4-FFF2-40B4-BE49-F238E27FC236}">
                <a16:creationId xmlns:a16="http://schemas.microsoft.com/office/drawing/2014/main" id="{3E22118B-6A2C-82EB-5885-4169E83BAB31}"/>
              </a:ext>
            </a:extLst>
          </p:cNvPr>
          <p:cNvSpPr>
            <a:spLocks noGrp="1"/>
          </p:cNvSpPr>
          <p:nvPr>
            <p:ph type="ftr" sz="quarter" idx="11"/>
          </p:nvPr>
        </p:nvSpPr>
        <p:spPr/>
        <p:txBody>
          <a:bodyPr/>
          <a:lstStyle/>
          <a:p>
            <a:endParaRPr lang="en-ZA"/>
          </a:p>
        </p:txBody>
      </p:sp>
      <p:sp>
        <p:nvSpPr>
          <p:cNvPr id="9" name="Slide Number Placeholder 8">
            <a:extLst>
              <a:ext uri="{FF2B5EF4-FFF2-40B4-BE49-F238E27FC236}">
                <a16:creationId xmlns:a16="http://schemas.microsoft.com/office/drawing/2014/main" id="{70AB5FA6-776D-55CD-AAF3-07176977A8EB}"/>
              </a:ext>
            </a:extLst>
          </p:cNvPr>
          <p:cNvSpPr>
            <a:spLocks noGrp="1"/>
          </p:cNvSpPr>
          <p:nvPr>
            <p:ph type="sldNum" sz="quarter" idx="12"/>
          </p:nvPr>
        </p:nvSpPr>
        <p:spPr/>
        <p:txBody>
          <a:bodyPr/>
          <a:lstStyle/>
          <a:p>
            <a:fld id="{D91CAAD7-8BB5-4631-B7DA-B9E01F62F39D}" type="slidenum">
              <a:rPr lang="en-ZA" smtClean="0"/>
              <a:t>‹#›</a:t>
            </a:fld>
            <a:endParaRPr lang="en-ZA"/>
          </a:p>
        </p:txBody>
      </p:sp>
    </p:spTree>
    <p:extLst>
      <p:ext uri="{BB962C8B-B14F-4D97-AF65-F5344CB8AC3E}">
        <p14:creationId xmlns:p14="http://schemas.microsoft.com/office/powerpoint/2010/main" val="32647614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D5272-481A-899E-9BF4-5C99502EF36D}"/>
              </a:ext>
            </a:extLst>
          </p:cNvPr>
          <p:cNvSpPr>
            <a:spLocks noGrp="1"/>
          </p:cNvSpPr>
          <p:nvPr>
            <p:ph type="title"/>
          </p:nvPr>
        </p:nvSpPr>
        <p:spPr/>
        <p:txBody>
          <a:bodyPr/>
          <a:lstStyle/>
          <a:p>
            <a:r>
              <a:rPr lang="en-US"/>
              <a:t>Click to edit Master title style</a:t>
            </a:r>
            <a:endParaRPr lang="en-ZA"/>
          </a:p>
        </p:txBody>
      </p:sp>
      <p:sp>
        <p:nvSpPr>
          <p:cNvPr id="3" name="Date Placeholder 2">
            <a:extLst>
              <a:ext uri="{FF2B5EF4-FFF2-40B4-BE49-F238E27FC236}">
                <a16:creationId xmlns:a16="http://schemas.microsoft.com/office/drawing/2014/main" id="{5876FE0E-41AC-CFDC-32B8-797BC6611C7B}"/>
              </a:ext>
            </a:extLst>
          </p:cNvPr>
          <p:cNvSpPr>
            <a:spLocks noGrp="1"/>
          </p:cNvSpPr>
          <p:nvPr>
            <p:ph type="dt" sz="half" idx="10"/>
          </p:nvPr>
        </p:nvSpPr>
        <p:spPr/>
        <p:txBody>
          <a:bodyPr/>
          <a:lstStyle/>
          <a:p>
            <a:fld id="{5542E9CF-8146-430C-89D1-95EC5CFE129C}" type="datetimeFigureOut">
              <a:rPr lang="en-ZA" smtClean="0"/>
              <a:t>2026/04/08</a:t>
            </a:fld>
            <a:endParaRPr lang="en-ZA"/>
          </a:p>
        </p:txBody>
      </p:sp>
      <p:sp>
        <p:nvSpPr>
          <p:cNvPr id="4" name="Footer Placeholder 3">
            <a:extLst>
              <a:ext uri="{FF2B5EF4-FFF2-40B4-BE49-F238E27FC236}">
                <a16:creationId xmlns:a16="http://schemas.microsoft.com/office/drawing/2014/main" id="{E335A8DB-D9D9-293D-45F1-8C8124E88A38}"/>
              </a:ext>
            </a:extLst>
          </p:cNvPr>
          <p:cNvSpPr>
            <a:spLocks noGrp="1"/>
          </p:cNvSpPr>
          <p:nvPr>
            <p:ph type="ftr" sz="quarter" idx="11"/>
          </p:nvPr>
        </p:nvSpPr>
        <p:spPr/>
        <p:txBody>
          <a:bodyPr/>
          <a:lstStyle/>
          <a:p>
            <a:endParaRPr lang="en-ZA"/>
          </a:p>
        </p:txBody>
      </p:sp>
      <p:sp>
        <p:nvSpPr>
          <p:cNvPr id="5" name="Slide Number Placeholder 4">
            <a:extLst>
              <a:ext uri="{FF2B5EF4-FFF2-40B4-BE49-F238E27FC236}">
                <a16:creationId xmlns:a16="http://schemas.microsoft.com/office/drawing/2014/main" id="{5F3EFB13-8191-C368-6132-99BAFC294618}"/>
              </a:ext>
            </a:extLst>
          </p:cNvPr>
          <p:cNvSpPr>
            <a:spLocks noGrp="1"/>
          </p:cNvSpPr>
          <p:nvPr>
            <p:ph type="sldNum" sz="quarter" idx="12"/>
          </p:nvPr>
        </p:nvSpPr>
        <p:spPr/>
        <p:txBody>
          <a:bodyPr/>
          <a:lstStyle/>
          <a:p>
            <a:fld id="{D91CAAD7-8BB5-4631-B7DA-B9E01F62F39D}" type="slidenum">
              <a:rPr lang="en-ZA" smtClean="0"/>
              <a:t>‹#›</a:t>
            </a:fld>
            <a:endParaRPr lang="en-ZA"/>
          </a:p>
        </p:txBody>
      </p:sp>
    </p:spTree>
    <p:extLst>
      <p:ext uri="{BB962C8B-B14F-4D97-AF65-F5344CB8AC3E}">
        <p14:creationId xmlns:p14="http://schemas.microsoft.com/office/powerpoint/2010/main" val="20140775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38FDBE-74D3-C369-387E-8366F4389C66}"/>
              </a:ext>
            </a:extLst>
          </p:cNvPr>
          <p:cNvSpPr>
            <a:spLocks noGrp="1"/>
          </p:cNvSpPr>
          <p:nvPr>
            <p:ph type="dt" sz="half" idx="10"/>
          </p:nvPr>
        </p:nvSpPr>
        <p:spPr/>
        <p:txBody>
          <a:bodyPr/>
          <a:lstStyle/>
          <a:p>
            <a:fld id="{5542E9CF-8146-430C-89D1-95EC5CFE129C}" type="datetimeFigureOut">
              <a:rPr lang="en-ZA" smtClean="0"/>
              <a:t>2026/04/08</a:t>
            </a:fld>
            <a:endParaRPr lang="en-ZA"/>
          </a:p>
        </p:txBody>
      </p:sp>
      <p:sp>
        <p:nvSpPr>
          <p:cNvPr id="3" name="Footer Placeholder 2">
            <a:extLst>
              <a:ext uri="{FF2B5EF4-FFF2-40B4-BE49-F238E27FC236}">
                <a16:creationId xmlns:a16="http://schemas.microsoft.com/office/drawing/2014/main" id="{0984D3AB-CC6A-26BF-ABD5-B21C5DE3C808}"/>
              </a:ext>
            </a:extLst>
          </p:cNvPr>
          <p:cNvSpPr>
            <a:spLocks noGrp="1"/>
          </p:cNvSpPr>
          <p:nvPr>
            <p:ph type="ftr" sz="quarter" idx="11"/>
          </p:nvPr>
        </p:nvSpPr>
        <p:spPr/>
        <p:txBody>
          <a:bodyPr/>
          <a:lstStyle/>
          <a:p>
            <a:endParaRPr lang="en-ZA"/>
          </a:p>
        </p:txBody>
      </p:sp>
      <p:sp>
        <p:nvSpPr>
          <p:cNvPr id="4" name="Slide Number Placeholder 3">
            <a:extLst>
              <a:ext uri="{FF2B5EF4-FFF2-40B4-BE49-F238E27FC236}">
                <a16:creationId xmlns:a16="http://schemas.microsoft.com/office/drawing/2014/main" id="{91D6DB6C-524A-EB76-DBBA-CB1191F9F1B0}"/>
              </a:ext>
            </a:extLst>
          </p:cNvPr>
          <p:cNvSpPr>
            <a:spLocks noGrp="1"/>
          </p:cNvSpPr>
          <p:nvPr>
            <p:ph type="sldNum" sz="quarter" idx="12"/>
          </p:nvPr>
        </p:nvSpPr>
        <p:spPr/>
        <p:txBody>
          <a:bodyPr/>
          <a:lstStyle/>
          <a:p>
            <a:fld id="{D91CAAD7-8BB5-4631-B7DA-B9E01F62F39D}" type="slidenum">
              <a:rPr lang="en-ZA" smtClean="0"/>
              <a:t>‹#›</a:t>
            </a:fld>
            <a:endParaRPr lang="en-ZA"/>
          </a:p>
        </p:txBody>
      </p:sp>
    </p:spTree>
    <p:extLst>
      <p:ext uri="{BB962C8B-B14F-4D97-AF65-F5344CB8AC3E}">
        <p14:creationId xmlns:p14="http://schemas.microsoft.com/office/powerpoint/2010/main" val="15334149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114B5-D662-F13B-7771-45D6375F5B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Content Placeholder 2">
            <a:extLst>
              <a:ext uri="{FF2B5EF4-FFF2-40B4-BE49-F238E27FC236}">
                <a16:creationId xmlns:a16="http://schemas.microsoft.com/office/drawing/2014/main" id="{9BDB0A31-9DB0-6770-ECD0-F5D0E42A6AE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a:extLst>
              <a:ext uri="{FF2B5EF4-FFF2-40B4-BE49-F238E27FC236}">
                <a16:creationId xmlns:a16="http://schemas.microsoft.com/office/drawing/2014/main" id="{04C9C47C-72F9-0505-A59C-55350CDE59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893562-22B2-459F-92D1-934F94164C67}"/>
              </a:ext>
            </a:extLst>
          </p:cNvPr>
          <p:cNvSpPr>
            <a:spLocks noGrp="1"/>
          </p:cNvSpPr>
          <p:nvPr>
            <p:ph type="dt" sz="half" idx="10"/>
          </p:nvPr>
        </p:nvSpPr>
        <p:spPr/>
        <p:txBody>
          <a:bodyPr/>
          <a:lstStyle/>
          <a:p>
            <a:fld id="{5542E9CF-8146-430C-89D1-95EC5CFE129C}" type="datetimeFigureOut">
              <a:rPr lang="en-ZA" smtClean="0"/>
              <a:t>2026/04/08</a:t>
            </a:fld>
            <a:endParaRPr lang="en-ZA"/>
          </a:p>
        </p:txBody>
      </p:sp>
      <p:sp>
        <p:nvSpPr>
          <p:cNvPr id="6" name="Footer Placeholder 5">
            <a:extLst>
              <a:ext uri="{FF2B5EF4-FFF2-40B4-BE49-F238E27FC236}">
                <a16:creationId xmlns:a16="http://schemas.microsoft.com/office/drawing/2014/main" id="{2E2190A3-04C4-3ED2-CE5F-A8ECD5FCE299}"/>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F7FBE803-486A-CBEF-A9CE-83A33F307FBE}"/>
              </a:ext>
            </a:extLst>
          </p:cNvPr>
          <p:cNvSpPr>
            <a:spLocks noGrp="1"/>
          </p:cNvSpPr>
          <p:nvPr>
            <p:ph type="sldNum" sz="quarter" idx="12"/>
          </p:nvPr>
        </p:nvSpPr>
        <p:spPr/>
        <p:txBody>
          <a:bodyPr/>
          <a:lstStyle/>
          <a:p>
            <a:fld id="{D91CAAD7-8BB5-4631-B7DA-B9E01F62F39D}" type="slidenum">
              <a:rPr lang="en-ZA" smtClean="0"/>
              <a:t>‹#›</a:t>
            </a:fld>
            <a:endParaRPr lang="en-ZA"/>
          </a:p>
        </p:txBody>
      </p:sp>
    </p:spTree>
    <p:extLst>
      <p:ext uri="{BB962C8B-B14F-4D97-AF65-F5344CB8AC3E}">
        <p14:creationId xmlns:p14="http://schemas.microsoft.com/office/powerpoint/2010/main" val="17808623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344EC6-4C66-F1D3-FA95-B7B641FD968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Picture Placeholder 2">
            <a:extLst>
              <a:ext uri="{FF2B5EF4-FFF2-40B4-BE49-F238E27FC236}">
                <a16:creationId xmlns:a16="http://schemas.microsoft.com/office/drawing/2014/main" id="{294B3726-DA9E-CEEE-AAA3-3EAB74A3C1C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a:extLst>
              <a:ext uri="{FF2B5EF4-FFF2-40B4-BE49-F238E27FC236}">
                <a16:creationId xmlns:a16="http://schemas.microsoft.com/office/drawing/2014/main" id="{8E03849B-BC8A-5FAB-4E12-FE163F66AF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9A4781-C36E-8B76-2BA0-5211C0A345AB}"/>
              </a:ext>
            </a:extLst>
          </p:cNvPr>
          <p:cNvSpPr>
            <a:spLocks noGrp="1"/>
          </p:cNvSpPr>
          <p:nvPr>
            <p:ph type="dt" sz="half" idx="10"/>
          </p:nvPr>
        </p:nvSpPr>
        <p:spPr/>
        <p:txBody>
          <a:bodyPr/>
          <a:lstStyle/>
          <a:p>
            <a:fld id="{5542E9CF-8146-430C-89D1-95EC5CFE129C}" type="datetimeFigureOut">
              <a:rPr lang="en-ZA" smtClean="0"/>
              <a:t>2026/04/08</a:t>
            </a:fld>
            <a:endParaRPr lang="en-ZA"/>
          </a:p>
        </p:txBody>
      </p:sp>
      <p:sp>
        <p:nvSpPr>
          <p:cNvPr id="6" name="Footer Placeholder 5">
            <a:extLst>
              <a:ext uri="{FF2B5EF4-FFF2-40B4-BE49-F238E27FC236}">
                <a16:creationId xmlns:a16="http://schemas.microsoft.com/office/drawing/2014/main" id="{4D57158E-4A72-AE0A-D0F3-8CA430B4784B}"/>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DA137F41-81A2-D99C-B644-5CD378DD24D2}"/>
              </a:ext>
            </a:extLst>
          </p:cNvPr>
          <p:cNvSpPr>
            <a:spLocks noGrp="1"/>
          </p:cNvSpPr>
          <p:nvPr>
            <p:ph type="sldNum" sz="quarter" idx="12"/>
          </p:nvPr>
        </p:nvSpPr>
        <p:spPr/>
        <p:txBody>
          <a:bodyPr/>
          <a:lstStyle/>
          <a:p>
            <a:fld id="{D91CAAD7-8BB5-4631-B7DA-B9E01F62F39D}" type="slidenum">
              <a:rPr lang="en-ZA" smtClean="0"/>
              <a:t>‹#›</a:t>
            </a:fld>
            <a:endParaRPr lang="en-ZA"/>
          </a:p>
        </p:txBody>
      </p:sp>
    </p:spTree>
    <p:extLst>
      <p:ext uri="{BB962C8B-B14F-4D97-AF65-F5344CB8AC3E}">
        <p14:creationId xmlns:p14="http://schemas.microsoft.com/office/powerpoint/2010/main" val="12415479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1C1FE-06D4-99C2-A633-E8B969F187CF}"/>
              </a:ext>
            </a:extLst>
          </p:cNvPr>
          <p:cNvSpPr>
            <a:spLocks noGrp="1"/>
          </p:cNvSpPr>
          <p:nvPr>
            <p:ph type="title"/>
          </p:nvPr>
        </p:nvSpPr>
        <p:spPr/>
        <p:txBody>
          <a:bodyPr/>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EA5187DE-2B3D-F01E-1AC9-AE7E37AC3D8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ED81FA61-CCBA-51B3-2867-19E173FED5A6}"/>
              </a:ext>
            </a:extLst>
          </p:cNvPr>
          <p:cNvSpPr>
            <a:spLocks noGrp="1"/>
          </p:cNvSpPr>
          <p:nvPr>
            <p:ph type="dt" sz="half" idx="10"/>
          </p:nvPr>
        </p:nvSpPr>
        <p:spPr/>
        <p:txBody>
          <a:bodyPr/>
          <a:lstStyle/>
          <a:p>
            <a:fld id="{5542E9CF-8146-430C-89D1-95EC5CFE129C}" type="datetimeFigureOut">
              <a:rPr lang="en-ZA" smtClean="0"/>
              <a:t>2026/04/08</a:t>
            </a:fld>
            <a:endParaRPr lang="en-ZA"/>
          </a:p>
        </p:txBody>
      </p:sp>
      <p:sp>
        <p:nvSpPr>
          <p:cNvPr id="5" name="Footer Placeholder 4">
            <a:extLst>
              <a:ext uri="{FF2B5EF4-FFF2-40B4-BE49-F238E27FC236}">
                <a16:creationId xmlns:a16="http://schemas.microsoft.com/office/drawing/2014/main" id="{D998A876-9D11-0649-A527-12DFEFFCD4B0}"/>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16DB0043-3012-B365-D08F-A8082C692B1A}"/>
              </a:ext>
            </a:extLst>
          </p:cNvPr>
          <p:cNvSpPr>
            <a:spLocks noGrp="1"/>
          </p:cNvSpPr>
          <p:nvPr>
            <p:ph type="sldNum" sz="quarter" idx="12"/>
          </p:nvPr>
        </p:nvSpPr>
        <p:spPr/>
        <p:txBody>
          <a:bodyPr/>
          <a:lstStyle/>
          <a:p>
            <a:fld id="{D91CAAD7-8BB5-4631-B7DA-B9E01F62F39D}" type="slidenum">
              <a:rPr lang="en-ZA" smtClean="0"/>
              <a:t>‹#›</a:t>
            </a:fld>
            <a:endParaRPr lang="en-ZA"/>
          </a:p>
        </p:txBody>
      </p:sp>
    </p:spTree>
    <p:extLst>
      <p:ext uri="{BB962C8B-B14F-4D97-AF65-F5344CB8AC3E}">
        <p14:creationId xmlns:p14="http://schemas.microsoft.com/office/powerpoint/2010/main" val="41666618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A38E3AD-CA2D-83CA-8180-6E5137EA264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9F70F0B0-7948-E382-955F-69E6016730D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BFA1DF5E-4286-D0D2-49F3-35F39E80E889}"/>
              </a:ext>
            </a:extLst>
          </p:cNvPr>
          <p:cNvSpPr>
            <a:spLocks noGrp="1"/>
          </p:cNvSpPr>
          <p:nvPr>
            <p:ph type="dt" sz="half" idx="10"/>
          </p:nvPr>
        </p:nvSpPr>
        <p:spPr/>
        <p:txBody>
          <a:bodyPr/>
          <a:lstStyle/>
          <a:p>
            <a:fld id="{5542E9CF-8146-430C-89D1-95EC5CFE129C}" type="datetimeFigureOut">
              <a:rPr lang="en-ZA" smtClean="0"/>
              <a:t>2026/04/08</a:t>
            </a:fld>
            <a:endParaRPr lang="en-ZA"/>
          </a:p>
        </p:txBody>
      </p:sp>
      <p:sp>
        <p:nvSpPr>
          <p:cNvPr id="5" name="Footer Placeholder 4">
            <a:extLst>
              <a:ext uri="{FF2B5EF4-FFF2-40B4-BE49-F238E27FC236}">
                <a16:creationId xmlns:a16="http://schemas.microsoft.com/office/drawing/2014/main" id="{B3B03084-2DC3-A1AB-1954-ECD3E18AE579}"/>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9D8B6321-077A-3CD9-7757-7829AD496155}"/>
              </a:ext>
            </a:extLst>
          </p:cNvPr>
          <p:cNvSpPr>
            <a:spLocks noGrp="1"/>
          </p:cNvSpPr>
          <p:nvPr>
            <p:ph type="sldNum" sz="quarter" idx="12"/>
          </p:nvPr>
        </p:nvSpPr>
        <p:spPr/>
        <p:txBody>
          <a:bodyPr/>
          <a:lstStyle/>
          <a:p>
            <a:fld id="{D91CAAD7-8BB5-4631-B7DA-B9E01F62F39D}" type="slidenum">
              <a:rPr lang="en-ZA" smtClean="0"/>
              <a:t>‹#›</a:t>
            </a:fld>
            <a:endParaRPr lang="en-ZA"/>
          </a:p>
        </p:txBody>
      </p:sp>
    </p:spTree>
    <p:extLst>
      <p:ext uri="{BB962C8B-B14F-4D97-AF65-F5344CB8AC3E}">
        <p14:creationId xmlns:p14="http://schemas.microsoft.com/office/powerpoint/2010/main" val="38464763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8FA14FE-3454-F77E-9EB5-240B0E4C7C0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a:extLst>
              <a:ext uri="{FF2B5EF4-FFF2-40B4-BE49-F238E27FC236}">
                <a16:creationId xmlns:a16="http://schemas.microsoft.com/office/drawing/2014/main" id="{C10043A8-DF37-19EB-4777-34A02D42C7F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2E87D34A-E8A4-373B-5298-8AABE3606D2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542E9CF-8146-430C-89D1-95EC5CFE129C}" type="datetimeFigureOut">
              <a:rPr lang="en-ZA" smtClean="0"/>
              <a:t>2026/04/08</a:t>
            </a:fld>
            <a:endParaRPr lang="en-ZA"/>
          </a:p>
        </p:txBody>
      </p:sp>
      <p:sp>
        <p:nvSpPr>
          <p:cNvPr id="5" name="Footer Placeholder 4">
            <a:extLst>
              <a:ext uri="{FF2B5EF4-FFF2-40B4-BE49-F238E27FC236}">
                <a16:creationId xmlns:a16="http://schemas.microsoft.com/office/drawing/2014/main" id="{69FAB31D-94E1-A7E3-5224-D2E3559202A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ZA"/>
          </a:p>
        </p:txBody>
      </p:sp>
      <p:sp>
        <p:nvSpPr>
          <p:cNvPr id="6" name="Slide Number Placeholder 5">
            <a:extLst>
              <a:ext uri="{FF2B5EF4-FFF2-40B4-BE49-F238E27FC236}">
                <a16:creationId xmlns:a16="http://schemas.microsoft.com/office/drawing/2014/main" id="{84B3D1A4-18F1-83EB-7498-398DA9D0D2C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91CAAD7-8BB5-4631-B7DA-B9E01F62F39D}" type="slidenum">
              <a:rPr lang="en-ZA" smtClean="0"/>
              <a:t>‹#›</a:t>
            </a:fld>
            <a:endParaRPr lang="en-ZA"/>
          </a:p>
        </p:txBody>
      </p:sp>
    </p:spTree>
    <p:extLst>
      <p:ext uri="{BB962C8B-B14F-4D97-AF65-F5344CB8AC3E}">
        <p14:creationId xmlns:p14="http://schemas.microsoft.com/office/powerpoint/2010/main" val="23704720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customXml" Target="../ink/ink3.xml"/><Relationship Id="rId13"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3.png"/><Relationship Id="rId12" Type="http://schemas.openxmlformats.org/officeDocument/2006/relationships/customXml" Target="../ink/ink5.xml"/><Relationship Id="rId17" Type="http://schemas.openxmlformats.org/officeDocument/2006/relationships/image" Target="../media/image8.png"/><Relationship Id="rId2" Type="http://schemas.openxmlformats.org/officeDocument/2006/relationships/notesSlide" Target="../notesSlides/notesSlide3.xml"/><Relationship Id="rId16" Type="http://schemas.openxmlformats.org/officeDocument/2006/relationships/customXml" Target="../ink/ink7.xml"/><Relationship Id="rId1" Type="http://schemas.openxmlformats.org/officeDocument/2006/relationships/slideLayout" Target="../slideLayouts/slideLayout2.xml"/><Relationship Id="rId6" Type="http://schemas.openxmlformats.org/officeDocument/2006/relationships/customXml" Target="../ink/ink2.xml"/><Relationship Id="rId11" Type="http://schemas.openxmlformats.org/officeDocument/2006/relationships/image" Target="../media/image5.png"/><Relationship Id="rId5" Type="http://schemas.openxmlformats.org/officeDocument/2006/relationships/image" Target="../media/image2.png"/><Relationship Id="rId15" Type="http://schemas.openxmlformats.org/officeDocument/2006/relationships/image" Target="../media/image7.png"/><Relationship Id="rId10" Type="http://schemas.openxmlformats.org/officeDocument/2006/relationships/customXml" Target="../ink/ink4.xml"/><Relationship Id="rId4" Type="http://schemas.openxmlformats.org/officeDocument/2006/relationships/customXml" Target="../ink/ink1.xml"/><Relationship Id="rId9" Type="http://schemas.openxmlformats.org/officeDocument/2006/relationships/image" Target="../media/image4.png"/><Relationship Id="rId14" Type="http://schemas.openxmlformats.org/officeDocument/2006/relationships/customXml" Target="../ink/ink6.xml"/></Relationships>
</file>

<file path=ppt/slides/_rels/slide4.xml.rels><?xml version="1.0" encoding="UTF-8" standalone="yes"?>
<Relationships xmlns="http://schemas.openxmlformats.org/package/2006/relationships"><Relationship Id="rId8" Type="http://schemas.openxmlformats.org/officeDocument/2006/relationships/customXml" Target="../ink/ink10.xml"/><Relationship Id="rId13"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1.png"/><Relationship Id="rId12" Type="http://schemas.openxmlformats.org/officeDocument/2006/relationships/customXml" Target="../ink/ink12.xml"/><Relationship Id="rId17" Type="http://schemas.openxmlformats.org/officeDocument/2006/relationships/image" Target="../media/image16.png"/><Relationship Id="rId2" Type="http://schemas.openxmlformats.org/officeDocument/2006/relationships/notesSlide" Target="../notesSlides/notesSlide4.xml"/><Relationship Id="rId16" Type="http://schemas.openxmlformats.org/officeDocument/2006/relationships/customXml" Target="../ink/ink14.xml"/><Relationship Id="rId1" Type="http://schemas.openxmlformats.org/officeDocument/2006/relationships/slideLayout" Target="../slideLayouts/slideLayout2.xml"/><Relationship Id="rId6" Type="http://schemas.openxmlformats.org/officeDocument/2006/relationships/customXml" Target="../ink/ink9.xml"/><Relationship Id="rId11" Type="http://schemas.openxmlformats.org/officeDocument/2006/relationships/image" Target="../media/image13.png"/><Relationship Id="rId5" Type="http://schemas.openxmlformats.org/officeDocument/2006/relationships/image" Target="../media/image10.png"/><Relationship Id="rId15" Type="http://schemas.openxmlformats.org/officeDocument/2006/relationships/image" Target="../media/image15.png"/><Relationship Id="rId10" Type="http://schemas.openxmlformats.org/officeDocument/2006/relationships/customXml" Target="../ink/ink11.xml"/><Relationship Id="rId4" Type="http://schemas.openxmlformats.org/officeDocument/2006/relationships/customXml" Target="../ink/ink8.xml"/><Relationship Id="rId9" Type="http://schemas.openxmlformats.org/officeDocument/2006/relationships/image" Target="../media/image12.png"/><Relationship Id="rId14" Type="http://schemas.openxmlformats.org/officeDocument/2006/relationships/customXml" Target="../ink/ink13.xml"/></Relationships>
</file>

<file path=ppt/slides/_rels/slide5.xml.rels><?xml version="1.0" encoding="UTF-8" standalone="yes"?>
<Relationships xmlns="http://schemas.openxmlformats.org/package/2006/relationships"><Relationship Id="rId8" Type="http://schemas.openxmlformats.org/officeDocument/2006/relationships/customXml" Target="../ink/ink17.xml"/><Relationship Id="rId13" Type="http://schemas.openxmlformats.org/officeDocument/2006/relationships/image" Target="../media/image22.png"/><Relationship Id="rId18" Type="http://schemas.openxmlformats.org/officeDocument/2006/relationships/customXml" Target="../ink/ink22.xml"/><Relationship Id="rId3" Type="http://schemas.openxmlformats.org/officeDocument/2006/relationships/image" Target="../media/image17.png"/><Relationship Id="rId21" Type="http://schemas.openxmlformats.org/officeDocument/2006/relationships/image" Target="../media/image26.png"/><Relationship Id="rId7" Type="http://schemas.openxmlformats.org/officeDocument/2006/relationships/image" Target="../media/image19.png"/><Relationship Id="rId12" Type="http://schemas.openxmlformats.org/officeDocument/2006/relationships/customXml" Target="../ink/ink19.xml"/><Relationship Id="rId17" Type="http://schemas.openxmlformats.org/officeDocument/2006/relationships/image" Target="../media/image24.png"/><Relationship Id="rId2" Type="http://schemas.openxmlformats.org/officeDocument/2006/relationships/notesSlide" Target="../notesSlides/notesSlide5.xml"/><Relationship Id="rId16" Type="http://schemas.openxmlformats.org/officeDocument/2006/relationships/customXml" Target="../ink/ink21.xml"/><Relationship Id="rId20" Type="http://schemas.openxmlformats.org/officeDocument/2006/relationships/customXml" Target="../ink/ink23.xml"/><Relationship Id="rId1" Type="http://schemas.openxmlformats.org/officeDocument/2006/relationships/slideLayout" Target="../slideLayouts/slideLayout2.xml"/><Relationship Id="rId6" Type="http://schemas.openxmlformats.org/officeDocument/2006/relationships/customXml" Target="../ink/ink16.xml"/><Relationship Id="rId11" Type="http://schemas.openxmlformats.org/officeDocument/2006/relationships/image" Target="../media/image21.png"/><Relationship Id="rId5" Type="http://schemas.openxmlformats.org/officeDocument/2006/relationships/image" Target="../media/image18.png"/><Relationship Id="rId15" Type="http://schemas.openxmlformats.org/officeDocument/2006/relationships/image" Target="../media/image23.png"/><Relationship Id="rId10" Type="http://schemas.openxmlformats.org/officeDocument/2006/relationships/customXml" Target="../ink/ink18.xml"/><Relationship Id="rId19" Type="http://schemas.openxmlformats.org/officeDocument/2006/relationships/image" Target="../media/image25.png"/><Relationship Id="rId4" Type="http://schemas.openxmlformats.org/officeDocument/2006/relationships/customXml" Target="../ink/ink15.xml"/><Relationship Id="rId9" Type="http://schemas.openxmlformats.org/officeDocument/2006/relationships/image" Target="../media/image20.png"/><Relationship Id="rId14" Type="http://schemas.openxmlformats.org/officeDocument/2006/relationships/customXml" Target="../ink/ink20.xml"/></Relationships>
</file>

<file path=ppt/slides/_rels/slide6.xml.rels><?xml version="1.0" encoding="UTF-8" standalone="yes"?>
<Relationships xmlns="http://schemas.openxmlformats.org/package/2006/relationships"><Relationship Id="rId8" Type="http://schemas.openxmlformats.org/officeDocument/2006/relationships/customXml" Target="../ink/ink26.xml"/><Relationship Id="rId3" Type="http://schemas.openxmlformats.org/officeDocument/2006/relationships/image" Target="../media/image27.png"/><Relationship Id="rId7" Type="http://schemas.openxmlformats.org/officeDocument/2006/relationships/image" Target="../media/image29.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customXml" Target="../ink/ink25.xml"/><Relationship Id="rId11" Type="http://schemas.openxmlformats.org/officeDocument/2006/relationships/image" Target="../media/image31.png"/><Relationship Id="rId5" Type="http://schemas.openxmlformats.org/officeDocument/2006/relationships/image" Target="../media/image28.png"/><Relationship Id="rId10" Type="http://schemas.openxmlformats.org/officeDocument/2006/relationships/customXml" Target="../ink/ink27.xml"/><Relationship Id="rId4" Type="http://schemas.openxmlformats.org/officeDocument/2006/relationships/customXml" Target="../ink/ink24.xml"/><Relationship Id="rId9" Type="http://schemas.openxmlformats.org/officeDocument/2006/relationships/image" Target="../media/image30.png"/></Relationships>
</file>

<file path=ppt/slides/_rels/slide7.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2.png"/><Relationship Id="rId7" Type="http://schemas.openxmlformats.org/officeDocument/2006/relationships/image" Target="../media/image34.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customXml" Target="../ink/ink29.xml"/><Relationship Id="rId5" Type="http://schemas.openxmlformats.org/officeDocument/2006/relationships/image" Target="../media/image33.png"/><Relationship Id="rId4" Type="http://schemas.openxmlformats.org/officeDocument/2006/relationships/customXml" Target="../ink/ink28.xml"/></Relationships>
</file>

<file path=ppt/slides/_rels/slide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3" Type="http://schemas.openxmlformats.org/officeDocument/2006/relationships/image" Target="../media/image46.png"/><Relationship Id="rId18" Type="http://schemas.openxmlformats.org/officeDocument/2006/relationships/customXml" Target="../ink/ink37.xml"/><Relationship Id="rId26" Type="http://schemas.openxmlformats.org/officeDocument/2006/relationships/customXml" Target="../ink/ink41.xml"/><Relationship Id="rId39" Type="http://schemas.openxmlformats.org/officeDocument/2006/relationships/image" Target="../media/image59.png"/><Relationship Id="rId21" Type="http://schemas.openxmlformats.org/officeDocument/2006/relationships/image" Target="../media/image50.png"/><Relationship Id="rId34" Type="http://schemas.openxmlformats.org/officeDocument/2006/relationships/customXml" Target="../ink/ink45.xml"/><Relationship Id="rId42" Type="http://schemas.openxmlformats.org/officeDocument/2006/relationships/customXml" Target="../ink/ink49.xml"/><Relationship Id="rId47" Type="http://schemas.openxmlformats.org/officeDocument/2006/relationships/image" Target="../media/image63.png"/><Relationship Id="rId50" Type="http://schemas.openxmlformats.org/officeDocument/2006/relationships/customXml" Target="../ink/ink53.xml"/><Relationship Id="rId55" Type="http://schemas.openxmlformats.org/officeDocument/2006/relationships/image" Target="../media/image67.png"/><Relationship Id="rId7" Type="http://schemas.openxmlformats.org/officeDocument/2006/relationships/image" Target="../media/image43.png"/><Relationship Id="rId2" Type="http://schemas.openxmlformats.org/officeDocument/2006/relationships/notesSlide" Target="../notesSlides/notesSlide13.xml"/><Relationship Id="rId16" Type="http://schemas.openxmlformats.org/officeDocument/2006/relationships/customXml" Target="../ink/ink36.xml"/><Relationship Id="rId29" Type="http://schemas.openxmlformats.org/officeDocument/2006/relationships/image" Target="../media/image54.png"/><Relationship Id="rId11" Type="http://schemas.openxmlformats.org/officeDocument/2006/relationships/image" Target="../media/image45.png"/><Relationship Id="rId24" Type="http://schemas.openxmlformats.org/officeDocument/2006/relationships/customXml" Target="../ink/ink40.xml"/><Relationship Id="rId32" Type="http://schemas.openxmlformats.org/officeDocument/2006/relationships/customXml" Target="../ink/ink44.xml"/><Relationship Id="rId37" Type="http://schemas.openxmlformats.org/officeDocument/2006/relationships/image" Target="../media/image58.png"/><Relationship Id="rId40" Type="http://schemas.openxmlformats.org/officeDocument/2006/relationships/customXml" Target="../ink/ink48.xml"/><Relationship Id="rId45" Type="http://schemas.openxmlformats.org/officeDocument/2006/relationships/image" Target="../media/image62.png"/><Relationship Id="rId53" Type="http://schemas.openxmlformats.org/officeDocument/2006/relationships/image" Target="../media/image66.png"/><Relationship Id="rId5" Type="http://schemas.openxmlformats.org/officeDocument/2006/relationships/image" Target="../media/image42.png"/><Relationship Id="rId10" Type="http://schemas.openxmlformats.org/officeDocument/2006/relationships/customXml" Target="../ink/ink33.xml"/><Relationship Id="rId19" Type="http://schemas.openxmlformats.org/officeDocument/2006/relationships/image" Target="../media/image49.png"/><Relationship Id="rId31" Type="http://schemas.openxmlformats.org/officeDocument/2006/relationships/image" Target="../media/image55.png"/><Relationship Id="rId44" Type="http://schemas.openxmlformats.org/officeDocument/2006/relationships/customXml" Target="../ink/ink50.xml"/><Relationship Id="rId52" Type="http://schemas.openxmlformats.org/officeDocument/2006/relationships/customXml" Target="../ink/ink54.xml"/><Relationship Id="rId4" Type="http://schemas.openxmlformats.org/officeDocument/2006/relationships/customXml" Target="../ink/ink30.xml"/><Relationship Id="rId9" Type="http://schemas.openxmlformats.org/officeDocument/2006/relationships/image" Target="../media/image44.png"/><Relationship Id="rId14" Type="http://schemas.openxmlformats.org/officeDocument/2006/relationships/customXml" Target="../ink/ink35.xml"/><Relationship Id="rId22" Type="http://schemas.openxmlformats.org/officeDocument/2006/relationships/customXml" Target="../ink/ink39.xml"/><Relationship Id="rId27" Type="http://schemas.openxmlformats.org/officeDocument/2006/relationships/image" Target="../media/image53.png"/><Relationship Id="rId30" Type="http://schemas.openxmlformats.org/officeDocument/2006/relationships/customXml" Target="../ink/ink43.xml"/><Relationship Id="rId35" Type="http://schemas.openxmlformats.org/officeDocument/2006/relationships/image" Target="../media/image57.png"/><Relationship Id="rId43" Type="http://schemas.openxmlformats.org/officeDocument/2006/relationships/image" Target="../media/image61.png"/><Relationship Id="rId48" Type="http://schemas.openxmlformats.org/officeDocument/2006/relationships/customXml" Target="../ink/ink52.xml"/><Relationship Id="rId8" Type="http://schemas.openxmlformats.org/officeDocument/2006/relationships/customXml" Target="../ink/ink32.xml"/><Relationship Id="rId51" Type="http://schemas.openxmlformats.org/officeDocument/2006/relationships/image" Target="../media/image65.png"/><Relationship Id="rId3" Type="http://schemas.openxmlformats.org/officeDocument/2006/relationships/image" Target="../media/image41.png"/><Relationship Id="rId12" Type="http://schemas.openxmlformats.org/officeDocument/2006/relationships/customXml" Target="../ink/ink34.xml"/><Relationship Id="rId17" Type="http://schemas.openxmlformats.org/officeDocument/2006/relationships/image" Target="../media/image48.png"/><Relationship Id="rId25" Type="http://schemas.openxmlformats.org/officeDocument/2006/relationships/image" Target="../media/image52.png"/><Relationship Id="rId33" Type="http://schemas.openxmlformats.org/officeDocument/2006/relationships/image" Target="../media/image56.png"/><Relationship Id="rId38" Type="http://schemas.openxmlformats.org/officeDocument/2006/relationships/customXml" Target="../ink/ink47.xml"/><Relationship Id="rId46" Type="http://schemas.openxmlformats.org/officeDocument/2006/relationships/customXml" Target="../ink/ink51.xml"/><Relationship Id="rId20" Type="http://schemas.openxmlformats.org/officeDocument/2006/relationships/customXml" Target="../ink/ink38.xml"/><Relationship Id="rId41" Type="http://schemas.openxmlformats.org/officeDocument/2006/relationships/image" Target="../media/image60.png"/><Relationship Id="rId54" Type="http://schemas.openxmlformats.org/officeDocument/2006/relationships/customXml" Target="../ink/ink55.xml"/><Relationship Id="rId1" Type="http://schemas.openxmlformats.org/officeDocument/2006/relationships/slideLayout" Target="../slideLayouts/slideLayout2.xml"/><Relationship Id="rId6" Type="http://schemas.openxmlformats.org/officeDocument/2006/relationships/customXml" Target="../ink/ink31.xml"/><Relationship Id="rId15" Type="http://schemas.openxmlformats.org/officeDocument/2006/relationships/image" Target="../media/image47.png"/><Relationship Id="rId23" Type="http://schemas.openxmlformats.org/officeDocument/2006/relationships/image" Target="../media/image51.png"/><Relationship Id="rId28" Type="http://schemas.openxmlformats.org/officeDocument/2006/relationships/customXml" Target="../ink/ink42.xml"/><Relationship Id="rId36" Type="http://schemas.openxmlformats.org/officeDocument/2006/relationships/customXml" Target="../ink/ink46.xml"/><Relationship Id="rId49" Type="http://schemas.openxmlformats.org/officeDocument/2006/relationships/image" Target="../media/image64.png"/></Relationships>
</file>

<file path=ppt/slides/_rels/slide14.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3.sv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3.sv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288E6CD0-D873-4668-51BB-4010B941838B}"/>
              </a:ext>
            </a:extLst>
          </p:cNvPr>
          <p:cNvSpPr txBox="1"/>
          <p:nvPr/>
        </p:nvSpPr>
        <p:spPr>
          <a:xfrm>
            <a:off x="707923" y="61305"/>
            <a:ext cx="9910915" cy="6247864"/>
          </a:xfrm>
          <a:prstGeom prst="rect">
            <a:avLst/>
          </a:prstGeom>
          <a:noFill/>
        </p:spPr>
        <p:txBody>
          <a:bodyPr wrap="square">
            <a:spAutoFit/>
          </a:bodyPr>
          <a:lstStyle/>
          <a:p>
            <a:pPr algn="ctr"/>
            <a:r>
              <a:rPr lang="en-US" sz="2000" dirty="0">
                <a:highlight>
                  <a:srgbClr val="00FFFF"/>
                </a:highlight>
              </a:rPr>
              <a:t>Phase 1 – flow diagram and app screens </a:t>
            </a:r>
          </a:p>
          <a:p>
            <a:r>
              <a:rPr lang="en-US" sz="2000" dirty="0"/>
              <a:t>1.Mine ------------------ 2.transporter ---------- 3.buyer --------   ------ us </a:t>
            </a:r>
          </a:p>
          <a:p>
            <a:endParaRPr lang="en-US" sz="2000" dirty="0"/>
          </a:p>
          <a:p>
            <a:endParaRPr lang="en-US" sz="2000" dirty="0"/>
          </a:p>
          <a:p>
            <a:r>
              <a:rPr lang="en-US" sz="2000" dirty="0"/>
              <a:t>1.1Dashboard          2.1 dashboard              3.1dashboard                4 control panel</a:t>
            </a:r>
          </a:p>
          <a:p>
            <a:endParaRPr lang="en-US" sz="2000" dirty="0"/>
          </a:p>
          <a:p>
            <a:endParaRPr lang="en-US" sz="2000" dirty="0"/>
          </a:p>
          <a:p>
            <a:r>
              <a:rPr lang="en-US" sz="2000" dirty="0"/>
              <a:t>1.2 Control                      2.2 driver</a:t>
            </a:r>
          </a:p>
          <a:p>
            <a:endParaRPr lang="en-US" sz="2000" dirty="0"/>
          </a:p>
          <a:p>
            <a:endParaRPr lang="en-US" sz="2000" dirty="0"/>
          </a:p>
          <a:p>
            <a:r>
              <a:rPr lang="en-US" sz="2000" dirty="0"/>
              <a:t>1.3 Security </a:t>
            </a:r>
          </a:p>
          <a:p>
            <a:endParaRPr lang="en-US" sz="2000" dirty="0"/>
          </a:p>
          <a:p>
            <a:r>
              <a:rPr lang="en-US" sz="2000" dirty="0"/>
              <a:t>   </a:t>
            </a:r>
          </a:p>
          <a:p>
            <a:r>
              <a:rPr lang="en-US" sz="2000" dirty="0"/>
              <a:t>1.	Buyer or transporter or mine or us can upload spreadsheets / truck list </a:t>
            </a:r>
          </a:p>
          <a:p>
            <a:r>
              <a:rPr lang="en-US" sz="2000" dirty="0"/>
              <a:t>2.	Driver heads to mine/ loading point (trip status = </a:t>
            </a:r>
            <a:r>
              <a:rPr lang="en-US" sz="2000" dirty="0" err="1"/>
              <a:t>otw</a:t>
            </a:r>
            <a:r>
              <a:rPr lang="en-US" sz="2000" dirty="0"/>
              <a:t> to loading point)</a:t>
            </a:r>
          </a:p>
          <a:p>
            <a:r>
              <a:rPr lang="en-US" sz="2000" dirty="0"/>
              <a:t>3.	Truck arrives at mine (security search truck) (marks arrived)</a:t>
            </a:r>
          </a:p>
          <a:p>
            <a:r>
              <a:rPr lang="en-US" sz="2000" dirty="0"/>
              <a:t>4.	Truck loads – control enters tons loaded – truck is marked as loaded </a:t>
            </a:r>
          </a:p>
          <a:p>
            <a:r>
              <a:rPr lang="en-US" sz="2000" dirty="0"/>
              <a:t>5.	Truck leaves (security marks as left) (trip status = loaded </a:t>
            </a:r>
            <a:r>
              <a:rPr lang="en-US" sz="2000" dirty="0" err="1"/>
              <a:t>otw</a:t>
            </a:r>
            <a:r>
              <a:rPr lang="en-US" sz="2000" dirty="0"/>
              <a:t> to delivery) </a:t>
            </a:r>
          </a:p>
          <a:p>
            <a:r>
              <a:rPr lang="en-US" sz="2000" dirty="0"/>
              <a:t>6.	Truck offloads at delivery (driver uploads POD) (trip status = delivered)</a:t>
            </a:r>
          </a:p>
          <a:p>
            <a:r>
              <a:rPr lang="en-US" sz="2000" dirty="0"/>
              <a:t>7.	System updates recons (then process starts again) </a:t>
            </a:r>
          </a:p>
        </p:txBody>
      </p:sp>
      <p:cxnSp>
        <p:nvCxnSpPr>
          <p:cNvPr id="11" name="Straight Arrow Connector 10">
            <a:extLst>
              <a:ext uri="{FF2B5EF4-FFF2-40B4-BE49-F238E27FC236}">
                <a16:creationId xmlns:a16="http://schemas.microsoft.com/office/drawing/2014/main" id="{7EE8140A-7381-1E0A-7DDE-E6609C6330AC}"/>
              </a:ext>
            </a:extLst>
          </p:cNvPr>
          <p:cNvCxnSpPr/>
          <p:nvPr/>
        </p:nvCxnSpPr>
        <p:spPr>
          <a:xfrm>
            <a:off x="1268361" y="727587"/>
            <a:ext cx="0" cy="51127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F33FBD71-8D46-E355-E29E-81C5E5E96628}"/>
              </a:ext>
            </a:extLst>
          </p:cNvPr>
          <p:cNvCxnSpPr/>
          <p:nvPr/>
        </p:nvCxnSpPr>
        <p:spPr>
          <a:xfrm>
            <a:off x="1268361" y="1641987"/>
            <a:ext cx="0" cy="5899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4CAA8CEA-4506-99F4-6B36-2669A2EE1ECD}"/>
              </a:ext>
            </a:extLst>
          </p:cNvPr>
          <p:cNvCxnSpPr/>
          <p:nvPr/>
        </p:nvCxnSpPr>
        <p:spPr>
          <a:xfrm>
            <a:off x="1268361" y="2507226"/>
            <a:ext cx="0" cy="6096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8C48E20B-49C0-C631-5FE7-03E4E57863BE}"/>
              </a:ext>
            </a:extLst>
          </p:cNvPr>
          <p:cNvCxnSpPr/>
          <p:nvPr/>
        </p:nvCxnSpPr>
        <p:spPr>
          <a:xfrm>
            <a:off x="3647768" y="727587"/>
            <a:ext cx="0" cy="69809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AE9E3148-BFDB-7A69-F8CF-8362945B5792}"/>
              </a:ext>
            </a:extLst>
          </p:cNvPr>
          <p:cNvCxnSpPr/>
          <p:nvPr/>
        </p:nvCxnSpPr>
        <p:spPr>
          <a:xfrm>
            <a:off x="3647768" y="1641987"/>
            <a:ext cx="0" cy="5899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6D6E55E0-7AE6-7C62-90F6-BB987EE8D793}"/>
              </a:ext>
            </a:extLst>
          </p:cNvPr>
          <p:cNvCxnSpPr/>
          <p:nvPr/>
        </p:nvCxnSpPr>
        <p:spPr>
          <a:xfrm>
            <a:off x="6096000" y="648929"/>
            <a:ext cx="0" cy="69809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375CF6B0-20DC-86CC-9137-805FADA62811}"/>
              </a:ext>
            </a:extLst>
          </p:cNvPr>
          <p:cNvCxnSpPr/>
          <p:nvPr/>
        </p:nvCxnSpPr>
        <p:spPr>
          <a:xfrm>
            <a:off x="8013290" y="727587"/>
            <a:ext cx="0" cy="61943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399787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FCCB429-FBCA-8163-3516-4A603FE4266F}"/>
              </a:ext>
            </a:extLst>
          </p:cNvPr>
          <p:cNvSpPr/>
          <p:nvPr/>
        </p:nvSpPr>
        <p:spPr>
          <a:xfrm>
            <a:off x="5958103" y="556445"/>
            <a:ext cx="3550447" cy="516193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ZA" sz="2000" dirty="0"/>
          </a:p>
        </p:txBody>
      </p:sp>
      <p:sp>
        <p:nvSpPr>
          <p:cNvPr id="5" name="TextBox 4">
            <a:extLst>
              <a:ext uri="{FF2B5EF4-FFF2-40B4-BE49-F238E27FC236}">
                <a16:creationId xmlns:a16="http://schemas.microsoft.com/office/drawing/2014/main" id="{DB8F6DA6-2AEE-C853-B606-BAC47A134F9B}"/>
              </a:ext>
            </a:extLst>
          </p:cNvPr>
          <p:cNvSpPr txBox="1"/>
          <p:nvPr/>
        </p:nvSpPr>
        <p:spPr>
          <a:xfrm>
            <a:off x="6279126" y="1022578"/>
            <a:ext cx="2871020" cy="461665"/>
          </a:xfrm>
          <a:prstGeom prst="rect">
            <a:avLst/>
          </a:prstGeom>
          <a:noFill/>
        </p:spPr>
        <p:txBody>
          <a:bodyPr wrap="square" rtlCol="0">
            <a:spAutoFit/>
          </a:bodyPr>
          <a:lstStyle/>
          <a:p>
            <a:pPr algn="ctr"/>
            <a:r>
              <a:rPr lang="en-ZA" sz="2400" b="1" u="sng" dirty="0"/>
              <a:t>Create profile</a:t>
            </a:r>
          </a:p>
        </p:txBody>
      </p:sp>
      <p:sp>
        <p:nvSpPr>
          <p:cNvPr id="6" name="TextBox 5">
            <a:extLst>
              <a:ext uri="{FF2B5EF4-FFF2-40B4-BE49-F238E27FC236}">
                <a16:creationId xmlns:a16="http://schemas.microsoft.com/office/drawing/2014/main" id="{43F09A82-50C1-3160-459C-E55D442FC0FC}"/>
              </a:ext>
            </a:extLst>
          </p:cNvPr>
          <p:cNvSpPr txBox="1"/>
          <p:nvPr/>
        </p:nvSpPr>
        <p:spPr>
          <a:xfrm>
            <a:off x="6029633" y="2250888"/>
            <a:ext cx="1329385" cy="461665"/>
          </a:xfrm>
          <a:prstGeom prst="rect">
            <a:avLst/>
          </a:prstGeom>
          <a:noFill/>
        </p:spPr>
        <p:txBody>
          <a:bodyPr wrap="square" rtlCol="0">
            <a:spAutoFit/>
          </a:bodyPr>
          <a:lstStyle/>
          <a:p>
            <a:r>
              <a:rPr lang="en-ZA" sz="2400" dirty="0"/>
              <a:t>2.Role</a:t>
            </a:r>
            <a:r>
              <a:rPr lang="en-ZA" sz="2000" dirty="0"/>
              <a:t> &gt;</a:t>
            </a:r>
          </a:p>
        </p:txBody>
      </p:sp>
      <p:sp>
        <p:nvSpPr>
          <p:cNvPr id="8" name="TextBox 7">
            <a:extLst>
              <a:ext uri="{FF2B5EF4-FFF2-40B4-BE49-F238E27FC236}">
                <a16:creationId xmlns:a16="http://schemas.microsoft.com/office/drawing/2014/main" id="{A0E3CC1D-B5C5-3769-93F1-5F52815510E7}"/>
              </a:ext>
            </a:extLst>
          </p:cNvPr>
          <p:cNvSpPr txBox="1"/>
          <p:nvPr/>
        </p:nvSpPr>
        <p:spPr>
          <a:xfrm>
            <a:off x="6029633" y="1555233"/>
            <a:ext cx="2024682" cy="400110"/>
          </a:xfrm>
          <a:prstGeom prst="rect">
            <a:avLst/>
          </a:prstGeom>
          <a:noFill/>
        </p:spPr>
        <p:txBody>
          <a:bodyPr wrap="square" rtlCol="0">
            <a:spAutoFit/>
          </a:bodyPr>
          <a:lstStyle/>
          <a:p>
            <a:r>
              <a:rPr lang="en-ZA" sz="2000" dirty="0"/>
              <a:t>1.Organisation &gt; </a:t>
            </a:r>
          </a:p>
        </p:txBody>
      </p:sp>
      <p:sp>
        <p:nvSpPr>
          <p:cNvPr id="9" name="TextBox 8">
            <a:extLst>
              <a:ext uri="{FF2B5EF4-FFF2-40B4-BE49-F238E27FC236}">
                <a16:creationId xmlns:a16="http://schemas.microsoft.com/office/drawing/2014/main" id="{8452E5EE-8A08-E904-7F11-E03DD3B8FE85}"/>
              </a:ext>
            </a:extLst>
          </p:cNvPr>
          <p:cNvSpPr txBox="1"/>
          <p:nvPr/>
        </p:nvSpPr>
        <p:spPr>
          <a:xfrm>
            <a:off x="7950611" y="1469061"/>
            <a:ext cx="1219198" cy="577081"/>
          </a:xfrm>
          <a:prstGeom prst="rect">
            <a:avLst/>
          </a:prstGeom>
          <a:noFill/>
        </p:spPr>
        <p:txBody>
          <a:bodyPr wrap="square" rtlCol="0">
            <a:spAutoFit/>
          </a:bodyPr>
          <a:lstStyle/>
          <a:p>
            <a:r>
              <a:rPr lang="en-ZA" sz="1050" dirty="0"/>
              <a:t>1.mine/ supplier</a:t>
            </a:r>
          </a:p>
          <a:p>
            <a:r>
              <a:rPr lang="en-ZA" sz="1050" dirty="0"/>
              <a:t>2,buyer</a:t>
            </a:r>
          </a:p>
          <a:p>
            <a:r>
              <a:rPr lang="en-ZA" sz="1050" dirty="0"/>
              <a:t>3,Transporter </a:t>
            </a:r>
          </a:p>
        </p:txBody>
      </p:sp>
      <p:cxnSp>
        <p:nvCxnSpPr>
          <p:cNvPr id="11" name="Straight Arrow Connector 10">
            <a:extLst>
              <a:ext uri="{FF2B5EF4-FFF2-40B4-BE49-F238E27FC236}">
                <a16:creationId xmlns:a16="http://schemas.microsoft.com/office/drawing/2014/main" id="{FD03A4AA-78A9-6E26-AF48-1924BD516FCB}"/>
              </a:ext>
            </a:extLst>
          </p:cNvPr>
          <p:cNvCxnSpPr/>
          <p:nvPr/>
        </p:nvCxnSpPr>
        <p:spPr>
          <a:xfrm>
            <a:off x="6800235" y="1838393"/>
            <a:ext cx="0" cy="44975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2C0EEE50-25F0-715F-40B2-744098934D9D}"/>
              </a:ext>
            </a:extLst>
          </p:cNvPr>
          <p:cNvSpPr txBox="1"/>
          <p:nvPr/>
        </p:nvSpPr>
        <p:spPr>
          <a:xfrm>
            <a:off x="7259895" y="2130366"/>
            <a:ext cx="1140541" cy="738664"/>
          </a:xfrm>
          <a:prstGeom prst="rect">
            <a:avLst/>
          </a:prstGeom>
          <a:noFill/>
        </p:spPr>
        <p:txBody>
          <a:bodyPr wrap="square" rtlCol="0">
            <a:spAutoFit/>
          </a:bodyPr>
          <a:lstStyle/>
          <a:p>
            <a:r>
              <a:rPr lang="en-ZA" sz="1050" dirty="0"/>
              <a:t>1,1-security</a:t>
            </a:r>
          </a:p>
          <a:p>
            <a:r>
              <a:rPr lang="en-ZA" sz="1050" dirty="0"/>
              <a:t>,2- control/WB</a:t>
            </a:r>
          </a:p>
          <a:p>
            <a:r>
              <a:rPr lang="en-ZA" sz="1050" dirty="0"/>
              <a:t>,3- admin</a:t>
            </a:r>
          </a:p>
          <a:p>
            <a:r>
              <a:rPr lang="en-ZA" sz="1050" dirty="0"/>
              <a:t>,4- management</a:t>
            </a:r>
          </a:p>
        </p:txBody>
      </p:sp>
      <p:sp>
        <p:nvSpPr>
          <p:cNvPr id="13" name="TextBox 12">
            <a:extLst>
              <a:ext uri="{FF2B5EF4-FFF2-40B4-BE49-F238E27FC236}">
                <a16:creationId xmlns:a16="http://schemas.microsoft.com/office/drawing/2014/main" id="{8E4D746F-32C0-8E3D-D65E-114FBA4303C4}"/>
              </a:ext>
            </a:extLst>
          </p:cNvPr>
          <p:cNvSpPr txBox="1"/>
          <p:nvPr/>
        </p:nvSpPr>
        <p:spPr>
          <a:xfrm>
            <a:off x="8211162" y="2223114"/>
            <a:ext cx="1219198" cy="415498"/>
          </a:xfrm>
          <a:prstGeom prst="rect">
            <a:avLst/>
          </a:prstGeom>
          <a:noFill/>
        </p:spPr>
        <p:txBody>
          <a:bodyPr wrap="square" rtlCol="0">
            <a:spAutoFit/>
          </a:bodyPr>
          <a:lstStyle/>
          <a:p>
            <a:r>
              <a:rPr lang="en-ZA" sz="1050" dirty="0"/>
              <a:t>2.1 admin</a:t>
            </a:r>
          </a:p>
          <a:p>
            <a:r>
              <a:rPr lang="en-ZA" sz="1050" dirty="0"/>
              <a:t>2,2. management</a:t>
            </a:r>
          </a:p>
        </p:txBody>
      </p:sp>
      <p:sp>
        <p:nvSpPr>
          <p:cNvPr id="14" name="TextBox 13">
            <a:extLst>
              <a:ext uri="{FF2B5EF4-FFF2-40B4-BE49-F238E27FC236}">
                <a16:creationId xmlns:a16="http://schemas.microsoft.com/office/drawing/2014/main" id="{FEDBB29D-38A7-31F5-F93A-E3D9B3E12FB3}"/>
              </a:ext>
            </a:extLst>
          </p:cNvPr>
          <p:cNvSpPr txBox="1"/>
          <p:nvPr/>
        </p:nvSpPr>
        <p:spPr>
          <a:xfrm>
            <a:off x="7719554" y="2823279"/>
            <a:ext cx="1322190" cy="577081"/>
          </a:xfrm>
          <a:prstGeom prst="rect">
            <a:avLst/>
          </a:prstGeom>
          <a:noFill/>
        </p:spPr>
        <p:txBody>
          <a:bodyPr wrap="square" rtlCol="0">
            <a:spAutoFit/>
          </a:bodyPr>
          <a:lstStyle/>
          <a:p>
            <a:r>
              <a:rPr lang="en-ZA" sz="1050" dirty="0"/>
              <a:t>3.1 driver</a:t>
            </a:r>
          </a:p>
          <a:p>
            <a:r>
              <a:rPr lang="en-ZA" sz="1050" dirty="0"/>
              <a:t>3,2 admin </a:t>
            </a:r>
          </a:p>
          <a:p>
            <a:r>
              <a:rPr lang="en-ZA" sz="1050" dirty="0"/>
              <a:t>3,3 management </a:t>
            </a:r>
          </a:p>
        </p:txBody>
      </p:sp>
      <p:cxnSp>
        <p:nvCxnSpPr>
          <p:cNvPr id="19" name="Straight Connector 18">
            <a:extLst>
              <a:ext uri="{FF2B5EF4-FFF2-40B4-BE49-F238E27FC236}">
                <a16:creationId xmlns:a16="http://schemas.microsoft.com/office/drawing/2014/main" id="{6374B37A-AD60-FFEC-8FFB-EB68493A0D79}"/>
              </a:ext>
            </a:extLst>
          </p:cNvPr>
          <p:cNvCxnSpPr>
            <a:cxnSpLocks/>
          </p:cNvCxnSpPr>
          <p:nvPr/>
        </p:nvCxnSpPr>
        <p:spPr>
          <a:xfrm>
            <a:off x="7259895" y="2823279"/>
            <a:ext cx="2091807"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41E83945-86E6-0530-25E5-55DC3FA08E11}"/>
              </a:ext>
            </a:extLst>
          </p:cNvPr>
          <p:cNvCxnSpPr>
            <a:cxnSpLocks/>
            <a:endCxn id="14" idx="0"/>
          </p:cNvCxnSpPr>
          <p:nvPr/>
        </p:nvCxnSpPr>
        <p:spPr>
          <a:xfrm>
            <a:off x="8289825" y="2130365"/>
            <a:ext cx="90824" cy="692914"/>
          </a:xfrm>
          <a:prstGeom prst="line">
            <a:avLst/>
          </a:prstGeom>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81C5612B-89B3-D52B-FC22-0C6A9CB1B072}"/>
              </a:ext>
            </a:extLst>
          </p:cNvPr>
          <p:cNvCxnSpPr>
            <a:cxnSpLocks/>
          </p:cNvCxnSpPr>
          <p:nvPr/>
        </p:nvCxnSpPr>
        <p:spPr>
          <a:xfrm>
            <a:off x="7259895" y="2130366"/>
            <a:ext cx="0" cy="1246911"/>
          </a:xfrm>
          <a:prstGeom prst="line">
            <a:avLst/>
          </a:prstGeom>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1360849A-4F3D-5705-5257-E5443D0F8C24}"/>
              </a:ext>
            </a:extLst>
          </p:cNvPr>
          <p:cNvCxnSpPr>
            <a:cxnSpLocks/>
          </p:cNvCxnSpPr>
          <p:nvPr/>
        </p:nvCxnSpPr>
        <p:spPr>
          <a:xfrm>
            <a:off x="7253505" y="3342317"/>
            <a:ext cx="2098197" cy="26835"/>
          </a:xfrm>
          <a:prstGeom prst="line">
            <a:avLst/>
          </a:prstGeom>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DC2D7828-F07A-7713-1B6E-4EF0A50B49B4}"/>
              </a:ext>
            </a:extLst>
          </p:cNvPr>
          <p:cNvCxnSpPr>
            <a:cxnSpLocks/>
          </p:cNvCxnSpPr>
          <p:nvPr/>
        </p:nvCxnSpPr>
        <p:spPr>
          <a:xfrm flipV="1">
            <a:off x="9351702" y="2130366"/>
            <a:ext cx="0" cy="1246911"/>
          </a:xfrm>
          <a:prstGeom prst="line">
            <a:avLst/>
          </a:prstGeom>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BDB60BC4-2C91-E8F3-C23A-ABB22E10C05F}"/>
              </a:ext>
            </a:extLst>
          </p:cNvPr>
          <p:cNvCxnSpPr>
            <a:cxnSpLocks/>
          </p:cNvCxnSpPr>
          <p:nvPr/>
        </p:nvCxnSpPr>
        <p:spPr>
          <a:xfrm>
            <a:off x="7259895" y="2130366"/>
            <a:ext cx="2091807" cy="0"/>
          </a:xfrm>
          <a:prstGeom prst="line">
            <a:avLst/>
          </a:prstGeom>
        </p:spPr>
        <p:style>
          <a:lnRef idx="2">
            <a:schemeClr val="accent1"/>
          </a:lnRef>
          <a:fillRef idx="0">
            <a:schemeClr val="accent1"/>
          </a:fillRef>
          <a:effectRef idx="1">
            <a:schemeClr val="accent1"/>
          </a:effectRef>
          <a:fontRef idx="minor">
            <a:schemeClr val="tx1"/>
          </a:fontRef>
        </p:style>
      </p:cxnSp>
      <p:sp>
        <p:nvSpPr>
          <p:cNvPr id="34" name="TextBox 33">
            <a:extLst>
              <a:ext uri="{FF2B5EF4-FFF2-40B4-BE49-F238E27FC236}">
                <a16:creationId xmlns:a16="http://schemas.microsoft.com/office/drawing/2014/main" id="{D703A96C-3C0A-0BD3-AC71-C31859C3413F}"/>
              </a:ext>
            </a:extLst>
          </p:cNvPr>
          <p:cNvSpPr txBox="1"/>
          <p:nvPr/>
        </p:nvSpPr>
        <p:spPr>
          <a:xfrm>
            <a:off x="6029633" y="3444656"/>
            <a:ext cx="2743200" cy="400110"/>
          </a:xfrm>
          <a:prstGeom prst="rect">
            <a:avLst/>
          </a:prstGeom>
          <a:noFill/>
        </p:spPr>
        <p:txBody>
          <a:bodyPr wrap="square" rtlCol="0">
            <a:spAutoFit/>
          </a:bodyPr>
          <a:lstStyle/>
          <a:p>
            <a:r>
              <a:rPr lang="en-ZA" sz="2000" dirty="0"/>
              <a:t>3. Name, surname, ID</a:t>
            </a:r>
          </a:p>
        </p:txBody>
      </p:sp>
      <p:sp>
        <p:nvSpPr>
          <p:cNvPr id="35" name="TextBox 34">
            <a:extLst>
              <a:ext uri="{FF2B5EF4-FFF2-40B4-BE49-F238E27FC236}">
                <a16:creationId xmlns:a16="http://schemas.microsoft.com/office/drawing/2014/main" id="{CD6E54B2-AA38-EED8-B384-44358653884E}"/>
              </a:ext>
            </a:extLst>
          </p:cNvPr>
          <p:cNvSpPr txBox="1"/>
          <p:nvPr/>
        </p:nvSpPr>
        <p:spPr>
          <a:xfrm>
            <a:off x="6030862" y="3791516"/>
            <a:ext cx="1391507" cy="400110"/>
          </a:xfrm>
          <a:prstGeom prst="rect">
            <a:avLst/>
          </a:prstGeom>
          <a:noFill/>
        </p:spPr>
        <p:txBody>
          <a:bodyPr wrap="square" rtlCol="0">
            <a:spAutoFit/>
          </a:bodyPr>
          <a:lstStyle/>
          <a:p>
            <a:r>
              <a:rPr lang="en-ZA" sz="2000" dirty="0"/>
              <a:t>4. Contact</a:t>
            </a:r>
          </a:p>
        </p:txBody>
      </p:sp>
      <p:cxnSp>
        <p:nvCxnSpPr>
          <p:cNvPr id="37" name="Straight Arrow Connector 36">
            <a:extLst>
              <a:ext uri="{FF2B5EF4-FFF2-40B4-BE49-F238E27FC236}">
                <a16:creationId xmlns:a16="http://schemas.microsoft.com/office/drawing/2014/main" id="{0587A0E0-F1AA-C913-463C-9F6E5EAE36B4}"/>
              </a:ext>
            </a:extLst>
          </p:cNvPr>
          <p:cNvCxnSpPr>
            <a:cxnSpLocks/>
          </p:cNvCxnSpPr>
          <p:nvPr/>
        </p:nvCxnSpPr>
        <p:spPr>
          <a:xfrm>
            <a:off x="6612194" y="2650998"/>
            <a:ext cx="0" cy="79365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9" name="TextBox 38">
            <a:extLst>
              <a:ext uri="{FF2B5EF4-FFF2-40B4-BE49-F238E27FC236}">
                <a16:creationId xmlns:a16="http://schemas.microsoft.com/office/drawing/2014/main" id="{5D687B83-C0C3-72CA-6FE9-0216DAEB48B5}"/>
              </a:ext>
            </a:extLst>
          </p:cNvPr>
          <p:cNvSpPr txBox="1"/>
          <p:nvPr/>
        </p:nvSpPr>
        <p:spPr>
          <a:xfrm>
            <a:off x="7259895" y="3813988"/>
            <a:ext cx="848031" cy="577081"/>
          </a:xfrm>
          <a:prstGeom prst="rect">
            <a:avLst/>
          </a:prstGeom>
          <a:noFill/>
        </p:spPr>
        <p:txBody>
          <a:bodyPr wrap="square" rtlCol="0">
            <a:spAutoFit/>
          </a:bodyPr>
          <a:lstStyle/>
          <a:p>
            <a:r>
              <a:rPr lang="en-ZA" sz="1050" dirty="0"/>
              <a:t>Phone no.</a:t>
            </a:r>
          </a:p>
          <a:p>
            <a:r>
              <a:rPr lang="en-ZA" sz="1050" dirty="0" err="1"/>
              <a:t>Whatsapp</a:t>
            </a:r>
            <a:endParaRPr lang="en-ZA" sz="1050" dirty="0"/>
          </a:p>
          <a:p>
            <a:r>
              <a:rPr lang="en-ZA" sz="1050" dirty="0"/>
              <a:t>Email </a:t>
            </a:r>
          </a:p>
        </p:txBody>
      </p:sp>
      <p:sp>
        <p:nvSpPr>
          <p:cNvPr id="40" name="TextBox 39">
            <a:extLst>
              <a:ext uri="{FF2B5EF4-FFF2-40B4-BE49-F238E27FC236}">
                <a16:creationId xmlns:a16="http://schemas.microsoft.com/office/drawing/2014/main" id="{378A53C2-6B3C-08B1-5BF8-340EAF646607}"/>
              </a:ext>
            </a:extLst>
          </p:cNvPr>
          <p:cNvSpPr txBox="1"/>
          <p:nvPr/>
        </p:nvSpPr>
        <p:spPr>
          <a:xfrm>
            <a:off x="8177965" y="3834759"/>
            <a:ext cx="1092391" cy="246221"/>
          </a:xfrm>
          <a:prstGeom prst="rect">
            <a:avLst/>
          </a:prstGeom>
          <a:noFill/>
        </p:spPr>
        <p:txBody>
          <a:bodyPr wrap="square" rtlCol="0">
            <a:spAutoFit/>
          </a:bodyPr>
          <a:lstStyle/>
          <a:p>
            <a:r>
              <a:rPr lang="en-ZA" sz="500" b="1" dirty="0">
                <a:solidFill>
                  <a:srgbClr val="FF0000"/>
                </a:solidFill>
              </a:rPr>
              <a:t>*Anyone of these should be login username </a:t>
            </a:r>
          </a:p>
        </p:txBody>
      </p:sp>
      <p:cxnSp>
        <p:nvCxnSpPr>
          <p:cNvPr id="42" name="Straight Arrow Connector 41">
            <a:extLst>
              <a:ext uri="{FF2B5EF4-FFF2-40B4-BE49-F238E27FC236}">
                <a16:creationId xmlns:a16="http://schemas.microsoft.com/office/drawing/2014/main" id="{8E89AC43-DA88-1AE0-6C20-01B92450AA71}"/>
              </a:ext>
            </a:extLst>
          </p:cNvPr>
          <p:cNvCxnSpPr>
            <a:cxnSpLocks/>
          </p:cNvCxnSpPr>
          <p:nvPr/>
        </p:nvCxnSpPr>
        <p:spPr>
          <a:xfrm>
            <a:off x="7824474" y="3864630"/>
            <a:ext cx="386688" cy="1181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5" name="Straight Arrow Connector 44">
            <a:extLst>
              <a:ext uri="{FF2B5EF4-FFF2-40B4-BE49-F238E27FC236}">
                <a16:creationId xmlns:a16="http://schemas.microsoft.com/office/drawing/2014/main" id="{FA2BFAB9-CEB7-7053-DD1A-4CA1E741FFB7}"/>
              </a:ext>
            </a:extLst>
          </p:cNvPr>
          <p:cNvCxnSpPr/>
          <p:nvPr/>
        </p:nvCxnSpPr>
        <p:spPr>
          <a:xfrm flipV="1">
            <a:off x="7849855" y="3993387"/>
            <a:ext cx="361307" cy="27699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6" name="TextBox 45">
            <a:extLst>
              <a:ext uri="{FF2B5EF4-FFF2-40B4-BE49-F238E27FC236}">
                <a16:creationId xmlns:a16="http://schemas.microsoft.com/office/drawing/2014/main" id="{76BA32FB-1A62-93C1-6BC6-5F4D6AA6AAD6}"/>
              </a:ext>
            </a:extLst>
          </p:cNvPr>
          <p:cNvSpPr txBox="1"/>
          <p:nvPr/>
        </p:nvSpPr>
        <p:spPr>
          <a:xfrm>
            <a:off x="6029632" y="4511391"/>
            <a:ext cx="1794841" cy="400110"/>
          </a:xfrm>
          <a:prstGeom prst="rect">
            <a:avLst/>
          </a:prstGeom>
          <a:noFill/>
        </p:spPr>
        <p:txBody>
          <a:bodyPr wrap="square" rtlCol="0">
            <a:spAutoFit/>
          </a:bodyPr>
          <a:lstStyle/>
          <a:p>
            <a:r>
              <a:rPr lang="en-ZA" sz="2000" dirty="0"/>
              <a:t>5. Password&gt;</a:t>
            </a:r>
          </a:p>
        </p:txBody>
      </p:sp>
      <p:sp>
        <p:nvSpPr>
          <p:cNvPr id="58" name="TextBox 57">
            <a:extLst>
              <a:ext uri="{FF2B5EF4-FFF2-40B4-BE49-F238E27FC236}">
                <a16:creationId xmlns:a16="http://schemas.microsoft.com/office/drawing/2014/main" id="{DDE7DBDA-D577-DAA0-F8A4-D1FBF01E18FA}"/>
              </a:ext>
            </a:extLst>
          </p:cNvPr>
          <p:cNvSpPr txBox="1"/>
          <p:nvPr/>
        </p:nvSpPr>
        <p:spPr>
          <a:xfrm>
            <a:off x="7549689" y="4508386"/>
            <a:ext cx="1342978" cy="415498"/>
          </a:xfrm>
          <a:prstGeom prst="rect">
            <a:avLst/>
          </a:prstGeom>
          <a:noFill/>
        </p:spPr>
        <p:txBody>
          <a:bodyPr wrap="square" rtlCol="0">
            <a:spAutoFit/>
          </a:bodyPr>
          <a:lstStyle/>
          <a:p>
            <a:r>
              <a:rPr lang="en-ZA" sz="1050" dirty="0"/>
              <a:t>Password</a:t>
            </a:r>
          </a:p>
          <a:p>
            <a:r>
              <a:rPr lang="en-ZA" sz="1050" dirty="0"/>
              <a:t>Confirm password </a:t>
            </a:r>
          </a:p>
        </p:txBody>
      </p:sp>
      <p:sp>
        <p:nvSpPr>
          <p:cNvPr id="59" name="Rectangle 58">
            <a:extLst>
              <a:ext uri="{FF2B5EF4-FFF2-40B4-BE49-F238E27FC236}">
                <a16:creationId xmlns:a16="http://schemas.microsoft.com/office/drawing/2014/main" id="{7FA74691-4D6B-B6B1-9349-884722C5373C}"/>
              </a:ext>
            </a:extLst>
          </p:cNvPr>
          <p:cNvSpPr/>
          <p:nvPr/>
        </p:nvSpPr>
        <p:spPr>
          <a:xfrm>
            <a:off x="655321" y="556445"/>
            <a:ext cx="4450638" cy="516193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ZA"/>
          </a:p>
        </p:txBody>
      </p:sp>
      <p:sp>
        <p:nvSpPr>
          <p:cNvPr id="60" name="Rectangle 59">
            <a:extLst>
              <a:ext uri="{FF2B5EF4-FFF2-40B4-BE49-F238E27FC236}">
                <a16:creationId xmlns:a16="http://schemas.microsoft.com/office/drawing/2014/main" id="{B97D5D62-F94D-DDE2-3025-F355CD0FD7E8}"/>
              </a:ext>
            </a:extLst>
          </p:cNvPr>
          <p:cNvSpPr/>
          <p:nvPr/>
        </p:nvSpPr>
        <p:spPr>
          <a:xfrm>
            <a:off x="1939528" y="631904"/>
            <a:ext cx="1762021" cy="1323439"/>
          </a:xfrm>
          <a:prstGeom prst="rect">
            <a:avLst/>
          </a:prstGeom>
          <a:noFill/>
        </p:spPr>
        <p:txBody>
          <a:bodyPr wrap="none" lIns="91440" tIns="45720" rIns="91440" bIns="45720">
            <a:spAutoFit/>
          </a:bodyPr>
          <a:lstStyle/>
          <a:p>
            <a:pPr algn="ctr"/>
            <a:r>
              <a:rPr lang="en-US" sz="80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MG</a:t>
            </a:r>
          </a:p>
        </p:txBody>
      </p:sp>
      <p:sp>
        <p:nvSpPr>
          <p:cNvPr id="61" name="TextBox 60">
            <a:extLst>
              <a:ext uri="{FF2B5EF4-FFF2-40B4-BE49-F238E27FC236}">
                <a16:creationId xmlns:a16="http://schemas.microsoft.com/office/drawing/2014/main" id="{C4DC33D5-CAFA-8ED7-7631-E9BBB07671C6}"/>
              </a:ext>
            </a:extLst>
          </p:cNvPr>
          <p:cNvSpPr txBox="1"/>
          <p:nvPr/>
        </p:nvSpPr>
        <p:spPr>
          <a:xfrm>
            <a:off x="1065878" y="1675786"/>
            <a:ext cx="3550447" cy="369332"/>
          </a:xfrm>
          <a:prstGeom prst="rect">
            <a:avLst/>
          </a:prstGeom>
          <a:noFill/>
        </p:spPr>
        <p:txBody>
          <a:bodyPr wrap="square" rtlCol="0">
            <a:spAutoFit/>
          </a:bodyPr>
          <a:lstStyle/>
          <a:p>
            <a:r>
              <a:rPr lang="en-ZA" dirty="0"/>
              <a:t>Moving effective and efficiently </a:t>
            </a:r>
          </a:p>
        </p:txBody>
      </p:sp>
      <p:sp>
        <p:nvSpPr>
          <p:cNvPr id="62" name="TextBox 61">
            <a:extLst>
              <a:ext uri="{FF2B5EF4-FFF2-40B4-BE49-F238E27FC236}">
                <a16:creationId xmlns:a16="http://schemas.microsoft.com/office/drawing/2014/main" id="{FFE3BC2C-1E21-3C61-2AD9-D28AAB3E1D41}"/>
              </a:ext>
            </a:extLst>
          </p:cNvPr>
          <p:cNvSpPr txBox="1"/>
          <p:nvPr/>
        </p:nvSpPr>
        <p:spPr>
          <a:xfrm>
            <a:off x="765718" y="2360813"/>
            <a:ext cx="2054820" cy="954107"/>
          </a:xfrm>
          <a:prstGeom prst="rect">
            <a:avLst/>
          </a:prstGeom>
          <a:noFill/>
        </p:spPr>
        <p:txBody>
          <a:bodyPr wrap="square" rtlCol="0">
            <a:spAutoFit/>
          </a:bodyPr>
          <a:lstStyle/>
          <a:p>
            <a:r>
              <a:rPr lang="en-ZA" sz="2800" dirty="0"/>
              <a:t>Username:</a:t>
            </a:r>
          </a:p>
          <a:p>
            <a:r>
              <a:rPr lang="en-ZA" sz="2800" dirty="0"/>
              <a:t>Password :</a:t>
            </a:r>
          </a:p>
        </p:txBody>
      </p:sp>
      <p:cxnSp>
        <p:nvCxnSpPr>
          <p:cNvPr id="64" name="Straight Arrow Connector 63">
            <a:extLst>
              <a:ext uri="{FF2B5EF4-FFF2-40B4-BE49-F238E27FC236}">
                <a16:creationId xmlns:a16="http://schemas.microsoft.com/office/drawing/2014/main" id="{6CE3654F-EE9A-F587-6DE6-7044499B0EB8}"/>
              </a:ext>
            </a:extLst>
          </p:cNvPr>
          <p:cNvCxnSpPr/>
          <p:nvPr/>
        </p:nvCxnSpPr>
        <p:spPr>
          <a:xfrm>
            <a:off x="2736530" y="3377277"/>
            <a:ext cx="0" cy="60552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5" name="TextBox 64">
            <a:extLst>
              <a:ext uri="{FF2B5EF4-FFF2-40B4-BE49-F238E27FC236}">
                <a16:creationId xmlns:a16="http://schemas.microsoft.com/office/drawing/2014/main" id="{10CE1D8C-3AC0-B182-20C2-F18B0C8D2653}"/>
              </a:ext>
            </a:extLst>
          </p:cNvPr>
          <p:cNvSpPr txBox="1"/>
          <p:nvPr/>
        </p:nvSpPr>
        <p:spPr>
          <a:xfrm>
            <a:off x="1709123" y="4356769"/>
            <a:ext cx="2054813" cy="461665"/>
          </a:xfrm>
          <a:prstGeom prst="rect">
            <a:avLst/>
          </a:prstGeom>
          <a:noFill/>
        </p:spPr>
        <p:txBody>
          <a:bodyPr wrap="square" rtlCol="0">
            <a:spAutoFit/>
          </a:bodyPr>
          <a:lstStyle/>
          <a:p>
            <a:r>
              <a:rPr lang="en-ZA" sz="2400" dirty="0"/>
              <a:t>Create profile</a:t>
            </a:r>
          </a:p>
        </p:txBody>
      </p:sp>
    </p:spTree>
    <p:extLst>
      <p:ext uri="{BB962C8B-B14F-4D97-AF65-F5344CB8AC3E}">
        <p14:creationId xmlns:p14="http://schemas.microsoft.com/office/powerpoint/2010/main" val="3545187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74ED7359-4558-8896-F44D-FCFAC9C243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718852"/>
          </a:xfrm>
          <a:prstGeom prst="rect">
            <a:avLst/>
          </a:prstGeom>
        </p:spPr>
      </p:pic>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4F8AD5B9-73A0-BE65-3210-03C1E0FC2C92}"/>
                  </a:ext>
                </a:extLst>
              </p14:cNvPr>
              <p14:cNvContentPartPr/>
              <p14:nvPr/>
            </p14:nvContentPartPr>
            <p14:xfrm>
              <a:off x="1202525" y="5672207"/>
              <a:ext cx="322920" cy="112320"/>
            </p14:xfrm>
          </p:contentPart>
        </mc:Choice>
        <mc:Fallback xmlns="">
          <p:pic>
            <p:nvPicPr>
              <p:cNvPr id="8" name="Ink 7">
                <a:extLst>
                  <a:ext uri="{FF2B5EF4-FFF2-40B4-BE49-F238E27FC236}">
                    <a16:creationId xmlns:a16="http://schemas.microsoft.com/office/drawing/2014/main" id="{4F8AD5B9-73A0-BE65-3210-03C1E0FC2C92}"/>
                  </a:ext>
                </a:extLst>
              </p:cNvPr>
              <p:cNvPicPr/>
              <p:nvPr/>
            </p:nvPicPr>
            <p:blipFill>
              <a:blip r:embed="rId5"/>
              <a:stretch>
                <a:fillRect/>
              </a:stretch>
            </p:blipFill>
            <p:spPr>
              <a:xfrm>
                <a:off x="1196405" y="5666087"/>
                <a:ext cx="335160" cy="1245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E61E5BE6-A78E-C634-212A-698A8D663221}"/>
                  </a:ext>
                </a:extLst>
              </p14:cNvPr>
              <p14:cNvContentPartPr/>
              <p14:nvPr/>
            </p14:nvContentPartPr>
            <p14:xfrm>
              <a:off x="1085525" y="5694887"/>
              <a:ext cx="481680" cy="111600"/>
            </p14:xfrm>
          </p:contentPart>
        </mc:Choice>
        <mc:Fallback xmlns="">
          <p:pic>
            <p:nvPicPr>
              <p:cNvPr id="9" name="Ink 8">
                <a:extLst>
                  <a:ext uri="{FF2B5EF4-FFF2-40B4-BE49-F238E27FC236}">
                    <a16:creationId xmlns:a16="http://schemas.microsoft.com/office/drawing/2014/main" id="{E61E5BE6-A78E-C634-212A-698A8D663221}"/>
                  </a:ext>
                </a:extLst>
              </p:cNvPr>
              <p:cNvPicPr/>
              <p:nvPr/>
            </p:nvPicPr>
            <p:blipFill>
              <a:blip r:embed="rId7"/>
              <a:stretch>
                <a:fillRect/>
              </a:stretch>
            </p:blipFill>
            <p:spPr>
              <a:xfrm>
                <a:off x="1022525" y="5631887"/>
                <a:ext cx="607320" cy="2372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1" name="Ink 10">
                <a:extLst>
                  <a:ext uri="{FF2B5EF4-FFF2-40B4-BE49-F238E27FC236}">
                    <a16:creationId xmlns:a16="http://schemas.microsoft.com/office/drawing/2014/main" id="{ADF682E8-7CD7-DF65-4E3B-B8F83A29A401}"/>
                  </a:ext>
                </a:extLst>
              </p14:cNvPr>
              <p14:cNvContentPartPr/>
              <p14:nvPr/>
            </p14:nvContentPartPr>
            <p14:xfrm>
              <a:off x="2773565" y="5793887"/>
              <a:ext cx="605880" cy="11520"/>
            </p14:xfrm>
          </p:contentPart>
        </mc:Choice>
        <mc:Fallback xmlns="">
          <p:pic>
            <p:nvPicPr>
              <p:cNvPr id="11" name="Ink 10">
                <a:extLst>
                  <a:ext uri="{FF2B5EF4-FFF2-40B4-BE49-F238E27FC236}">
                    <a16:creationId xmlns:a16="http://schemas.microsoft.com/office/drawing/2014/main" id="{ADF682E8-7CD7-DF65-4E3B-B8F83A29A401}"/>
                  </a:ext>
                </a:extLst>
              </p:cNvPr>
              <p:cNvPicPr/>
              <p:nvPr/>
            </p:nvPicPr>
            <p:blipFill>
              <a:blip r:embed="rId9"/>
              <a:stretch>
                <a:fillRect/>
              </a:stretch>
            </p:blipFill>
            <p:spPr>
              <a:xfrm>
                <a:off x="2710925" y="5730887"/>
                <a:ext cx="731520" cy="1371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2" name="Ink 11">
                <a:extLst>
                  <a:ext uri="{FF2B5EF4-FFF2-40B4-BE49-F238E27FC236}">
                    <a16:creationId xmlns:a16="http://schemas.microsoft.com/office/drawing/2014/main" id="{51434E0E-FC1C-EDFF-E8ED-B669704011D9}"/>
                  </a:ext>
                </a:extLst>
              </p14:cNvPr>
              <p14:cNvContentPartPr/>
              <p14:nvPr/>
            </p14:nvContentPartPr>
            <p14:xfrm>
              <a:off x="1086245" y="6211847"/>
              <a:ext cx="871920" cy="360"/>
            </p14:xfrm>
          </p:contentPart>
        </mc:Choice>
        <mc:Fallback xmlns="">
          <p:pic>
            <p:nvPicPr>
              <p:cNvPr id="12" name="Ink 11">
                <a:extLst>
                  <a:ext uri="{FF2B5EF4-FFF2-40B4-BE49-F238E27FC236}">
                    <a16:creationId xmlns:a16="http://schemas.microsoft.com/office/drawing/2014/main" id="{51434E0E-FC1C-EDFF-E8ED-B669704011D9}"/>
                  </a:ext>
                </a:extLst>
              </p:cNvPr>
              <p:cNvPicPr/>
              <p:nvPr/>
            </p:nvPicPr>
            <p:blipFill>
              <a:blip r:embed="rId11"/>
              <a:stretch>
                <a:fillRect/>
              </a:stretch>
            </p:blipFill>
            <p:spPr>
              <a:xfrm>
                <a:off x="1023245" y="6149207"/>
                <a:ext cx="997560" cy="126000"/>
              </a:xfrm>
              <a:prstGeom prst="rect">
                <a:avLst/>
              </a:prstGeom>
            </p:spPr>
          </p:pic>
        </mc:Fallback>
      </mc:AlternateContent>
      <p:grpSp>
        <p:nvGrpSpPr>
          <p:cNvPr id="15" name="Group 14">
            <a:extLst>
              <a:ext uri="{FF2B5EF4-FFF2-40B4-BE49-F238E27FC236}">
                <a16:creationId xmlns:a16="http://schemas.microsoft.com/office/drawing/2014/main" id="{E02A6635-5948-8C33-B272-C2AE8E485D5A}"/>
              </a:ext>
            </a:extLst>
          </p:cNvPr>
          <p:cNvGrpSpPr/>
          <p:nvPr/>
        </p:nvGrpSpPr>
        <p:grpSpPr>
          <a:xfrm>
            <a:off x="1117925" y="6567887"/>
            <a:ext cx="2696760" cy="102960"/>
            <a:chOff x="1117925" y="6567887"/>
            <a:chExt cx="2696760" cy="102960"/>
          </a:xfrm>
        </p:grpSpPr>
        <mc:AlternateContent xmlns:mc="http://schemas.openxmlformats.org/markup-compatibility/2006" xmlns:p14="http://schemas.microsoft.com/office/powerpoint/2010/main">
          <mc:Choice Requires="p14">
            <p:contentPart p14:bwMode="auto" r:id="rId12">
              <p14:nvContentPartPr>
                <p14:cNvPr id="13" name="Ink 12">
                  <a:extLst>
                    <a:ext uri="{FF2B5EF4-FFF2-40B4-BE49-F238E27FC236}">
                      <a16:creationId xmlns:a16="http://schemas.microsoft.com/office/drawing/2014/main" id="{C094BD43-1519-E247-3A4D-E959256369BB}"/>
                    </a:ext>
                  </a:extLst>
                </p14:cNvPr>
                <p14:cNvContentPartPr/>
                <p14:nvPr/>
              </p14:nvContentPartPr>
              <p14:xfrm>
                <a:off x="1117925" y="6567887"/>
                <a:ext cx="969840" cy="102960"/>
              </p14:xfrm>
            </p:contentPart>
          </mc:Choice>
          <mc:Fallback xmlns="">
            <p:pic>
              <p:nvPicPr>
                <p:cNvPr id="13" name="Ink 12">
                  <a:extLst>
                    <a:ext uri="{FF2B5EF4-FFF2-40B4-BE49-F238E27FC236}">
                      <a16:creationId xmlns:a16="http://schemas.microsoft.com/office/drawing/2014/main" id="{C094BD43-1519-E247-3A4D-E959256369BB}"/>
                    </a:ext>
                  </a:extLst>
                </p:cNvPr>
                <p:cNvPicPr/>
                <p:nvPr/>
              </p:nvPicPr>
              <p:blipFill>
                <a:blip r:embed="rId13"/>
                <a:stretch>
                  <a:fillRect/>
                </a:stretch>
              </p:blipFill>
              <p:spPr>
                <a:xfrm>
                  <a:off x="1054925" y="6504887"/>
                  <a:ext cx="1095480" cy="2286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4" name="Ink 13">
                  <a:extLst>
                    <a:ext uri="{FF2B5EF4-FFF2-40B4-BE49-F238E27FC236}">
                      <a16:creationId xmlns:a16="http://schemas.microsoft.com/office/drawing/2014/main" id="{3393049F-B7B5-9664-62EB-93D03D4E1391}"/>
                    </a:ext>
                  </a:extLst>
                </p14:cNvPr>
                <p14:cNvContentPartPr/>
                <p14:nvPr/>
              </p14:nvContentPartPr>
              <p14:xfrm>
                <a:off x="2723165" y="6608927"/>
                <a:ext cx="1091520" cy="20880"/>
              </p14:xfrm>
            </p:contentPart>
          </mc:Choice>
          <mc:Fallback xmlns="">
            <p:pic>
              <p:nvPicPr>
                <p:cNvPr id="14" name="Ink 13">
                  <a:extLst>
                    <a:ext uri="{FF2B5EF4-FFF2-40B4-BE49-F238E27FC236}">
                      <a16:creationId xmlns:a16="http://schemas.microsoft.com/office/drawing/2014/main" id="{3393049F-B7B5-9664-62EB-93D03D4E1391}"/>
                    </a:ext>
                  </a:extLst>
                </p:cNvPr>
                <p:cNvPicPr/>
                <p:nvPr/>
              </p:nvPicPr>
              <p:blipFill>
                <a:blip r:embed="rId15"/>
                <a:stretch>
                  <a:fillRect/>
                </a:stretch>
              </p:blipFill>
              <p:spPr>
                <a:xfrm>
                  <a:off x="2660165" y="6545927"/>
                  <a:ext cx="1217160" cy="1465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6">
            <p14:nvContentPartPr>
              <p14:cNvPr id="16" name="Ink 15">
                <a:extLst>
                  <a:ext uri="{FF2B5EF4-FFF2-40B4-BE49-F238E27FC236}">
                    <a16:creationId xmlns:a16="http://schemas.microsoft.com/office/drawing/2014/main" id="{EDF42A79-1D72-B691-BC1E-83F6B0EBEAC9}"/>
                  </a:ext>
                </a:extLst>
              </p14:cNvPr>
              <p14:cNvContentPartPr/>
              <p14:nvPr/>
            </p14:nvContentPartPr>
            <p14:xfrm>
              <a:off x="2792645" y="6211847"/>
              <a:ext cx="1129320" cy="90000"/>
            </p14:xfrm>
          </p:contentPart>
        </mc:Choice>
        <mc:Fallback xmlns="">
          <p:pic>
            <p:nvPicPr>
              <p:cNvPr id="16" name="Ink 15">
                <a:extLst>
                  <a:ext uri="{FF2B5EF4-FFF2-40B4-BE49-F238E27FC236}">
                    <a16:creationId xmlns:a16="http://schemas.microsoft.com/office/drawing/2014/main" id="{EDF42A79-1D72-B691-BC1E-83F6B0EBEAC9}"/>
                  </a:ext>
                </a:extLst>
              </p:cNvPr>
              <p:cNvPicPr/>
              <p:nvPr/>
            </p:nvPicPr>
            <p:blipFill>
              <a:blip r:embed="rId17"/>
              <a:stretch>
                <a:fillRect/>
              </a:stretch>
            </p:blipFill>
            <p:spPr>
              <a:xfrm>
                <a:off x="2729645" y="6149207"/>
                <a:ext cx="1254960" cy="215640"/>
              </a:xfrm>
              <a:prstGeom prst="rect">
                <a:avLst/>
              </a:prstGeom>
            </p:spPr>
          </p:pic>
        </mc:Fallback>
      </mc:AlternateContent>
      <p:sp>
        <p:nvSpPr>
          <p:cNvPr id="17" name="TextBox 16">
            <a:extLst>
              <a:ext uri="{FF2B5EF4-FFF2-40B4-BE49-F238E27FC236}">
                <a16:creationId xmlns:a16="http://schemas.microsoft.com/office/drawing/2014/main" id="{DDE6F77A-A486-C1F4-AE2B-7E7B02A4390B}"/>
              </a:ext>
            </a:extLst>
          </p:cNvPr>
          <p:cNvSpPr txBox="1"/>
          <p:nvPr/>
        </p:nvSpPr>
        <p:spPr>
          <a:xfrm>
            <a:off x="1155584" y="5599861"/>
            <a:ext cx="894522" cy="369332"/>
          </a:xfrm>
          <a:prstGeom prst="rect">
            <a:avLst/>
          </a:prstGeom>
          <a:noFill/>
        </p:spPr>
        <p:txBody>
          <a:bodyPr wrap="square" rtlCol="0">
            <a:spAutoFit/>
          </a:bodyPr>
          <a:lstStyle/>
          <a:p>
            <a:r>
              <a:rPr lang="en-ZA" dirty="0"/>
              <a:t>client</a:t>
            </a:r>
          </a:p>
        </p:txBody>
      </p:sp>
      <p:sp>
        <p:nvSpPr>
          <p:cNvPr id="18" name="TextBox 17">
            <a:extLst>
              <a:ext uri="{FF2B5EF4-FFF2-40B4-BE49-F238E27FC236}">
                <a16:creationId xmlns:a16="http://schemas.microsoft.com/office/drawing/2014/main" id="{851504B3-D794-FD50-8FD3-B30DCA6CE025}"/>
              </a:ext>
            </a:extLst>
          </p:cNvPr>
          <p:cNvSpPr txBox="1"/>
          <p:nvPr/>
        </p:nvSpPr>
        <p:spPr>
          <a:xfrm>
            <a:off x="2989722" y="5599861"/>
            <a:ext cx="1113182" cy="369332"/>
          </a:xfrm>
          <a:prstGeom prst="rect">
            <a:avLst/>
          </a:prstGeom>
          <a:noFill/>
        </p:spPr>
        <p:txBody>
          <a:bodyPr wrap="square" rtlCol="0">
            <a:spAutoFit/>
          </a:bodyPr>
          <a:lstStyle/>
          <a:p>
            <a:r>
              <a:rPr lang="en-ZA" dirty="0"/>
              <a:t>Truck reg </a:t>
            </a:r>
          </a:p>
        </p:txBody>
      </p:sp>
      <p:sp>
        <p:nvSpPr>
          <p:cNvPr id="19" name="TextBox 18">
            <a:extLst>
              <a:ext uri="{FF2B5EF4-FFF2-40B4-BE49-F238E27FC236}">
                <a16:creationId xmlns:a16="http://schemas.microsoft.com/office/drawing/2014/main" id="{EDFB2230-4DF8-1361-EE3F-30BBA4AAAAC5}"/>
              </a:ext>
            </a:extLst>
          </p:cNvPr>
          <p:cNvSpPr txBox="1"/>
          <p:nvPr/>
        </p:nvSpPr>
        <p:spPr>
          <a:xfrm>
            <a:off x="1232609" y="6020715"/>
            <a:ext cx="1103243" cy="369332"/>
          </a:xfrm>
          <a:prstGeom prst="rect">
            <a:avLst/>
          </a:prstGeom>
          <a:noFill/>
        </p:spPr>
        <p:txBody>
          <a:bodyPr wrap="square" rtlCol="0">
            <a:spAutoFit/>
          </a:bodyPr>
          <a:lstStyle/>
          <a:p>
            <a:r>
              <a:rPr lang="en-ZA" dirty="0"/>
              <a:t>Eli</a:t>
            </a:r>
          </a:p>
        </p:txBody>
      </p:sp>
      <p:sp>
        <p:nvSpPr>
          <p:cNvPr id="20" name="TextBox 19">
            <a:extLst>
              <a:ext uri="{FF2B5EF4-FFF2-40B4-BE49-F238E27FC236}">
                <a16:creationId xmlns:a16="http://schemas.microsoft.com/office/drawing/2014/main" id="{CBD37D89-390C-0F04-6E3C-33363369CB94}"/>
              </a:ext>
            </a:extLst>
          </p:cNvPr>
          <p:cNvSpPr txBox="1"/>
          <p:nvPr/>
        </p:nvSpPr>
        <p:spPr>
          <a:xfrm>
            <a:off x="2887888" y="6020715"/>
            <a:ext cx="1490870" cy="369332"/>
          </a:xfrm>
          <a:prstGeom prst="rect">
            <a:avLst/>
          </a:prstGeom>
          <a:noFill/>
        </p:spPr>
        <p:txBody>
          <a:bodyPr wrap="square" rtlCol="0">
            <a:spAutoFit/>
          </a:bodyPr>
          <a:lstStyle/>
          <a:p>
            <a:r>
              <a:rPr lang="en-ZA" dirty="0"/>
              <a:t>12nv34 </a:t>
            </a:r>
            <a:r>
              <a:rPr lang="en-ZA" dirty="0" err="1"/>
              <a:t>gp</a:t>
            </a:r>
            <a:endParaRPr lang="en-ZA" dirty="0"/>
          </a:p>
        </p:txBody>
      </p:sp>
    </p:spTree>
    <p:extLst>
      <p:ext uri="{BB962C8B-B14F-4D97-AF65-F5344CB8AC3E}">
        <p14:creationId xmlns:p14="http://schemas.microsoft.com/office/powerpoint/2010/main" val="24779422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54F6E16-B958-1389-04E7-F3C68B754B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44841"/>
            <a:ext cx="12192000" cy="6568318"/>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27E2E242-BCAA-A601-AFAA-4E23A21E8EBA}"/>
                  </a:ext>
                </a:extLst>
              </p14:cNvPr>
              <p14:cNvContentPartPr/>
              <p14:nvPr/>
            </p14:nvContentPartPr>
            <p14:xfrm>
              <a:off x="5754365" y="1119428"/>
              <a:ext cx="1233360" cy="418320"/>
            </p14:xfrm>
          </p:contentPart>
        </mc:Choice>
        <mc:Fallback xmlns="">
          <p:pic>
            <p:nvPicPr>
              <p:cNvPr id="6" name="Ink 5">
                <a:extLst>
                  <a:ext uri="{FF2B5EF4-FFF2-40B4-BE49-F238E27FC236}">
                    <a16:creationId xmlns:a16="http://schemas.microsoft.com/office/drawing/2014/main" id="{27E2E242-BCAA-A601-AFAA-4E23A21E8EBA}"/>
                  </a:ext>
                </a:extLst>
              </p:cNvPr>
              <p:cNvPicPr/>
              <p:nvPr/>
            </p:nvPicPr>
            <p:blipFill>
              <a:blip r:embed="rId5"/>
              <a:stretch>
                <a:fillRect/>
              </a:stretch>
            </p:blipFill>
            <p:spPr>
              <a:xfrm>
                <a:off x="5691365" y="1056428"/>
                <a:ext cx="1359000" cy="5439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8" name="Ink 7">
                <a:extLst>
                  <a:ext uri="{FF2B5EF4-FFF2-40B4-BE49-F238E27FC236}">
                    <a16:creationId xmlns:a16="http://schemas.microsoft.com/office/drawing/2014/main" id="{3032449D-2181-F22F-EFE7-A84529F4321C}"/>
                  </a:ext>
                </a:extLst>
              </p14:cNvPr>
              <p14:cNvContentPartPr/>
              <p14:nvPr/>
            </p14:nvContentPartPr>
            <p14:xfrm>
              <a:off x="897965" y="1225628"/>
              <a:ext cx="1202400" cy="218880"/>
            </p14:xfrm>
          </p:contentPart>
        </mc:Choice>
        <mc:Fallback xmlns="">
          <p:pic>
            <p:nvPicPr>
              <p:cNvPr id="8" name="Ink 7">
                <a:extLst>
                  <a:ext uri="{FF2B5EF4-FFF2-40B4-BE49-F238E27FC236}">
                    <a16:creationId xmlns:a16="http://schemas.microsoft.com/office/drawing/2014/main" id="{3032449D-2181-F22F-EFE7-A84529F4321C}"/>
                  </a:ext>
                </a:extLst>
              </p:cNvPr>
              <p:cNvPicPr/>
              <p:nvPr/>
            </p:nvPicPr>
            <p:blipFill>
              <a:blip r:embed="rId7"/>
              <a:stretch>
                <a:fillRect/>
              </a:stretch>
            </p:blipFill>
            <p:spPr>
              <a:xfrm>
                <a:off x="834965" y="1162628"/>
                <a:ext cx="1328040" cy="3445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A5EE5AB9-4754-E6D7-950B-1A906CD0A095}"/>
                  </a:ext>
                </a:extLst>
              </p14:cNvPr>
              <p14:cNvContentPartPr/>
              <p14:nvPr/>
            </p14:nvContentPartPr>
            <p14:xfrm>
              <a:off x="1133045" y="1281428"/>
              <a:ext cx="725760" cy="185400"/>
            </p14:xfrm>
          </p:contentPart>
        </mc:Choice>
        <mc:Fallback xmlns="">
          <p:pic>
            <p:nvPicPr>
              <p:cNvPr id="10" name="Ink 9">
                <a:extLst>
                  <a:ext uri="{FF2B5EF4-FFF2-40B4-BE49-F238E27FC236}">
                    <a16:creationId xmlns:a16="http://schemas.microsoft.com/office/drawing/2014/main" id="{A5EE5AB9-4754-E6D7-950B-1A906CD0A095}"/>
                  </a:ext>
                </a:extLst>
              </p:cNvPr>
              <p:cNvPicPr/>
              <p:nvPr/>
            </p:nvPicPr>
            <p:blipFill>
              <a:blip r:embed="rId9"/>
              <a:stretch>
                <a:fillRect/>
              </a:stretch>
            </p:blipFill>
            <p:spPr>
              <a:xfrm>
                <a:off x="1070405" y="1218788"/>
                <a:ext cx="851400" cy="3110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1" name="Ink 10">
                <a:extLst>
                  <a:ext uri="{FF2B5EF4-FFF2-40B4-BE49-F238E27FC236}">
                    <a16:creationId xmlns:a16="http://schemas.microsoft.com/office/drawing/2014/main" id="{F69C0A58-18B1-8C4C-64D0-F0A94ABD86E4}"/>
                  </a:ext>
                </a:extLst>
              </p14:cNvPr>
              <p14:cNvContentPartPr/>
              <p14:nvPr/>
            </p14:nvContentPartPr>
            <p14:xfrm>
              <a:off x="9390725" y="2047508"/>
              <a:ext cx="1612080" cy="837000"/>
            </p14:xfrm>
          </p:contentPart>
        </mc:Choice>
        <mc:Fallback xmlns="">
          <p:pic>
            <p:nvPicPr>
              <p:cNvPr id="11" name="Ink 10">
                <a:extLst>
                  <a:ext uri="{FF2B5EF4-FFF2-40B4-BE49-F238E27FC236}">
                    <a16:creationId xmlns:a16="http://schemas.microsoft.com/office/drawing/2014/main" id="{F69C0A58-18B1-8C4C-64D0-F0A94ABD86E4}"/>
                  </a:ext>
                </a:extLst>
              </p:cNvPr>
              <p:cNvPicPr/>
              <p:nvPr/>
            </p:nvPicPr>
            <p:blipFill>
              <a:blip r:embed="rId11"/>
              <a:stretch>
                <a:fillRect/>
              </a:stretch>
            </p:blipFill>
            <p:spPr>
              <a:xfrm>
                <a:off x="9327725" y="1984508"/>
                <a:ext cx="1737720" cy="962640"/>
              </a:xfrm>
              <a:prstGeom prst="rect">
                <a:avLst/>
              </a:prstGeom>
            </p:spPr>
          </p:pic>
        </mc:Fallback>
      </mc:AlternateContent>
      <p:sp>
        <p:nvSpPr>
          <p:cNvPr id="12" name="TextBox 11">
            <a:extLst>
              <a:ext uri="{FF2B5EF4-FFF2-40B4-BE49-F238E27FC236}">
                <a16:creationId xmlns:a16="http://schemas.microsoft.com/office/drawing/2014/main" id="{AC52819F-274D-B0C6-D26E-7916FD9CDD9E}"/>
              </a:ext>
            </a:extLst>
          </p:cNvPr>
          <p:cNvSpPr txBox="1"/>
          <p:nvPr/>
        </p:nvSpPr>
        <p:spPr>
          <a:xfrm>
            <a:off x="9625265" y="1740932"/>
            <a:ext cx="1143000" cy="369332"/>
          </a:xfrm>
          <a:prstGeom prst="rect">
            <a:avLst/>
          </a:prstGeom>
          <a:noFill/>
        </p:spPr>
        <p:txBody>
          <a:bodyPr wrap="square" rtlCol="0">
            <a:spAutoFit/>
          </a:bodyPr>
          <a:lstStyle/>
          <a:p>
            <a:r>
              <a:rPr lang="en-ZA" dirty="0"/>
              <a:t>Tons </a:t>
            </a:r>
          </a:p>
        </p:txBody>
      </p:sp>
      <p:sp>
        <p:nvSpPr>
          <p:cNvPr id="13" name="TextBox 12">
            <a:extLst>
              <a:ext uri="{FF2B5EF4-FFF2-40B4-BE49-F238E27FC236}">
                <a16:creationId xmlns:a16="http://schemas.microsoft.com/office/drawing/2014/main" id="{5DBAC7A6-EEF1-FF6E-B160-FFC799696574}"/>
              </a:ext>
            </a:extLst>
          </p:cNvPr>
          <p:cNvSpPr txBox="1"/>
          <p:nvPr/>
        </p:nvSpPr>
        <p:spPr>
          <a:xfrm>
            <a:off x="9297274" y="1962761"/>
            <a:ext cx="1262270" cy="830997"/>
          </a:xfrm>
          <a:prstGeom prst="rect">
            <a:avLst/>
          </a:prstGeom>
          <a:noFill/>
        </p:spPr>
        <p:txBody>
          <a:bodyPr wrap="square" rtlCol="0">
            <a:spAutoFit/>
          </a:bodyPr>
          <a:lstStyle/>
          <a:p>
            <a:r>
              <a:rPr lang="en-ZA" sz="1200" dirty="0"/>
              <a:t>Day=</a:t>
            </a:r>
          </a:p>
          <a:p>
            <a:r>
              <a:rPr lang="en-ZA" sz="1200" dirty="0"/>
              <a:t>Week= </a:t>
            </a:r>
          </a:p>
          <a:p>
            <a:r>
              <a:rPr lang="en-ZA" sz="1200" dirty="0"/>
              <a:t>Month=</a:t>
            </a:r>
          </a:p>
          <a:p>
            <a:r>
              <a:rPr lang="en-ZA" sz="1200" dirty="0"/>
              <a:t>Year=</a:t>
            </a:r>
          </a:p>
        </p:txBody>
      </p:sp>
      <mc:AlternateContent xmlns:mc="http://schemas.openxmlformats.org/markup-compatibility/2006" xmlns:p14="http://schemas.microsoft.com/office/powerpoint/2010/main">
        <mc:Choice Requires="p14">
          <p:contentPart p14:bwMode="auto" r:id="rId12">
            <p14:nvContentPartPr>
              <p14:cNvPr id="16" name="Ink 15">
                <a:extLst>
                  <a:ext uri="{FF2B5EF4-FFF2-40B4-BE49-F238E27FC236}">
                    <a16:creationId xmlns:a16="http://schemas.microsoft.com/office/drawing/2014/main" id="{133AA51B-BFF2-90B1-2AF7-F8E0E49B6E98}"/>
                  </a:ext>
                </a:extLst>
              </p14:cNvPr>
              <p14:cNvContentPartPr/>
              <p14:nvPr/>
            </p14:nvContentPartPr>
            <p14:xfrm>
              <a:off x="10119365" y="1212308"/>
              <a:ext cx="1661760" cy="308520"/>
            </p14:xfrm>
          </p:contentPart>
        </mc:Choice>
        <mc:Fallback xmlns="">
          <p:pic>
            <p:nvPicPr>
              <p:cNvPr id="16" name="Ink 15">
                <a:extLst>
                  <a:ext uri="{FF2B5EF4-FFF2-40B4-BE49-F238E27FC236}">
                    <a16:creationId xmlns:a16="http://schemas.microsoft.com/office/drawing/2014/main" id="{133AA51B-BFF2-90B1-2AF7-F8E0E49B6E98}"/>
                  </a:ext>
                </a:extLst>
              </p:cNvPr>
              <p:cNvPicPr/>
              <p:nvPr/>
            </p:nvPicPr>
            <p:blipFill>
              <a:blip r:embed="rId13"/>
              <a:stretch>
                <a:fillRect/>
              </a:stretch>
            </p:blipFill>
            <p:spPr>
              <a:xfrm>
                <a:off x="10056365" y="1149668"/>
                <a:ext cx="1787400" cy="4341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7" name="Ink 16">
                <a:extLst>
                  <a:ext uri="{FF2B5EF4-FFF2-40B4-BE49-F238E27FC236}">
                    <a16:creationId xmlns:a16="http://schemas.microsoft.com/office/drawing/2014/main" id="{22513923-67F4-1891-B8ED-D2287FF23EAA}"/>
                  </a:ext>
                </a:extLst>
              </p14:cNvPr>
              <p14:cNvContentPartPr/>
              <p14:nvPr/>
            </p14:nvContentPartPr>
            <p14:xfrm>
              <a:off x="10221605" y="1299068"/>
              <a:ext cx="1426680" cy="184320"/>
            </p14:xfrm>
          </p:contentPart>
        </mc:Choice>
        <mc:Fallback xmlns="">
          <p:pic>
            <p:nvPicPr>
              <p:cNvPr id="17" name="Ink 16">
                <a:extLst>
                  <a:ext uri="{FF2B5EF4-FFF2-40B4-BE49-F238E27FC236}">
                    <a16:creationId xmlns:a16="http://schemas.microsoft.com/office/drawing/2014/main" id="{22513923-67F4-1891-B8ED-D2287FF23EAA}"/>
                  </a:ext>
                </a:extLst>
              </p:cNvPr>
              <p:cNvPicPr/>
              <p:nvPr/>
            </p:nvPicPr>
            <p:blipFill>
              <a:blip r:embed="rId15"/>
              <a:stretch>
                <a:fillRect/>
              </a:stretch>
            </p:blipFill>
            <p:spPr>
              <a:xfrm>
                <a:off x="10158605" y="1236428"/>
                <a:ext cx="1552320" cy="3099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8" name="Ink 17">
                <a:extLst>
                  <a:ext uri="{FF2B5EF4-FFF2-40B4-BE49-F238E27FC236}">
                    <a16:creationId xmlns:a16="http://schemas.microsoft.com/office/drawing/2014/main" id="{E3DE1235-1E0D-1BAF-21D2-98408F1071DC}"/>
                  </a:ext>
                </a:extLst>
              </p14:cNvPr>
              <p14:cNvContentPartPr/>
              <p14:nvPr/>
            </p14:nvContentPartPr>
            <p14:xfrm>
              <a:off x="10056005" y="1019708"/>
              <a:ext cx="649800" cy="446760"/>
            </p14:xfrm>
          </p:contentPart>
        </mc:Choice>
        <mc:Fallback xmlns="">
          <p:pic>
            <p:nvPicPr>
              <p:cNvPr id="18" name="Ink 17">
                <a:extLst>
                  <a:ext uri="{FF2B5EF4-FFF2-40B4-BE49-F238E27FC236}">
                    <a16:creationId xmlns:a16="http://schemas.microsoft.com/office/drawing/2014/main" id="{E3DE1235-1E0D-1BAF-21D2-98408F1071DC}"/>
                  </a:ext>
                </a:extLst>
              </p:cNvPr>
              <p:cNvPicPr/>
              <p:nvPr/>
            </p:nvPicPr>
            <p:blipFill>
              <a:blip r:embed="rId17"/>
              <a:stretch>
                <a:fillRect/>
              </a:stretch>
            </p:blipFill>
            <p:spPr>
              <a:xfrm>
                <a:off x="9993005" y="957068"/>
                <a:ext cx="775440" cy="572400"/>
              </a:xfrm>
              <a:prstGeom prst="rect">
                <a:avLst/>
              </a:prstGeom>
            </p:spPr>
          </p:pic>
        </mc:Fallback>
      </mc:AlternateContent>
      <p:sp>
        <p:nvSpPr>
          <p:cNvPr id="14" name="TextBox 13">
            <a:extLst>
              <a:ext uri="{FF2B5EF4-FFF2-40B4-BE49-F238E27FC236}">
                <a16:creationId xmlns:a16="http://schemas.microsoft.com/office/drawing/2014/main" id="{F1F23098-A074-5201-1F68-5D3387276757}"/>
              </a:ext>
            </a:extLst>
          </p:cNvPr>
          <p:cNvSpPr txBox="1"/>
          <p:nvPr/>
        </p:nvSpPr>
        <p:spPr>
          <a:xfrm>
            <a:off x="10255844" y="1119428"/>
            <a:ext cx="1425295" cy="461665"/>
          </a:xfrm>
          <a:prstGeom prst="rect">
            <a:avLst/>
          </a:prstGeom>
          <a:noFill/>
        </p:spPr>
        <p:txBody>
          <a:bodyPr wrap="square" rtlCol="0">
            <a:spAutoFit/>
          </a:bodyPr>
          <a:lstStyle/>
          <a:p>
            <a:r>
              <a:rPr lang="en-ZA" sz="1200" dirty="0"/>
              <a:t>Download recon excel spreadsheet </a:t>
            </a:r>
          </a:p>
        </p:txBody>
      </p:sp>
    </p:spTree>
    <p:extLst>
      <p:ext uri="{BB962C8B-B14F-4D97-AF65-F5344CB8AC3E}">
        <p14:creationId xmlns:p14="http://schemas.microsoft.com/office/powerpoint/2010/main" val="1344104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79863D5-3858-3E44-F0FE-07A62E85301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11053"/>
            <a:ext cx="12192000" cy="6435893"/>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A2DDE4E7-12B8-8E34-C1AE-3E306A2B52AB}"/>
                  </a:ext>
                </a:extLst>
              </p14:cNvPr>
              <p14:cNvContentPartPr/>
              <p14:nvPr/>
            </p14:nvContentPartPr>
            <p14:xfrm>
              <a:off x="6152165" y="1709249"/>
              <a:ext cx="420840" cy="21240"/>
            </p14:xfrm>
          </p:contentPart>
        </mc:Choice>
        <mc:Fallback xmlns="">
          <p:pic>
            <p:nvPicPr>
              <p:cNvPr id="6" name="Ink 5">
                <a:extLst>
                  <a:ext uri="{FF2B5EF4-FFF2-40B4-BE49-F238E27FC236}">
                    <a16:creationId xmlns:a16="http://schemas.microsoft.com/office/drawing/2014/main" id="{A2DDE4E7-12B8-8E34-C1AE-3E306A2B52AB}"/>
                  </a:ext>
                </a:extLst>
              </p:cNvPr>
              <p:cNvPicPr/>
              <p:nvPr/>
            </p:nvPicPr>
            <p:blipFill>
              <a:blip r:embed="rId5"/>
              <a:stretch>
                <a:fillRect/>
              </a:stretch>
            </p:blipFill>
            <p:spPr>
              <a:xfrm>
                <a:off x="6089525" y="1646249"/>
                <a:ext cx="546480" cy="146880"/>
              </a:xfrm>
              <a:prstGeom prst="rect">
                <a:avLst/>
              </a:prstGeom>
            </p:spPr>
          </p:pic>
        </mc:Fallback>
      </mc:AlternateContent>
      <p:sp>
        <p:nvSpPr>
          <p:cNvPr id="7" name="TextBox 6">
            <a:extLst>
              <a:ext uri="{FF2B5EF4-FFF2-40B4-BE49-F238E27FC236}">
                <a16:creationId xmlns:a16="http://schemas.microsoft.com/office/drawing/2014/main" id="{06894428-0CAD-392F-C00B-8EF1562B58F2}"/>
              </a:ext>
            </a:extLst>
          </p:cNvPr>
          <p:cNvSpPr txBox="1"/>
          <p:nvPr/>
        </p:nvSpPr>
        <p:spPr>
          <a:xfrm>
            <a:off x="6096000" y="1610139"/>
            <a:ext cx="1656522" cy="338554"/>
          </a:xfrm>
          <a:prstGeom prst="rect">
            <a:avLst/>
          </a:prstGeom>
          <a:noFill/>
        </p:spPr>
        <p:txBody>
          <a:bodyPr wrap="square" rtlCol="0">
            <a:spAutoFit/>
          </a:bodyPr>
          <a:lstStyle/>
          <a:p>
            <a:r>
              <a:rPr lang="en-ZA" sz="1600" dirty="0"/>
              <a:t>Order number</a:t>
            </a:r>
          </a:p>
        </p:txBody>
      </p:sp>
      <mc:AlternateContent xmlns:mc="http://schemas.openxmlformats.org/markup-compatibility/2006" xmlns:p14="http://schemas.microsoft.com/office/powerpoint/2010/main">
        <mc:Choice Requires="p14">
          <p:contentPart p14:bwMode="auto" r:id="rId6">
            <p14:nvContentPartPr>
              <p14:cNvPr id="8" name="Ink 7">
                <a:extLst>
                  <a:ext uri="{FF2B5EF4-FFF2-40B4-BE49-F238E27FC236}">
                    <a16:creationId xmlns:a16="http://schemas.microsoft.com/office/drawing/2014/main" id="{70DC5FB2-EEFF-5C0B-F73F-90FF212D223C}"/>
                  </a:ext>
                </a:extLst>
              </p14:cNvPr>
              <p14:cNvContentPartPr/>
              <p14:nvPr/>
            </p14:nvContentPartPr>
            <p14:xfrm>
              <a:off x="6241445" y="2086889"/>
              <a:ext cx="308880" cy="70200"/>
            </p14:xfrm>
          </p:contentPart>
        </mc:Choice>
        <mc:Fallback xmlns="">
          <p:pic>
            <p:nvPicPr>
              <p:cNvPr id="8" name="Ink 7">
                <a:extLst>
                  <a:ext uri="{FF2B5EF4-FFF2-40B4-BE49-F238E27FC236}">
                    <a16:creationId xmlns:a16="http://schemas.microsoft.com/office/drawing/2014/main" id="{70DC5FB2-EEFF-5C0B-F73F-90FF212D223C}"/>
                  </a:ext>
                </a:extLst>
              </p:cNvPr>
              <p:cNvPicPr/>
              <p:nvPr/>
            </p:nvPicPr>
            <p:blipFill>
              <a:blip r:embed="rId7"/>
              <a:stretch>
                <a:fillRect/>
              </a:stretch>
            </p:blipFill>
            <p:spPr>
              <a:xfrm>
                <a:off x="6178805" y="2023889"/>
                <a:ext cx="434520" cy="1958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9" name="Ink 8">
                <a:extLst>
                  <a:ext uri="{FF2B5EF4-FFF2-40B4-BE49-F238E27FC236}">
                    <a16:creationId xmlns:a16="http://schemas.microsoft.com/office/drawing/2014/main" id="{604E8E16-C11D-A00C-4ABA-1D84E9431BF5}"/>
                  </a:ext>
                </a:extLst>
              </p14:cNvPr>
              <p14:cNvContentPartPr/>
              <p14:nvPr/>
            </p14:nvContentPartPr>
            <p14:xfrm>
              <a:off x="6127685" y="3388649"/>
              <a:ext cx="892440" cy="100440"/>
            </p14:xfrm>
          </p:contentPart>
        </mc:Choice>
        <mc:Fallback xmlns="">
          <p:pic>
            <p:nvPicPr>
              <p:cNvPr id="9" name="Ink 8">
                <a:extLst>
                  <a:ext uri="{FF2B5EF4-FFF2-40B4-BE49-F238E27FC236}">
                    <a16:creationId xmlns:a16="http://schemas.microsoft.com/office/drawing/2014/main" id="{604E8E16-C11D-A00C-4ABA-1D84E9431BF5}"/>
                  </a:ext>
                </a:extLst>
              </p:cNvPr>
              <p:cNvPicPr/>
              <p:nvPr/>
            </p:nvPicPr>
            <p:blipFill>
              <a:blip r:embed="rId9"/>
              <a:stretch>
                <a:fillRect/>
              </a:stretch>
            </p:blipFill>
            <p:spPr>
              <a:xfrm>
                <a:off x="6064685" y="3325649"/>
                <a:ext cx="1018080" cy="226080"/>
              </a:xfrm>
              <a:prstGeom prst="rect">
                <a:avLst/>
              </a:prstGeom>
            </p:spPr>
          </p:pic>
        </mc:Fallback>
      </mc:AlternateContent>
      <p:sp>
        <p:nvSpPr>
          <p:cNvPr id="10" name="TextBox 9">
            <a:extLst>
              <a:ext uri="{FF2B5EF4-FFF2-40B4-BE49-F238E27FC236}">
                <a16:creationId xmlns:a16="http://schemas.microsoft.com/office/drawing/2014/main" id="{EFA3F4E8-AA12-868E-9D45-4C06D537BCBA}"/>
              </a:ext>
            </a:extLst>
          </p:cNvPr>
          <p:cNvSpPr txBox="1"/>
          <p:nvPr/>
        </p:nvSpPr>
        <p:spPr>
          <a:xfrm>
            <a:off x="6127685" y="3230217"/>
            <a:ext cx="1773924" cy="338554"/>
          </a:xfrm>
          <a:prstGeom prst="rect">
            <a:avLst/>
          </a:prstGeom>
          <a:noFill/>
        </p:spPr>
        <p:txBody>
          <a:bodyPr wrap="square" rtlCol="0">
            <a:spAutoFit/>
          </a:bodyPr>
          <a:lstStyle/>
          <a:p>
            <a:r>
              <a:rPr lang="en-ZA" sz="1600" dirty="0"/>
              <a:t>Product</a:t>
            </a:r>
          </a:p>
        </p:txBody>
      </p:sp>
      <mc:AlternateContent xmlns:mc="http://schemas.openxmlformats.org/markup-compatibility/2006" xmlns:p14="http://schemas.microsoft.com/office/powerpoint/2010/main">
        <mc:Choice Requires="p14">
          <p:contentPart p14:bwMode="auto" r:id="rId10">
            <p14:nvContentPartPr>
              <p14:cNvPr id="11" name="Ink 10">
                <a:extLst>
                  <a:ext uri="{FF2B5EF4-FFF2-40B4-BE49-F238E27FC236}">
                    <a16:creationId xmlns:a16="http://schemas.microsoft.com/office/drawing/2014/main" id="{04D5409A-FC00-C4C2-910C-6E059928AFA9}"/>
                  </a:ext>
                </a:extLst>
              </p14:cNvPr>
              <p14:cNvContentPartPr/>
              <p14:nvPr/>
            </p14:nvContentPartPr>
            <p14:xfrm>
              <a:off x="2862485" y="4954289"/>
              <a:ext cx="1085400" cy="563040"/>
            </p14:xfrm>
          </p:contentPart>
        </mc:Choice>
        <mc:Fallback xmlns="">
          <p:pic>
            <p:nvPicPr>
              <p:cNvPr id="11" name="Ink 10">
                <a:extLst>
                  <a:ext uri="{FF2B5EF4-FFF2-40B4-BE49-F238E27FC236}">
                    <a16:creationId xmlns:a16="http://schemas.microsoft.com/office/drawing/2014/main" id="{04D5409A-FC00-C4C2-910C-6E059928AFA9}"/>
                  </a:ext>
                </a:extLst>
              </p:cNvPr>
              <p:cNvPicPr/>
              <p:nvPr/>
            </p:nvPicPr>
            <p:blipFill>
              <a:blip r:embed="rId11"/>
              <a:stretch>
                <a:fillRect/>
              </a:stretch>
            </p:blipFill>
            <p:spPr>
              <a:xfrm>
                <a:off x="2799845" y="4891289"/>
                <a:ext cx="1211040" cy="688680"/>
              </a:xfrm>
              <a:prstGeom prst="rect">
                <a:avLst/>
              </a:prstGeom>
            </p:spPr>
          </p:pic>
        </mc:Fallback>
      </mc:AlternateContent>
      <p:grpSp>
        <p:nvGrpSpPr>
          <p:cNvPr id="17" name="Group 16">
            <a:extLst>
              <a:ext uri="{FF2B5EF4-FFF2-40B4-BE49-F238E27FC236}">
                <a16:creationId xmlns:a16="http://schemas.microsoft.com/office/drawing/2014/main" id="{B949CE7B-9680-9D4B-650F-7E9224455DE9}"/>
              </a:ext>
            </a:extLst>
          </p:cNvPr>
          <p:cNvGrpSpPr/>
          <p:nvPr/>
        </p:nvGrpSpPr>
        <p:grpSpPr>
          <a:xfrm>
            <a:off x="2585645" y="5804609"/>
            <a:ext cx="1022400" cy="149400"/>
            <a:chOff x="2585645" y="5804609"/>
            <a:chExt cx="1022400" cy="149400"/>
          </a:xfrm>
        </p:grpSpPr>
        <mc:AlternateContent xmlns:mc="http://schemas.openxmlformats.org/markup-compatibility/2006" xmlns:p14="http://schemas.microsoft.com/office/powerpoint/2010/main">
          <mc:Choice Requires="p14">
            <p:contentPart p14:bwMode="auto" r:id="rId12">
              <p14:nvContentPartPr>
                <p14:cNvPr id="12" name="Ink 11">
                  <a:extLst>
                    <a:ext uri="{FF2B5EF4-FFF2-40B4-BE49-F238E27FC236}">
                      <a16:creationId xmlns:a16="http://schemas.microsoft.com/office/drawing/2014/main" id="{EAEB2500-4C1D-115E-71B3-33409FDF047E}"/>
                    </a:ext>
                  </a:extLst>
                </p14:cNvPr>
                <p14:cNvContentPartPr/>
                <p14:nvPr/>
              </p14:nvContentPartPr>
              <p14:xfrm>
                <a:off x="2585645" y="5804609"/>
                <a:ext cx="979200" cy="120960"/>
              </p14:xfrm>
            </p:contentPart>
          </mc:Choice>
          <mc:Fallback xmlns="">
            <p:pic>
              <p:nvPicPr>
                <p:cNvPr id="12" name="Ink 11">
                  <a:extLst>
                    <a:ext uri="{FF2B5EF4-FFF2-40B4-BE49-F238E27FC236}">
                      <a16:creationId xmlns:a16="http://schemas.microsoft.com/office/drawing/2014/main" id="{EAEB2500-4C1D-115E-71B3-33409FDF047E}"/>
                    </a:ext>
                  </a:extLst>
                </p:cNvPr>
                <p:cNvPicPr/>
                <p:nvPr/>
              </p:nvPicPr>
              <p:blipFill>
                <a:blip r:embed="rId13"/>
                <a:stretch>
                  <a:fillRect/>
                </a:stretch>
              </p:blipFill>
              <p:spPr>
                <a:xfrm>
                  <a:off x="2523005" y="5741609"/>
                  <a:ext cx="1104840" cy="2466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3" name="Ink 12">
                  <a:extLst>
                    <a:ext uri="{FF2B5EF4-FFF2-40B4-BE49-F238E27FC236}">
                      <a16:creationId xmlns:a16="http://schemas.microsoft.com/office/drawing/2014/main" id="{576ABBEB-7580-0257-B7AF-F5BD088A8EE0}"/>
                    </a:ext>
                  </a:extLst>
                </p14:cNvPr>
                <p14:cNvContentPartPr/>
                <p14:nvPr/>
              </p14:nvContentPartPr>
              <p14:xfrm>
                <a:off x="2892005" y="5943209"/>
                <a:ext cx="6120" cy="360"/>
              </p14:xfrm>
            </p:contentPart>
          </mc:Choice>
          <mc:Fallback xmlns="">
            <p:pic>
              <p:nvPicPr>
                <p:cNvPr id="13" name="Ink 12">
                  <a:extLst>
                    <a:ext uri="{FF2B5EF4-FFF2-40B4-BE49-F238E27FC236}">
                      <a16:creationId xmlns:a16="http://schemas.microsoft.com/office/drawing/2014/main" id="{576ABBEB-7580-0257-B7AF-F5BD088A8EE0}"/>
                    </a:ext>
                  </a:extLst>
                </p:cNvPr>
                <p:cNvPicPr/>
                <p:nvPr/>
              </p:nvPicPr>
              <p:blipFill>
                <a:blip r:embed="rId15"/>
                <a:stretch>
                  <a:fillRect/>
                </a:stretch>
              </p:blipFill>
              <p:spPr>
                <a:xfrm>
                  <a:off x="2829365" y="5880569"/>
                  <a:ext cx="13176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4" name="Ink 13">
                  <a:extLst>
                    <a:ext uri="{FF2B5EF4-FFF2-40B4-BE49-F238E27FC236}">
                      <a16:creationId xmlns:a16="http://schemas.microsoft.com/office/drawing/2014/main" id="{E1D922A8-A988-9758-0AE5-80A48DAD3A27}"/>
                    </a:ext>
                  </a:extLst>
                </p14:cNvPr>
                <p14:cNvContentPartPr/>
                <p14:nvPr/>
              </p14:nvContentPartPr>
              <p14:xfrm>
                <a:off x="3521285" y="5864009"/>
                <a:ext cx="86760" cy="10080"/>
              </p14:xfrm>
            </p:contentPart>
          </mc:Choice>
          <mc:Fallback xmlns="">
            <p:pic>
              <p:nvPicPr>
                <p:cNvPr id="14" name="Ink 13">
                  <a:extLst>
                    <a:ext uri="{FF2B5EF4-FFF2-40B4-BE49-F238E27FC236}">
                      <a16:creationId xmlns:a16="http://schemas.microsoft.com/office/drawing/2014/main" id="{E1D922A8-A988-9758-0AE5-80A48DAD3A27}"/>
                    </a:ext>
                  </a:extLst>
                </p:cNvPr>
                <p:cNvPicPr/>
                <p:nvPr/>
              </p:nvPicPr>
              <p:blipFill>
                <a:blip r:embed="rId17"/>
                <a:stretch>
                  <a:fillRect/>
                </a:stretch>
              </p:blipFill>
              <p:spPr>
                <a:xfrm>
                  <a:off x="3458645" y="5801369"/>
                  <a:ext cx="212400" cy="1357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6" name="Ink 15">
                  <a:extLst>
                    <a:ext uri="{FF2B5EF4-FFF2-40B4-BE49-F238E27FC236}">
                      <a16:creationId xmlns:a16="http://schemas.microsoft.com/office/drawing/2014/main" id="{256DB06C-243A-FDEE-519D-ECF7B155232C}"/>
                    </a:ext>
                  </a:extLst>
                </p14:cNvPr>
                <p14:cNvContentPartPr/>
                <p14:nvPr/>
              </p14:nvContentPartPr>
              <p14:xfrm>
                <a:off x="3511565" y="5953649"/>
                <a:ext cx="96480" cy="360"/>
              </p14:xfrm>
            </p:contentPart>
          </mc:Choice>
          <mc:Fallback xmlns="">
            <p:pic>
              <p:nvPicPr>
                <p:cNvPr id="16" name="Ink 15">
                  <a:extLst>
                    <a:ext uri="{FF2B5EF4-FFF2-40B4-BE49-F238E27FC236}">
                      <a16:creationId xmlns:a16="http://schemas.microsoft.com/office/drawing/2014/main" id="{256DB06C-243A-FDEE-519D-ECF7B155232C}"/>
                    </a:ext>
                  </a:extLst>
                </p:cNvPr>
                <p:cNvPicPr/>
                <p:nvPr/>
              </p:nvPicPr>
              <p:blipFill>
                <a:blip r:embed="rId19"/>
                <a:stretch>
                  <a:fillRect/>
                </a:stretch>
              </p:blipFill>
              <p:spPr>
                <a:xfrm>
                  <a:off x="3448925" y="5890649"/>
                  <a:ext cx="222120" cy="126000"/>
                </a:xfrm>
                <a:prstGeom prst="rect">
                  <a:avLst/>
                </a:prstGeom>
              </p:spPr>
            </p:pic>
          </mc:Fallback>
        </mc:AlternateContent>
      </p:grpSp>
      <p:sp>
        <p:nvSpPr>
          <p:cNvPr id="18" name="TextBox 17">
            <a:extLst>
              <a:ext uri="{FF2B5EF4-FFF2-40B4-BE49-F238E27FC236}">
                <a16:creationId xmlns:a16="http://schemas.microsoft.com/office/drawing/2014/main" id="{2BF1B9A0-2F59-21B9-1C74-6F7407055312}"/>
              </a:ext>
            </a:extLst>
          </p:cNvPr>
          <p:cNvSpPr txBox="1"/>
          <p:nvPr/>
        </p:nvSpPr>
        <p:spPr>
          <a:xfrm>
            <a:off x="2892005" y="4954289"/>
            <a:ext cx="1679995" cy="338554"/>
          </a:xfrm>
          <a:prstGeom prst="rect">
            <a:avLst/>
          </a:prstGeom>
          <a:noFill/>
        </p:spPr>
        <p:txBody>
          <a:bodyPr wrap="square" rtlCol="0">
            <a:spAutoFit/>
          </a:bodyPr>
          <a:lstStyle/>
          <a:p>
            <a:r>
              <a:rPr lang="en-ZA" sz="1600" dirty="0"/>
              <a:t>Time </a:t>
            </a:r>
          </a:p>
        </p:txBody>
      </p:sp>
      <p:sp>
        <p:nvSpPr>
          <p:cNvPr id="19" name="TextBox 18">
            <a:extLst>
              <a:ext uri="{FF2B5EF4-FFF2-40B4-BE49-F238E27FC236}">
                <a16:creationId xmlns:a16="http://schemas.microsoft.com/office/drawing/2014/main" id="{744936E6-4CB0-7C2A-F6B9-FF682EDE439A}"/>
              </a:ext>
            </a:extLst>
          </p:cNvPr>
          <p:cNvSpPr txBox="1"/>
          <p:nvPr/>
        </p:nvSpPr>
        <p:spPr>
          <a:xfrm>
            <a:off x="2991678" y="5645426"/>
            <a:ext cx="1888435" cy="369332"/>
          </a:xfrm>
          <a:prstGeom prst="rect">
            <a:avLst/>
          </a:prstGeom>
          <a:noFill/>
        </p:spPr>
        <p:txBody>
          <a:bodyPr wrap="square" rtlCol="0">
            <a:spAutoFit/>
          </a:bodyPr>
          <a:lstStyle/>
          <a:p>
            <a:r>
              <a:rPr lang="en-ZA" dirty="0"/>
              <a:t>Seal numbers </a:t>
            </a:r>
          </a:p>
        </p:txBody>
      </p:sp>
      <p:sp>
        <p:nvSpPr>
          <p:cNvPr id="20" name="Flowchart: Or 19">
            <a:extLst>
              <a:ext uri="{FF2B5EF4-FFF2-40B4-BE49-F238E27FC236}">
                <a16:creationId xmlns:a16="http://schemas.microsoft.com/office/drawing/2014/main" id="{98D0CF2C-33ED-609B-77CE-C5CFC498689B}"/>
              </a:ext>
            </a:extLst>
          </p:cNvPr>
          <p:cNvSpPr/>
          <p:nvPr/>
        </p:nvSpPr>
        <p:spPr>
          <a:xfrm>
            <a:off x="4694414" y="5734706"/>
            <a:ext cx="185699" cy="208503"/>
          </a:xfrm>
          <a:prstGeom prst="flowChar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1" name="TextBox 20">
            <a:extLst>
              <a:ext uri="{FF2B5EF4-FFF2-40B4-BE49-F238E27FC236}">
                <a16:creationId xmlns:a16="http://schemas.microsoft.com/office/drawing/2014/main" id="{52196AA4-C5B4-0DFA-7813-987E4BC57512}"/>
              </a:ext>
            </a:extLst>
          </p:cNvPr>
          <p:cNvSpPr txBox="1"/>
          <p:nvPr/>
        </p:nvSpPr>
        <p:spPr>
          <a:xfrm>
            <a:off x="4164496" y="2420409"/>
            <a:ext cx="1431234" cy="338554"/>
          </a:xfrm>
          <a:prstGeom prst="rect">
            <a:avLst/>
          </a:prstGeom>
          <a:noFill/>
        </p:spPr>
        <p:txBody>
          <a:bodyPr wrap="square" rtlCol="0">
            <a:spAutoFit/>
          </a:bodyPr>
          <a:lstStyle/>
          <a:p>
            <a:r>
              <a:rPr lang="en-ZA" sz="1600" dirty="0"/>
              <a:t>+ trailers </a:t>
            </a:r>
          </a:p>
        </p:txBody>
      </p:sp>
      <mc:AlternateContent xmlns:mc="http://schemas.openxmlformats.org/markup-compatibility/2006" xmlns:p14="http://schemas.microsoft.com/office/powerpoint/2010/main">
        <mc:Choice Requires="p14">
          <p:contentPart p14:bwMode="auto" r:id="rId20">
            <p14:nvContentPartPr>
              <p14:cNvPr id="22" name="Ink 21">
                <a:extLst>
                  <a:ext uri="{FF2B5EF4-FFF2-40B4-BE49-F238E27FC236}">
                    <a16:creationId xmlns:a16="http://schemas.microsoft.com/office/drawing/2014/main" id="{E7AE6545-909E-0CB6-A716-BECDF5D58C91}"/>
                  </a:ext>
                </a:extLst>
              </p14:cNvPr>
              <p14:cNvContentPartPr/>
              <p14:nvPr/>
            </p14:nvContentPartPr>
            <p14:xfrm>
              <a:off x="6148205" y="5822969"/>
              <a:ext cx="869040" cy="227520"/>
            </p14:xfrm>
          </p:contentPart>
        </mc:Choice>
        <mc:Fallback xmlns="">
          <p:pic>
            <p:nvPicPr>
              <p:cNvPr id="22" name="Ink 21">
                <a:extLst>
                  <a:ext uri="{FF2B5EF4-FFF2-40B4-BE49-F238E27FC236}">
                    <a16:creationId xmlns:a16="http://schemas.microsoft.com/office/drawing/2014/main" id="{E7AE6545-909E-0CB6-A716-BECDF5D58C91}"/>
                  </a:ext>
                </a:extLst>
              </p:cNvPr>
              <p:cNvPicPr/>
              <p:nvPr/>
            </p:nvPicPr>
            <p:blipFill>
              <a:blip r:embed="rId21"/>
              <a:stretch>
                <a:fillRect/>
              </a:stretch>
            </p:blipFill>
            <p:spPr>
              <a:xfrm>
                <a:off x="6085205" y="5760329"/>
                <a:ext cx="994680" cy="353160"/>
              </a:xfrm>
              <a:prstGeom prst="rect">
                <a:avLst/>
              </a:prstGeom>
            </p:spPr>
          </p:pic>
        </mc:Fallback>
      </mc:AlternateContent>
    </p:spTree>
    <p:extLst>
      <p:ext uri="{BB962C8B-B14F-4D97-AF65-F5344CB8AC3E}">
        <p14:creationId xmlns:p14="http://schemas.microsoft.com/office/powerpoint/2010/main" val="34926176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7647D94-0706-4D30-12C5-C6EF551089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8747" y="314265"/>
            <a:ext cx="3950185" cy="6229469"/>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52D01BF0-9ADF-03E9-4D44-90CC1B98A6B1}"/>
                  </a:ext>
                </a:extLst>
              </p14:cNvPr>
              <p14:cNvContentPartPr/>
              <p14:nvPr/>
            </p14:nvContentPartPr>
            <p14:xfrm>
              <a:off x="2176325" y="3068828"/>
              <a:ext cx="494280" cy="244440"/>
            </p14:xfrm>
          </p:contentPart>
        </mc:Choice>
        <mc:Fallback xmlns="">
          <p:pic>
            <p:nvPicPr>
              <p:cNvPr id="6" name="Ink 5">
                <a:extLst>
                  <a:ext uri="{FF2B5EF4-FFF2-40B4-BE49-F238E27FC236}">
                    <a16:creationId xmlns:a16="http://schemas.microsoft.com/office/drawing/2014/main" id="{52D01BF0-9ADF-03E9-4D44-90CC1B98A6B1}"/>
                  </a:ext>
                </a:extLst>
              </p:cNvPr>
              <p:cNvPicPr/>
              <p:nvPr/>
            </p:nvPicPr>
            <p:blipFill>
              <a:blip r:embed="rId5"/>
              <a:stretch>
                <a:fillRect/>
              </a:stretch>
            </p:blipFill>
            <p:spPr>
              <a:xfrm>
                <a:off x="2113685" y="3006188"/>
                <a:ext cx="619920" cy="3700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82F53542-D1A9-2D36-184C-BCC69130BE0A}"/>
                  </a:ext>
                </a:extLst>
              </p14:cNvPr>
              <p14:cNvContentPartPr/>
              <p14:nvPr/>
            </p14:nvContentPartPr>
            <p14:xfrm>
              <a:off x="1467125" y="2970548"/>
              <a:ext cx="1284120" cy="907560"/>
            </p14:xfrm>
          </p:contentPart>
        </mc:Choice>
        <mc:Fallback xmlns="">
          <p:pic>
            <p:nvPicPr>
              <p:cNvPr id="7" name="Ink 6">
                <a:extLst>
                  <a:ext uri="{FF2B5EF4-FFF2-40B4-BE49-F238E27FC236}">
                    <a16:creationId xmlns:a16="http://schemas.microsoft.com/office/drawing/2014/main" id="{82F53542-D1A9-2D36-184C-BCC69130BE0A}"/>
                  </a:ext>
                </a:extLst>
              </p:cNvPr>
              <p:cNvPicPr/>
              <p:nvPr/>
            </p:nvPicPr>
            <p:blipFill>
              <a:blip r:embed="rId7"/>
              <a:stretch>
                <a:fillRect/>
              </a:stretch>
            </p:blipFill>
            <p:spPr>
              <a:xfrm>
                <a:off x="1404125" y="2907908"/>
                <a:ext cx="1409760" cy="10332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F01DE497-E34C-A308-0AAF-06A3991EB52B}"/>
                  </a:ext>
                </a:extLst>
              </p14:cNvPr>
              <p14:cNvContentPartPr/>
              <p14:nvPr/>
            </p14:nvContentPartPr>
            <p14:xfrm>
              <a:off x="-1301995" y="1778948"/>
              <a:ext cx="360" cy="360"/>
            </p14:xfrm>
          </p:contentPart>
        </mc:Choice>
        <mc:Fallback xmlns="">
          <p:pic>
            <p:nvPicPr>
              <p:cNvPr id="8" name="Ink 7">
                <a:extLst>
                  <a:ext uri="{FF2B5EF4-FFF2-40B4-BE49-F238E27FC236}">
                    <a16:creationId xmlns:a16="http://schemas.microsoft.com/office/drawing/2014/main" id="{F01DE497-E34C-A308-0AAF-06A3991EB52B}"/>
                  </a:ext>
                </a:extLst>
              </p:cNvPr>
              <p:cNvPicPr/>
              <p:nvPr/>
            </p:nvPicPr>
            <p:blipFill>
              <a:blip r:embed="rId9"/>
              <a:stretch>
                <a:fillRect/>
              </a:stretch>
            </p:blipFill>
            <p:spPr>
              <a:xfrm>
                <a:off x="-1364995" y="1715948"/>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0" name="Ink 9">
                <a:extLst>
                  <a:ext uri="{FF2B5EF4-FFF2-40B4-BE49-F238E27FC236}">
                    <a16:creationId xmlns:a16="http://schemas.microsoft.com/office/drawing/2014/main" id="{E05093A9-F515-E1FA-ECE4-F5373D1B0A8C}"/>
                  </a:ext>
                </a:extLst>
              </p14:cNvPr>
              <p14:cNvContentPartPr/>
              <p14:nvPr/>
            </p14:nvContentPartPr>
            <p14:xfrm>
              <a:off x="1729851" y="3033703"/>
              <a:ext cx="1014840" cy="1126800"/>
            </p14:xfrm>
          </p:contentPart>
        </mc:Choice>
        <mc:Fallback xmlns="">
          <p:pic>
            <p:nvPicPr>
              <p:cNvPr id="10" name="Ink 9">
                <a:extLst>
                  <a:ext uri="{FF2B5EF4-FFF2-40B4-BE49-F238E27FC236}">
                    <a16:creationId xmlns:a16="http://schemas.microsoft.com/office/drawing/2014/main" id="{E05093A9-F515-E1FA-ECE4-F5373D1B0A8C}"/>
                  </a:ext>
                </a:extLst>
              </p:cNvPr>
              <p:cNvPicPr/>
              <p:nvPr/>
            </p:nvPicPr>
            <p:blipFill>
              <a:blip r:embed="rId11"/>
              <a:stretch>
                <a:fillRect/>
              </a:stretch>
            </p:blipFill>
            <p:spPr>
              <a:xfrm>
                <a:off x="1667211" y="2971063"/>
                <a:ext cx="1140480" cy="1252440"/>
              </a:xfrm>
              <a:prstGeom prst="rect">
                <a:avLst/>
              </a:prstGeom>
            </p:spPr>
          </p:pic>
        </mc:Fallback>
      </mc:AlternateContent>
      <p:sp>
        <p:nvSpPr>
          <p:cNvPr id="9" name="TextBox 8">
            <a:extLst>
              <a:ext uri="{FF2B5EF4-FFF2-40B4-BE49-F238E27FC236}">
                <a16:creationId xmlns:a16="http://schemas.microsoft.com/office/drawing/2014/main" id="{07EA061F-4F28-ECF0-514E-0327017278A4}"/>
              </a:ext>
            </a:extLst>
          </p:cNvPr>
          <p:cNvSpPr txBox="1"/>
          <p:nvPr/>
        </p:nvSpPr>
        <p:spPr>
          <a:xfrm>
            <a:off x="1598908" y="3313268"/>
            <a:ext cx="1284120" cy="738664"/>
          </a:xfrm>
          <a:prstGeom prst="rect">
            <a:avLst/>
          </a:prstGeom>
          <a:noFill/>
        </p:spPr>
        <p:txBody>
          <a:bodyPr wrap="square" rtlCol="0">
            <a:spAutoFit/>
          </a:bodyPr>
          <a:lstStyle/>
          <a:p>
            <a:r>
              <a:rPr lang="en-ZA" sz="1400" dirty="0"/>
              <a:t>client name</a:t>
            </a:r>
          </a:p>
          <a:p>
            <a:r>
              <a:rPr lang="en-ZA" sz="1400" dirty="0"/>
              <a:t>Trans name </a:t>
            </a:r>
          </a:p>
          <a:p>
            <a:r>
              <a:rPr lang="en-ZA" sz="1400" dirty="0"/>
              <a:t>Driver name</a:t>
            </a:r>
            <a:endParaRPr lang="en-ZA" sz="1200" dirty="0"/>
          </a:p>
        </p:txBody>
      </p:sp>
      <p:sp>
        <p:nvSpPr>
          <p:cNvPr id="12" name="TextBox 11">
            <a:extLst>
              <a:ext uri="{FF2B5EF4-FFF2-40B4-BE49-F238E27FC236}">
                <a16:creationId xmlns:a16="http://schemas.microsoft.com/office/drawing/2014/main" id="{F969CB1C-CD47-F310-24AD-8B4ABE44DA11}"/>
              </a:ext>
            </a:extLst>
          </p:cNvPr>
          <p:cNvSpPr txBox="1"/>
          <p:nvPr/>
        </p:nvSpPr>
        <p:spPr>
          <a:xfrm>
            <a:off x="1729851" y="2970548"/>
            <a:ext cx="1284120" cy="369332"/>
          </a:xfrm>
          <a:prstGeom prst="rect">
            <a:avLst/>
          </a:prstGeom>
          <a:noFill/>
        </p:spPr>
        <p:txBody>
          <a:bodyPr wrap="square" rtlCol="0">
            <a:spAutoFit/>
          </a:bodyPr>
          <a:lstStyle/>
          <a:p>
            <a:r>
              <a:rPr lang="en-ZA" dirty="0"/>
              <a:t>Dv12uh GP</a:t>
            </a:r>
          </a:p>
        </p:txBody>
      </p:sp>
    </p:spTree>
    <p:extLst>
      <p:ext uri="{BB962C8B-B14F-4D97-AF65-F5344CB8AC3E}">
        <p14:creationId xmlns:p14="http://schemas.microsoft.com/office/powerpoint/2010/main" val="17939573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80ACFAA-FF77-A418-EA0E-8C3265308A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0042" y="157330"/>
            <a:ext cx="4170707" cy="6537383"/>
          </a:xfrm>
          <a:prstGeom prst="rect">
            <a:avLst/>
          </a:prstGeom>
        </p:spPr>
      </p:pic>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C39528D1-FF27-A188-951F-A6C3687BDDFD}"/>
                  </a:ext>
                </a:extLst>
              </p14:cNvPr>
              <p14:cNvContentPartPr/>
              <p14:nvPr/>
            </p14:nvContentPartPr>
            <p14:xfrm>
              <a:off x="1785651" y="2270863"/>
              <a:ext cx="1146960" cy="1188000"/>
            </p14:xfrm>
          </p:contentPart>
        </mc:Choice>
        <mc:Fallback xmlns="">
          <p:pic>
            <p:nvPicPr>
              <p:cNvPr id="8" name="Ink 7">
                <a:extLst>
                  <a:ext uri="{FF2B5EF4-FFF2-40B4-BE49-F238E27FC236}">
                    <a16:creationId xmlns:a16="http://schemas.microsoft.com/office/drawing/2014/main" id="{C39528D1-FF27-A188-951F-A6C3687BDDFD}"/>
                  </a:ext>
                </a:extLst>
              </p:cNvPr>
              <p:cNvPicPr/>
              <p:nvPr/>
            </p:nvPicPr>
            <p:blipFill>
              <a:blip r:embed="rId5"/>
              <a:stretch>
                <a:fillRect/>
              </a:stretch>
            </p:blipFill>
            <p:spPr>
              <a:xfrm>
                <a:off x="1722651" y="2207863"/>
                <a:ext cx="1272600" cy="1313640"/>
              </a:xfrm>
              <a:prstGeom prst="rect">
                <a:avLst/>
              </a:prstGeom>
            </p:spPr>
          </p:pic>
        </mc:Fallback>
      </mc:AlternateContent>
      <p:sp>
        <p:nvSpPr>
          <p:cNvPr id="6" name="TextBox 5">
            <a:extLst>
              <a:ext uri="{FF2B5EF4-FFF2-40B4-BE49-F238E27FC236}">
                <a16:creationId xmlns:a16="http://schemas.microsoft.com/office/drawing/2014/main" id="{9746E5BA-21EE-F33A-0C1B-915339DA0565}"/>
              </a:ext>
            </a:extLst>
          </p:cNvPr>
          <p:cNvSpPr txBox="1"/>
          <p:nvPr/>
        </p:nvSpPr>
        <p:spPr>
          <a:xfrm>
            <a:off x="1648491" y="2687357"/>
            <a:ext cx="1284120" cy="738664"/>
          </a:xfrm>
          <a:prstGeom prst="rect">
            <a:avLst/>
          </a:prstGeom>
          <a:noFill/>
        </p:spPr>
        <p:txBody>
          <a:bodyPr wrap="square" rtlCol="0">
            <a:spAutoFit/>
          </a:bodyPr>
          <a:lstStyle/>
          <a:p>
            <a:r>
              <a:rPr lang="en-ZA" sz="1400" dirty="0"/>
              <a:t>client name</a:t>
            </a:r>
          </a:p>
          <a:p>
            <a:r>
              <a:rPr lang="en-ZA" sz="1400" dirty="0"/>
              <a:t>Trans name </a:t>
            </a:r>
          </a:p>
          <a:p>
            <a:r>
              <a:rPr lang="en-ZA" sz="1400" dirty="0"/>
              <a:t>Driver name</a:t>
            </a:r>
            <a:endParaRPr lang="en-ZA" sz="1200" dirty="0"/>
          </a:p>
        </p:txBody>
      </p:sp>
      <p:sp>
        <p:nvSpPr>
          <p:cNvPr id="7" name="TextBox 6">
            <a:extLst>
              <a:ext uri="{FF2B5EF4-FFF2-40B4-BE49-F238E27FC236}">
                <a16:creationId xmlns:a16="http://schemas.microsoft.com/office/drawing/2014/main" id="{37D27B72-DB6A-25D7-D79E-3805454C8A5C}"/>
              </a:ext>
            </a:extLst>
          </p:cNvPr>
          <p:cNvSpPr txBox="1"/>
          <p:nvPr/>
        </p:nvSpPr>
        <p:spPr>
          <a:xfrm>
            <a:off x="1843157" y="2270863"/>
            <a:ext cx="1284120" cy="369332"/>
          </a:xfrm>
          <a:prstGeom prst="rect">
            <a:avLst/>
          </a:prstGeom>
          <a:noFill/>
        </p:spPr>
        <p:txBody>
          <a:bodyPr wrap="square" rtlCol="0">
            <a:spAutoFit/>
          </a:bodyPr>
          <a:lstStyle/>
          <a:p>
            <a:r>
              <a:rPr lang="en-ZA" dirty="0"/>
              <a:t>Dv12uh GP</a:t>
            </a:r>
          </a:p>
        </p:txBody>
      </p:sp>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AAF83804-E458-F90D-4F56-1F844E63C173}"/>
                  </a:ext>
                </a:extLst>
              </p14:cNvPr>
              <p14:cNvContentPartPr/>
              <p14:nvPr/>
            </p14:nvContentPartPr>
            <p14:xfrm>
              <a:off x="1686651" y="4507543"/>
              <a:ext cx="1939320" cy="948600"/>
            </p14:xfrm>
          </p:contentPart>
        </mc:Choice>
        <mc:Fallback xmlns="">
          <p:pic>
            <p:nvPicPr>
              <p:cNvPr id="9" name="Ink 8">
                <a:extLst>
                  <a:ext uri="{FF2B5EF4-FFF2-40B4-BE49-F238E27FC236}">
                    <a16:creationId xmlns:a16="http://schemas.microsoft.com/office/drawing/2014/main" id="{AAF83804-E458-F90D-4F56-1F844E63C173}"/>
                  </a:ext>
                </a:extLst>
              </p:cNvPr>
              <p:cNvPicPr/>
              <p:nvPr/>
            </p:nvPicPr>
            <p:blipFill>
              <a:blip r:embed="rId7"/>
              <a:stretch>
                <a:fillRect/>
              </a:stretch>
            </p:blipFill>
            <p:spPr>
              <a:xfrm>
                <a:off x="1623651" y="4444903"/>
                <a:ext cx="2064960" cy="1074240"/>
              </a:xfrm>
              <a:prstGeom prst="rect">
                <a:avLst/>
              </a:prstGeom>
            </p:spPr>
          </p:pic>
        </mc:Fallback>
      </mc:AlternateContent>
      <p:sp>
        <p:nvSpPr>
          <p:cNvPr id="11" name="Rectangle 10">
            <a:extLst>
              <a:ext uri="{FF2B5EF4-FFF2-40B4-BE49-F238E27FC236}">
                <a16:creationId xmlns:a16="http://schemas.microsoft.com/office/drawing/2014/main" id="{A95C3322-4A7D-74E2-ECA6-0FFF865B6F15}"/>
              </a:ext>
            </a:extLst>
          </p:cNvPr>
          <p:cNvSpPr/>
          <p:nvPr/>
        </p:nvSpPr>
        <p:spPr>
          <a:xfrm>
            <a:off x="1524000" y="936171"/>
            <a:ext cx="2492829" cy="28601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dirty="0"/>
              <a:t>Search truck</a:t>
            </a:r>
          </a:p>
        </p:txBody>
      </p:sp>
      <p:sp>
        <p:nvSpPr>
          <p:cNvPr id="12" name="Rectangle 11">
            <a:extLst>
              <a:ext uri="{FF2B5EF4-FFF2-40B4-BE49-F238E27FC236}">
                <a16:creationId xmlns:a16="http://schemas.microsoft.com/office/drawing/2014/main" id="{B7846EE8-EF1E-BCDC-FF74-5937296B3FE8}"/>
              </a:ext>
            </a:extLst>
          </p:cNvPr>
          <p:cNvSpPr/>
          <p:nvPr/>
        </p:nvSpPr>
        <p:spPr>
          <a:xfrm>
            <a:off x="1523999" y="4443733"/>
            <a:ext cx="2492829" cy="12332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sz="1600" dirty="0"/>
              <a:t>Check eta and location of trucks OTW to mine </a:t>
            </a:r>
          </a:p>
          <a:p>
            <a:pPr algn="ctr"/>
            <a:endParaRPr lang="en-ZA" sz="1600" dirty="0"/>
          </a:p>
        </p:txBody>
      </p:sp>
      <p:pic>
        <p:nvPicPr>
          <p:cNvPr id="14" name="Picture 13">
            <a:extLst>
              <a:ext uri="{FF2B5EF4-FFF2-40B4-BE49-F238E27FC236}">
                <a16:creationId xmlns:a16="http://schemas.microsoft.com/office/drawing/2014/main" id="{319662F1-632E-EC4D-D0EC-9C45E2AE0BE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295277" y="133029"/>
            <a:ext cx="3859609" cy="6365742"/>
          </a:xfrm>
          <a:prstGeom prst="rect">
            <a:avLst/>
          </a:prstGeom>
        </p:spPr>
      </p:pic>
      <p:cxnSp>
        <p:nvCxnSpPr>
          <p:cNvPr id="16" name="Straight Arrow Connector 15">
            <a:extLst>
              <a:ext uri="{FF2B5EF4-FFF2-40B4-BE49-F238E27FC236}">
                <a16:creationId xmlns:a16="http://schemas.microsoft.com/office/drawing/2014/main" id="{9272D8BB-DD95-EF37-F12B-46760A95DC53}"/>
              </a:ext>
            </a:extLst>
          </p:cNvPr>
          <p:cNvCxnSpPr/>
          <p:nvPr/>
        </p:nvCxnSpPr>
        <p:spPr>
          <a:xfrm flipV="1">
            <a:off x="4332514" y="2270863"/>
            <a:ext cx="962763" cy="537651"/>
          </a:xfrm>
          <a:prstGeom prst="straightConnector1">
            <a:avLst/>
          </a:prstGeom>
          <a:ln w="19050" cap="flat" cmpd="sng" algn="ctr">
            <a:solidFill>
              <a:schemeClr val="accent4"/>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23977563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8786AC1-35D0-ACC2-F821-B906F63D85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724655"/>
            <a:ext cx="12192000" cy="5408689"/>
          </a:xfrm>
          <a:prstGeom prst="rect">
            <a:avLst/>
          </a:prstGeom>
        </p:spPr>
      </p:pic>
    </p:spTree>
    <p:extLst>
      <p:ext uri="{BB962C8B-B14F-4D97-AF65-F5344CB8AC3E}">
        <p14:creationId xmlns:p14="http://schemas.microsoft.com/office/powerpoint/2010/main" val="42232198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8BE1DE9-EEC6-2795-7E13-AECEAAB090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781416"/>
            <a:ext cx="12192000" cy="5295167"/>
          </a:xfrm>
          <a:prstGeom prst="rect">
            <a:avLst/>
          </a:prstGeom>
        </p:spPr>
      </p:pic>
    </p:spTree>
    <p:extLst>
      <p:ext uri="{BB962C8B-B14F-4D97-AF65-F5344CB8AC3E}">
        <p14:creationId xmlns:p14="http://schemas.microsoft.com/office/powerpoint/2010/main" val="4398618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E7CBADB-DED5-3A55-5243-D62A1A30FD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739688"/>
            <a:ext cx="12192000" cy="5378624"/>
          </a:xfrm>
          <a:prstGeom prst="rect">
            <a:avLst/>
          </a:prstGeom>
        </p:spPr>
      </p:pic>
    </p:spTree>
    <p:extLst>
      <p:ext uri="{BB962C8B-B14F-4D97-AF65-F5344CB8AC3E}">
        <p14:creationId xmlns:p14="http://schemas.microsoft.com/office/powerpoint/2010/main" val="38447878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809CFC5-FD6C-B58C-B729-B1D8C3B8B3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95242"/>
            <a:ext cx="12192000" cy="5667515"/>
          </a:xfrm>
          <a:prstGeom prst="rect">
            <a:avLst/>
          </a:prstGeom>
        </p:spPr>
      </p:pic>
    </p:spTree>
    <p:extLst>
      <p:ext uri="{BB962C8B-B14F-4D97-AF65-F5344CB8AC3E}">
        <p14:creationId xmlns:p14="http://schemas.microsoft.com/office/powerpoint/2010/main" val="22862041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A23DD0C-E07B-D49D-F818-3D0295F965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713917"/>
            <a:ext cx="12192000" cy="5430166"/>
          </a:xfrm>
          <a:prstGeom prst="rect">
            <a:avLst/>
          </a:prstGeom>
        </p:spPr>
      </p:pic>
    </p:spTree>
    <p:extLst>
      <p:ext uri="{BB962C8B-B14F-4D97-AF65-F5344CB8AC3E}">
        <p14:creationId xmlns:p14="http://schemas.microsoft.com/office/powerpoint/2010/main" val="23697513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EDFF404-2EA0-1AB4-DB39-0449E8F43E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7591" y="0"/>
            <a:ext cx="4377847" cy="6858000"/>
          </a:xfrm>
          <a:prstGeom prst="rect">
            <a:avLst/>
          </a:prstGeom>
        </p:spPr>
      </p:pic>
      <mc:AlternateContent xmlns:mc="http://schemas.openxmlformats.org/markup-compatibility/2006">
        <mc:Choice xmlns:p14="http://schemas.microsoft.com/office/powerpoint/2010/main" Requires="p14">
          <p:contentPart p14:bwMode="auto" r:id="rId4">
            <p14:nvContentPartPr>
              <p14:cNvPr id="7" name="Ink 6">
                <a:extLst>
                  <a:ext uri="{FF2B5EF4-FFF2-40B4-BE49-F238E27FC236}">
                    <a16:creationId xmlns:a16="http://schemas.microsoft.com/office/drawing/2014/main" id="{E23CF6F3-E375-F8C3-08F6-1B0970FD762E}"/>
                  </a:ext>
                </a:extLst>
              </p14:cNvPr>
              <p14:cNvContentPartPr/>
              <p14:nvPr/>
            </p14:nvContentPartPr>
            <p14:xfrm>
              <a:off x="1441758" y="6130631"/>
              <a:ext cx="1363320" cy="240120"/>
            </p14:xfrm>
          </p:contentPart>
        </mc:Choice>
        <mc:Fallback>
          <p:pic>
            <p:nvPicPr>
              <p:cNvPr id="7" name="Ink 6">
                <a:extLst>
                  <a:ext uri="{FF2B5EF4-FFF2-40B4-BE49-F238E27FC236}">
                    <a16:creationId xmlns:a16="http://schemas.microsoft.com/office/drawing/2014/main" id="{E23CF6F3-E375-F8C3-08F6-1B0970FD762E}"/>
                  </a:ext>
                </a:extLst>
              </p:cNvPr>
              <p:cNvPicPr/>
              <p:nvPr/>
            </p:nvPicPr>
            <p:blipFill>
              <a:blip r:embed="rId5"/>
              <a:stretch>
                <a:fillRect/>
              </a:stretch>
            </p:blipFill>
            <p:spPr>
              <a:xfrm>
                <a:off x="1378758" y="6067991"/>
                <a:ext cx="1488960" cy="365760"/>
              </a:xfrm>
              <a:prstGeom prst="rect">
                <a:avLst/>
              </a:prstGeom>
            </p:spPr>
          </p:pic>
        </mc:Fallback>
      </mc:AlternateContent>
      <p:grpSp>
        <p:nvGrpSpPr>
          <p:cNvPr id="12" name="Group 11">
            <a:extLst>
              <a:ext uri="{FF2B5EF4-FFF2-40B4-BE49-F238E27FC236}">
                <a16:creationId xmlns:a16="http://schemas.microsoft.com/office/drawing/2014/main" id="{A3ED6AAB-073F-A384-DC42-F47D1F1479CE}"/>
              </a:ext>
            </a:extLst>
          </p:cNvPr>
          <p:cNvGrpSpPr/>
          <p:nvPr/>
        </p:nvGrpSpPr>
        <p:grpSpPr>
          <a:xfrm>
            <a:off x="1816518" y="5958191"/>
            <a:ext cx="2370600" cy="746640"/>
            <a:chOff x="1816518" y="5958191"/>
            <a:chExt cx="2370600" cy="746640"/>
          </a:xfrm>
        </p:grpSpPr>
        <mc:AlternateContent xmlns:mc="http://schemas.openxmlformats.org/markup-compatibility/2006">
          <mc:Choice xmlns:p14="http://schemas.microsoft.com/office/powerpoint/2010/main" Requires="p14">
            <p:contentPart p14:bwMode="auto" r:id="rId6">
              <p14:nvContentPartPr>
                <p14:cNvPr id="8" name="Ink 7">
                  <a:extLst>
                    <a:ext uri="{FF2B5EF4-FFF2-40B4-BE49-F238E27FC236}">
                      <a16:creationId xmlns:a16="http://schemas.microsoft.com/office/drawing/2014/main" id="{9706DF45-1271-6F54-9E06-2173B3EF6B77}"/>
                    </a:ext>
                  </a:extLst>
                </p14:cNvPr>
                <p14:cNvContentPartPr/>
                <p14:nvPr/>
              </p14:nvContentPartPr>
              <p14:xfrm>
                <a:off x="1816518" y="5958191"/>
                <a:ext cx="1634040" cy="746640"/>
              </p14:xfrm>
            </p:contentPart>
          </mc:Choice>
          <mc:Fallback>
            <p:pic>
              <p:nvPicPr>
                <p:cNvPr id="8" name="Ink 7">
                  <a:extLst>
                    <a:ext uri="{FF2B5EF4-FFF2-40B4-BE49-F238E27FC236}">
                      <a16:creationId xmlns:a16="http://schemas.microsoft.com/office/drawing/2014/main" id="{9706DF45-1271-6F54-9E06-2173B3EF6B77}"/>
                    </a:ext>
                  </a:extLst>
                </p:cNvPr>
                <p:cNvPicPr/>
                <p:nvPr/>
              </p:nvPicPr>
              <p:blipFill>
                <a:blip r:embed="rId7"/>
                <a:stretch>
                  <a:fillRect/>
                </a:stretch>
              </p:blipFill>
              <p:spPr>
                <a:xfrm>
                  <a:off x="1753878" y="5895191"/>
                  <a:ext cx="1759680" cy="87228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9" name="Ink 8">
                  <a:extLst>
                    <a:ext uri="{FF2B5EF4-FFF2-40B4-BE49-F238E27FC236}">
                      <a16:creationId xmlns:a16="http://schemas.microsoft.com/office/drawing/2014/main" id="{9F888AF9-00A3-C6F0-875A-2009FD256698}"/>
                    </a:ext>
                  </a:extLst>
                </p14:cNvPr>
                <p14:cNvContentPartPr/>
                <p14:nvPr/>
              </p14:nvContentPartPr>
              <p14:xfrm>
                <a:off x="2695638" y="6367511"/>
                <a:ext cx="414000" cy="263880"/>
              </p14:xfrm>
            </p:contentPart>
          </mc:Choice>
          <mc:Fallback>
            <p:pic>
              <p:nvPicPr>
                <p:cNvPr id="9" name="Ink 8">
                  <a:extLst>
                    <a:ext uri="{FF2B5EF4-FFF2-40B4-BE49-F238E27FC236}">
                      <a16:creationId xmlns:a16="http://schemas.microsoft.com/office/drawing/2014/main" id="{9F888AF9-00A3-C6F0-875A-2009FD256698}"/>
                    </a:ext>
                  </a:extLst>
                </p:cNvPr>
                <p:cNvPicPr/>
                <p:nvPr/>
              </p:nvPicPr>
              <p:blipFill>
                <a:blip r:embed="rId9"/>
                <a:stretch>
                  <a:fillRect/>
                </a:stretch>
              </p:blipFill>
              <p:spPr>
                <a:xfrm>
                  <a:off x="2632638" y="6304511"/>
                  <a:ext cx="539640" cy="38952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1" name="Ink 10">
                  <a:extLst>
                    <a:ext uri="{FF2B5EF4-FFF2-40B4-BE49-F238E27FC236}">
                      <a16:creationId xmlns:a16="http://schemas.microsoft.com/office/drawing/2014/main" id="{06711D8A-1E2F-F756-2816-4E0F84D7A7E8}"/>
                    </a:ext>
                  </a:extLst>
                </p14:cNvPr>
                <p14:cNvContentPartPr/>
                <p14:nvPr/>
              </p14:nvContentPartPr>
              <p14:xfrm>
                <a:off x="3422838" y="6120191"/>
                <a:ext cx="764280" cy="447480"/>
              </p14:xfrm>
            </p:contentPart>
          </mc:Choice>
          <mc:Fallback>
            <p:pic>
              <p:nvPicPr>
                <p:cNvPr id="11" name="Ink 10">
                  <a:extLst>
                    <a:ext uri="{FF2B5EF4-FFF2-40B4-BE49-F238E27FC236}">
                      <a16:creationId xmlns:a16="http://schemas.microsoft.com/office/drawing/2014/main" id="{06711D8A-1E2F-F756-2816-4E0F84D7A7E8}"/>
                    </a:ext>
                  </a:extLst>
                </p:cNvPr>
                <p:cNvPicPr/>
                <p:nvPr/>
              </p:nvPicPr>
              <p:blipFill>
                <a:blip r:embed="rId11"/>
                <a:stretch>
                  <a:fillRect/>
                </a:stretch>
              </p:blipFill>
              <p:spPr>
                <a:xfrm>
                  <a:off x="3359838" y="6057191"/>
                  <a:ext cx="889920" cy="573120"/>
                </a:xfrm>
                <a:prstGeom prst="rect">
                  <a:avLst/>
                </a:prstGeom>
              </p:spPr>
            </p:pic>
          </mc:Fallback>
        </mc:AlternateContent>
      </p:grpSp>
      <p:sp>
        <p:nvSpPr>
          <p:cNvPr id="14" name="Rectangle 13">
            <a:extLst>
              <a:ext uri="{FF2B5EF4-FFF2-40B4-BE49-F238E27FC236}">
                <a16:creationId xmlns:a16="http://schemas.microsoft.com/office/drawing/2014/main" id="{5BF3B08D-DFBA-7134-4EC5-1F28020EE7D1}"/>
              </a:ext>
            </a:extLst>
          </p:cNvPr>
          <p:cNvSpPr/>
          <p:nvPr/>
        </p:nvSpPr>
        <p:spPr>
          <a:xfrm>
            <a:off x="2805078" y="2119256"/>
            <a:ext cx="1229040" cy="4474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dirty="0"/>
              <a:t>Directions</a:t>
            </a:r>
          </a:p>
        </p:txBody>
      </p:sp>
      <mc:AlternateContent xmlns:mc="http://schemas.openxmlformats.org/markup-compatibility/2006">
        <mc:Choice xmlns:p14="http://schemas.microsoft.com/office/powerpoint/2010/main" Requires="p14">
          <p:contentPart p14:bwMode="auto" r:id="rId12">
            <p14:nvContentPartPr>
              <p14:cNvPr id="16" name="Ink 15">
                <a:extLst>
                  <a:ext uri="{FF2B5EF4-FFF2-40B4-BE49-F238E27FC236}">
                    <a16:creationId xmlns:a16="http://schemas.microsoft.com/office/drawing/2014/main" id="{5FDF2CAD-A584-93C0-0680-CBFABF4A0B4F}"/>
                  </a:ext>
                </a:extLst>
              </p14:cNvPr>
              <p14:cNvContentPartPr/>
              <p14:nvPr/>
            </p14:nvContentPartPr>
            <p14:xfrm>
              <a:off x="1936038" y="4200311"/>
              <a:ext cx="399600" cy="18720"/>
            </p14:xfrm>
          </p:contentPart>
        </mc:Choice>
        <mc:Fallback>
          <p:pic>
            <p:nvPicPr>
              <p:cNvPr id="16" name="Ink 15">
                <a:extLst>
                  <a:ext uri="{FF2B5EF4-FFF2-40B4-BE49-F238E27FC236}">
                    <a16:creationId xmlns:a16="http://schemas.microsoft.com/office/drawing/2014/main" id="{5FDF2CAD-A584-93C0-0680-CBFABF4A0B4F}"/>
                  </a:ext>
                </a:extLst>
              </p:cNvPr>
              <p:cNvPicPr/>
              <p:nvPr/>
            </p:nvPicPr>
            <p:blipFill>
              <a:blip r:embed="rId13"/>
              <a:stretch>
                <a:fillRect/>
              </a:stretch>
            </p:blipFill>
            <p:spPr>
              <a:xfrm>
                <a:off x="1846038" y="4020311"/>
                <a:ext cx="579240" cy="37836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7" name="Ink 16">
                <a:extLst>
                  <a:ext uri="{FF2B5EF4-FFF2-40B4-BE49-F238E27FC236}">
                    <a16:creationId xmlns:a16="http://schemas.microsoft.com/office/drawing/2014/main" id="{9C1B112A-FACF-6757-AEEA-AAB01648130C}"/>
                  </a:ext>
                </a:extLst>
              </p14:cNvPr>
              <p14:cNvContentPartPr/>
              <p14:nvPr/>
            </p14:nvContentPartPr>
            <p14:xfrm>
              <a:off x="1914798" y="4227311"/>
              <a:ext cx="510480" cy="34200"/>
            </p14:xfrm>
          </p:contentPart>
        </mc:Choice>
        <mc:Fallback>
          <p:pic>
            <p:nvPicPr>
              <p:cNvPr id="17" name="Ink 16">
                <a:extLst>
                  <a:ext uri="{FF2B5EF4-FFF2-40B4-BE49-F238E27FC236}">
                    <a16:creationId xmlns:a16="http://schemas.microsoft.com/office/drawing/2014/main" id="{9C1B112A-FACF-6757-AEEA-AAB01648130C}"/>
                  </a:ext>
                </a:extLst>
              </p:cNvPr>
              <p:cNvPicPr/>
              <p:nvPr/>
            </p:nvPicPr>
            <p:blipFill>
              <a:blip r:embed="rId15"/>
              <a:stretch>
                <a:fillRect/>
              </a:stretch>
            </p:blipFill>
            <p:spPr>
              <a:xfrm>
                <a:off x="1824798" y="4047311"/>
                <a:ext cx="690120" cy="39384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8" name="Ink 17">
                <a:extLst>
                  <a:ext uri="{FF2B5EF4-FFF2-40B4-BE49-F238E27FC236}">
                    <a16:creationId xmlns:a16="http://schemas.microsoft.com/office/drawing/2014/main" id="{9102BDD8-687F-9EC7-2CC5-B46DCCC338FA}"/>
                  </a:ext>
                </a:extLst>
              </p14:cNvPr>
              <p14:cNvContentPartPr/>
              <p14:nvPr/>
            </p14:nvContentPartPr>
            <p14:xfrm>
              <a:off x="1921278" y="4279151"/>
              <a:ext cx="466920" cy="24480"/>
            </p14:xfrm>
          </p:contentPart>
        </mc:Choice>
        <mc:Fallback>
          <p:pic>
            <p:nvPicPr>
              <p:cNvPr id="18" name="Ink 17">
                <a:extLst>
                  <a:ext uri="{FF2B5EF4-FFF2-40B4-BE49-F238E27FC236}">
                    <a16:creationId xmlns:a16="http://schemas.microsoft.com/office/drawing/2014/main" id="{9102BDD8-687F-9EC7-2CC5-B46DCCC338FA}"/>
                  </a:ext>
                </a:extLst>
              </p:cNvPr>
              <p:cNvPicPr/>
              <p:nvPr/>
            </p:nvPicPr>
            <p:blipFill>
              <a:blip r:embed="rId17"/>
              <a:stretch>
                <a:fillRect/>
              </a:stretch>
            </p:blipFill>
            <p:spPr>
              <a:xfrm>
                <a:off x="1831278" y="4099151"/>
                <a:ext cx="646560" cy="38412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9" name="Ink 18">
                <a:extLst>
                  <a:ext uri="{FF2B5EF4-FFF2-40B4-BE49-F238E27FC236}">
                    <a16:creationId xmlns:a16="http://schemas.microsoft.com/office/drawing/2014/main" id="{59450D2C-A84C-C9F2-B229-32905D3621C6}"/>
                  </a:ext>
                </a:extLst>
              </p14:cNvPr>
              <p14:cNvContentPartPr/>
              <p14:nvPr/>
            </p14:nvContentPartPr>
            <p14:xfrm>
              <a:off x="1947198" y="4270511"/>
              <a:ext cx="124920" cy="8640"/>
            </p14:xfrm>
          </p:contentPart>
        </mc:Choice>
        <mc:Fallback>
          <p:pic>
            <p:nvPicPr>
              <p:cNvPr id="19" name="Ink 18">
                <a:extLst>
                  <a:ext uri="{FF2B5EF4-FFF2-40B4-BE49-F238E27FC236}">
                    <a16:creationId xmlns:a16="http://schemas.microsoft.com/office/drawing/2014/main" id="{59450D2C-A84C-C9F2-B229-32905D3621C6}"/>
                  </a:ext>
                </a:extLst>
              </p:cNvPr>
              <p:cNvPicPr/>
              <p:nvPr/>
            </p:nvPicPr>
            <p:blipFill>
              <a:blip r:embed="rId19"/>
              <a:stretch>
                <a:fillRect/>
              </a:stretch>
            </p:blipFill>
            <p:spPr>
              <a:xfrm>
                <a:off x="1857558" y="4090871"/>
                <a:ext cx="304560" cy="36828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20" name="Ink 19">
                <a:extLst>
                  <a:ext uri="{FF2B5EF4-FFF2-40B4-BE49-F238E27FC236}">
                    <a16:creationId xmlns:a16="http://schemas.microsoft.com/office/drawing/2014/main" id="{F5E88573-2AA1-4275-F54C-8D375F65593B}"/>
                  </a:ext>
                </a:extLst>
              </p14:cNvPr>
              <p14:cNvContentPartPr/>
              <p14:nvPr/>
            </p14:nvContentPartPr>
            <p14:xfrm>
              <a:off x="2022438" y="4195271"/>
              <a:ext cx="216000" cy="87120"/>
            </p14:xfrm>
          </p:contentPart>
        </mc:Choice>
        <mc:Fallback>
          <p:pic>
            <p:nvPicPr>
              <p:cNvPr id="20" name="Ink 19">
                <a:extLst>
                  <a:ext uri="{FF2B5EF4-FFF2-40B4-BE49-F238E27FC236}">
                    <a16:creationId xmlns:a16="http://schemas.microsoft.com/office/drawing/2014/main" id="{F5E88573-2AA1-4275-F54C-8D375F65593B}"/>
                  </a:ext>
                </a:extLst>
              </p:cNvPr>
              <p:cNvPicPr/>
              <p:nvPr/>
            </p:nvPicPr>
            <p:blipFill>
              <a:blip r:embed="rId21"/>
              <a:stretch>
                <a:fillRect/>
              </a:stretch>
            </p:blipFill>
            <p:spPr>
              <a:xfrm>
                <a:off x="1932438" y="4015631"/>
                <a:ext cx="395640" cy="44676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21" name="Ink 20">
                <a:extLst>
                  <a:ext uri="{FF2B5EF4-FFF2-40B4-BE49-F238E27FC236}">
                    <a16:creationId xmlns:a16="http://schemas.microsoft.com/office/drawing/2014/main" id="{875E3993-CA21-7060-CC20-928F2CEE41E2}"/>
                  </a:ext>
                </a:extLst>
              </p14:cNvPr>
              <p14:cNvContentPartPr/>
              <p14:nvPr/>
            </p14:nvContentPartPr>
            <p14:xfrm>
              <a:off x="903198" y="4110671"/>
              <a:ext cx="56880" cy="52920"/>
            </p14:xfrm>
          </p:contentPart>
        </mc:Choice>
        <mc:Fallback>
          <p:pic>
            <p:nvPicPr>
              <p:cNvPr id="21" name="Ink 20">
                <a:extLst>
                  <a:ext uri="{FF2B5EF4-FFF2-40B4-BE49-F238E27FC236}">
                    <a16:creationId xmlns:a16="http://schemas.microsoft.com/office/drawing/2014/main" id="{875E3993-CA21-7060-CC20-928F2CEE41E2}"/>
                  </a:ext>
                </a:extLst>
              </p:cNvPr>
              <p:cNvPicPr/>
              <p:nvPr/>
            </p:nvPicPr>
            <p:blipFill>
              <a:blip r:embed="rId23"/>
              <a:stretch>
                <a:fillRect/>
              </a:stretch>
            </p:blipFill>
            <p:spPr>
              <a:xfrm>
                <a:off x="813558" y="3931031"/>
                <a:ext cx="236520" cy="41256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22" name="Ink 21">
                <a:extLst>
                  <a:ext uri="{FF2B5EF4-FFF2-40B4-BE49-F238E27FC236}">
                    <a16:creationId xmlns:a16="http://schemas.microsoft.com/office/drawing/2014/main" id="{61606333-3124-0EC6-9BF3-DCFF2AC8BDB4}"/>
                  </a:ext>
                </a:extLst>
              </p14:cNvPr>
              <p14:cNvContentPartPr/>
              <p14:nvPr/>
            </p14:nvContentPartPr>
            <p14:xfrm>
              <a:off x="2061318" y="4157831"/>
              <a:ext cx="380880" cy="199440"/>
            </p14:xfrm>
          </p:contentPart>
        </mc:Choice>
        <mc:Fallback>
          <p:pic>
            <p:nvPicPr>
              <p:cNvPr id="22" name="Ink 21">
                <a:extLst>
                  <a:ext uri="{FF2B5EF4-FFF2-40B4-BE49-F238E27FC236}">
                    <a16:creationId xmlns:a16="http://schemas.microsoft.com/office/drawing/2014/main" id="{61606333-3124-0EC6-9BF3-DCFF2AC8BDB4}"/>
                  </a:ext>
                </a:extLst>
              </p:cNvPr>
              <p:cNvPicPr/>
              <p:nvPr/>
            </p:nvPicPr>
            <p:blipFill>
              <a:blip r:embed="rId25"/>
              <a:stretch>
                <a:fillRect/>
              </a:stretch>
            </p:blipFill>
            <p:spPr>
              <a:xfrm>
                <a:off x="1998678" y="4094831"/>
                <a:ext cx="506520" cy="32508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23" name="Ink 22">
                <a:extLst>
                  <a:ext uri="{FF2B5EF4-FFF2-40B4-BE49-F238E27FC236}">
                    <a16:creationId xmlns:a16="http://schemas.microsoft.com/office/drawing/2014/main" id="{ED5D59ED-1E00-9F2D-0299-4E47344A6AF8}"/>
                  </a:ext>
                </a:extLst>
              </p14:cNvPr>
              <p14:cNvContentPartPr/>
              <p14:nvPr/>
            </p14:nvContentPartPr>
            <p14:xfrm>
              <a:off x="2097678" y="4310471"/>
              <a:ext cx="411840" cy="123480"/>
            </p14:xfrm>
          </p:contentPart>
        </mc:Choice>
        <mc:Fallback>
          <p:pic>
            <p:nvPicPr>
              <p:cNvPr id="23" name="Ink 22">
                <a:extLst>
                  <a:ext uri="{FF2B5EF4-FFF2-40B4-BE49-F238E27FC236}">
                    <a16:creationId xmlns:a16="http://schemas.microsoft.com/office/drawing/2014/main" id="{ED5D59ED-1E00-9F2D-0299-4E47344A6AF8}"/>
                  </a:ext>
                </a:extLst>
              </p:cNvPr>
              <p:cNvPicPr/>
              <p:nvPr/>
            </p:nvPicPr>
            <p:blipFill>
              <a:blip r:embed="rId27"/>
              <a:stretch>
                <a:fillRect/>
              </a:stretch>
            </p:blipFill>
            <p:spPr>
              <a:xfrm>
                <a:off x="2007678" y="4130471"/>
                <a:ext cx="591480" cy="48312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24" name="Ink 23">
                <a:extLst>
                  <a:ext uri="{FF2B5EF4-FFF2-40B4-BE49-F238E27FC236}">
                    <a16:creationId xmlns:a16="http://schemas.microsoft.com/office/drawing/2014/main" id="{5E1E1973-FBFB-D678-29DE-A85404C37757}"/>
                  </a:ext>
                </a:extLst>
              </p14:cNvPr>
              <p14:cNvContentPartPr/>
              <p14:nvPr/>
            </p14:nvContentPartPr>
            <p14:xfrm>
              <a:off x="2162118" y="4192391"/>
              <a:ext cx="258840" cy="100440"/>
            </p14:xfrm>
          </p:contentPart>
        </mc:Choice>
        <mc:Fallback>
          <p:pic>
            <p:nvPicPr>
              <p:cNvPr id="24" name="Ink 23">
                <a:extLst>
                  <a:ext uri="{FF2B5EF4-FFF2-40B4-BE49-F238E27FC236}">
                    <a16:creationId xmlns:a16="http://schemas.microsoft.com/office/drawing/2014/main" id="{5E1E1973-FBFB-D678-29DE-A85404C37757}"/>
                  </a:ext>
                </a:extLst>
              </p:cNvPr>
              <p:cNvPicPr/>
              <p:nvPr/>
            </p:nvPicPr>
            <p:blipFill>
              <a:blip r:embed="rId29"/>
              <a:stretch>
                <a:fillRect/>
              </a:stretch>
            </p:blipFill>
            <p:spPr>
              <a:xfrm>
                <a:off x="2072118" y="4012391"/>
                <a:ext cx="438480" cy="46008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25" name="Ink 24">
                <a:extLst>
                  <a:ext uri="{FF2B5EF4-FFF2-40B4-BE49-F238E27FC236}">
                    <a16:creationId xmlns:a16="http://schemas.microsoft.com/office/drawing/2014/main" id="{3BD43093-A081-432F-EC34-E0B5DDBF9D6C}"/>
                  </a:ext>
                </a:extLst>
              </p14:cNvPr>
              <p14:cNvContentPartPr/>
              <p14:nvPr/>
            </p14:nvContentPartPr>
            <p14:xfrm>
              <a:off x="2108478" y="4152071"/>
              <a:ext cx="75240" cy="87840"/>
            </p14:xfrm>
          </p:contentPart>
        </mc:Choice>
        <mc:Fallback>
          <p:pic>
            <p:nvPicPr>
              <p:cNvPr id="25" name="Ink 24">
                <a:extLst>
                  <a:ext uri="{FF2B5EF4-FFF2-40B4-BE49-F238E27FC236}">
                    <a16:creationId xmlns:a16="http://schemas.microsoft.com/office/drawing/2014/main" id="{3BD43093-A081-432F-EC34-E0B5DDBF9D6C}"/>
                  </a:ext>
                </a:extLst>
              </p:cNvPr>
              <p:cNvPicPr/>
              <p:nvPr/>
            </p:nvPicPr>
            <p:blipFill>
              <a:blip r:embed="rId31"/>
              <a:stretch>
                <a:fillRect/>
              </a:stretch>
            </p:blipFill>
            <p:spPr>
              <a:xfrm>
                <a:off x="2018478" y="3972431"/>
                <a:ext cx="254880" cy="44748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26" name="Ink 25">
                <a:extLst>
                  <a:ext uri="{FF2B5EF4-FFF2-40B4-BE49-F238E27FC236}">
                    <a16:creationId xmlns:a16="http://schemas.microsoft.com/office/drawing/2014/main" id="{F4DB1B15-8E77-80BB-9B40-9B93AC5ABC33}"/>
                  </a:ext>
                </a:extLst>
              </p14:cNvPr>
              <p14:cNvContentPartPr/>
              <p14:nvPr/>
            </p14:nvContentPartPr>
            <p14:xfrm>
              <a:off x="2102358" y="4171511"/>
              <a:ext cx="1012320" cy="233280"/>
            </p14:xfrm>
          </p:contentPart>
        </mc:Choice>
        <mc:Fallback>
          <p:pic>
            <p:nvPicPr>
              <p:cNvPr id="26" name="Ink 25">
                <a:extLst>
                  <a:ext uri="{FF2B5EF4-FFF2-40B4-BE49-F238E27FC236}">
                    <a16:creationId xmlns:a16="http://schemas.microsoft.com/office/drawing/2014/main" id="{F4DB1B15-8E77-80BB-9B40-9B93AC5ABC33}"/>
                  </a:ext>
                </a:extLst>
              </p:cNvPr>
              <p:cNvPicPr/>
              <p:nvPr/>
            </p:nvPicPr>
            <p:blipFill>
              <a:blip r:embed="rId33"/>
              <a:stretch>
                <a:fillRect/>
              </a:stretch>
            </p:blipFill>
            <p:spPr>
              <a:xfrm>
                <a:off x="2012718" y="3991511"/>
                <a:ext cx="1191960" cy="59292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8" name="Ink 27">
                <a:extLst>
                  <a:ext uri="{FF2B5EF4-FFF2-40B4-BE49-F238E27FC236}">
                    <a16:creationId xmlns:a16="http://schemas.microsoft.com/office/drawing/2014/main" id="{D147A671-7858-DE61-3159-2E0C2035F6E6}"/>
                  </a:ext>
                </a:extLst>
              </p14:cNvPr>
              <p14:cNvContentPartPr/>
              <p14:nvPr/>
            </p14:nvContentPartPr>
            <p14:xfrm>
              <a:off x="2293878" y="3659951"/>
              <a:ext cx="1240920" cy="1249560"/>
            </p14:xfrm>
          </p:contentPart>
        </mc:Choice>
        <mc:Fallback>
          <p:pic>
            <p:nvPicPr>
              <p:cNvPr id="28" name="Ink 27">
                <a:extLst>
                  <a:ext uri="{FF2B5EF4-FFF2-40B4-BE49-F238E27FC236}">
                    <a16:creationId xmlns:a16="http://schemas.microsoft.com/office/drawing/2014/main" id="{D147A671-7858-DE61-3159-2E0C2035F6E6}"/>
                  </a:ext>
                </a:extLst>
              </p:cNvPr>
              <p:cNvPicPr/>
              <p:nvPr/>
            </p:nvPicPr>
            <p:blipFill>
              <a:blip r:embed="rId35"/>
              <a:stretch>
                <a:fillRect/>
              </a:stretch>
            </p:blipFill>
            <p:spPr>
              <a:xfrm>
                <a:off x="2230878" y="3596951"/>
                <a:ext cx="1366560" cy="137520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31" name="Ink 30">
                <a:extLst>
                  <a:ext uri="{FF2B5EF4-FFF2-40B4-BE49-F238E27FC236}">
                    <a16:creationId xmlns:a16="http://schemas.microsoft.com/office/drawing/2014/main" id="{D03DF702-1E2B-656C-299F-6CEB9F40D1D0}"/>
                  </a:ext>
                </a:extLst>
              </p14:cNvPr>
              <p14:cNvContentPartPr/>
              <p14:nvPr/>
            </p14:nvContentPartPr>
            <p14:xfrm>
              <a:off x="1840998" y="4213631"/>
              <a:ext cx="303480" cy="571320"/>
            </p14:xfrm>
          </p:contentPart>
        </mc:Choice>
        <mc:Fallback>
          <p:pic>
            <p:nvPicPr>
              <p:cNvPr id="31" name="Ink 30">
                <a:extLst>
                  <a:ext uri="{FF2B5EF4-FFF2-40B4-BE49-F238E27FC236}">
                    <a16:creationId xmlns:a16="http://schemas.microsoft.com/office/drawing/2014/main" id="{D03DF702-1E2B-656C-299F-6CEB9F40D1D0}"/>
                  </a:ext>
                </a:extLst>
              </p:cNvPr>
              <p:cNvPicPr/>
              <p:nvPr/>
            </p:nvPicPr>
            <p:blipFill>
              <a:blip r:embed="rId37"/>
              <a:stretch>
                <a:fillRect/>
              </a:stretch>
            </p:blipFill>
            <p:spPr>
              <a:xfrm>
                <a:off x="1778358" y="4150991"/>
                <a:ext cx="429120" cy="696960"/>
              </a:xfrm>
              <a:prstGeom prst="rect">
                <a:avLst/>
              </a:prstGeom>
            </p:spPr>
          </p:pic>
        </mc:Fallback>
      </mc:AlternateContent>
      <p:grpSp>
        <p:nvGrpSpPr>
          <p:cNvPr id="40" name="Group 39">
            <a:extLst>
              <a:ext uri="{FF2B5EF4-FFF2-40B4-BE49-F238E27FC236}">
                <a16:creationId xmlns:a16="http://schemas.microsoft.com/office/drawing/2014/main" id="{6AF224F7-D355-903F-C802-868E00DE9C14}"/>
              </a:ext>
            </a:extLst>
          </p:cNvPr>
          <p:cNvGrpSpPr/>
          <p:nvPr/>
        </p:nvGrpSpPr>
        <p:grpSpPr>
          <a:xfrm>
            <a:off x="1881318" y="4044791"/>
            <a:ext cx="2261880" cy="688680"/>
            <a:chOff x="1881318" y="4044791"/>
            <a:chExt cx="2261880" cy="688680"/>
          </a:xfrm>
        </p:grpSpPr>
        <mc:AlternateContent xmlns:mc="http://schemas.openxmlformats.org/markup-compatibility/2006">
          <mc:Choice xmlns:p14="http://schemas.microsoft.com/office/powerpoint/2010/main" Requires="p14">
            <p:contentPart p14:bwMode="auto" r:id="rId38">
              <p14:nvContentPartPr>
                <p14:cNvPr id="29" name="Ink 28">
                  <a:extLst>
                    <a:ext uri="{FF2B5EF4-FFF2-40B4-BE49-F238E27FC236}">
                      <a16:creationId xmlns:a16="http://schemas.microsoft.com/office/drawing/2014/main" id="{3EA490A5-94EF-AD56-3103-D2B6C9CEE03A}"/>
                    </a:ext>
                  </a:extLst>
                </p14:cNvPr>
                <p14:cNvContentPartPr/>
                <p14:nvPr/>
              </p14:nvContentPartPr>
              <p14:xfrm>
                <a:off x="1881318" y="4054151"/>
                <a:ext cx="1654920" cy="590760"/>
              </p14:xfrm>
            </p:contentPart>
          </mc:Choice>
          <mc:Fallback>
            <p:pic>
              <p:nvPicPr>
                <p:cNvPr id="29" name="Ink 28">
                  <a:extLst>
                    <a:ext uri="{FF2B5EF4-FFF2-40B4-BE49-F238E27FC236}">
                      <a16:creationId xmlns:a16="http://schemas.microsoft.com/office/drawing/2014/main" id="{3EA490A5-94EF-AD56-3103-D2B6C9CEE03A}"/>
                    </a:ext>
                  </a:extLst>
                </p:cNvPr>
                <p:cNvPicPr/>
                <p:nvPr/>
              </p:nvPicPr>
              <p:blipFill>
                <a:blip r:embed="rId39"/>
                <a:stretch>
                  <a:fillRect/>
                </a:stretch>
              </p:blipFill>
              <p:spPr>
                <a:xfrm>
                  <a:off x="1818678" y="3991511"/>
                  <a:ext cx="1780560" cy="71640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30" name="Ink 29">
                  <a:extLst>
                    <a:ext uri="{FF2B5EF4-FFF2-40B4-BE49-F238E27FC236}">
                      <a16:creationId xmlns:a16="http://schemas.microsoft.com/office/drawing/2014/main" id="{2ED69BE6-D7AD-2073-EF26-F950B3290389}"/>
                    </a:ext>
                  </a:extLst>
                </p14:cNvPr>
                <p14:cNvContentPartPr/>
                <p14:nvPr/>
              </p14:nvContentPartPr>
              <p14:xfrm>
                <a:off x="1950438" y="4426031"/>
                <a:ext cx="18720" cy="275040"/>
              </p14:xfrm>
            </p:contentPart>
          </mc:Choice>
          <mc:Fallback>
            <p:pic>
              <p:nvPicPr>
                <p:cNvPr id="30" name="Ink 29">
                  <a:extLst>
                    <a:ext uri="{FF2B5EF4-FFF2-40B4-BE49-F238E27FC236}">
                      <a16:creationId xmlns:a16="http://schemas.microsoft.com/office/drawing/2014/main" id="{2ED69BE6-D7AD-2073-EF26-F950B3290389}"/>
                    </a:ext>
                  </a:extLst>
                </p:cNvPr>
                <p:cNvPicPr/>
                <p:nvPr/>
              </p:nvPicPr>
              <p:blipFill>
                <a:blip r:embed="rId41"/>
                <a:stretch>
                  <a:fillRect/>
                </a:stretch>
              </p:blipFill>
              <p:spPr>
                <a:xfrm>
                  <a:off x="1887438" y="4363391"/>
                  <a:ext cx="144360" cy="40068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34" name="Ink 33">
                  <a:extLst>
                    <a:ext uri="{FF2B5EF4-FFF2-40B4-BE49-F238E27FC236}">
                      <a16:creationId xmlns:a16="http://schemas.microsoft.com/office/drawing/2014/main" id="{F1E85403-2362-09D4-B90D-C16CFE3422BF}"/>
                    </a:ext>
                  </a:extLst>
                </p14:cNvPr>
                <p14:cNvContentPartPr/>
                <p14:nvPr/>
              </p14:nvContentPartPr>
              <p14:xfrm>
                <a:off x="2205318" y="4044791"/>
                <a:ext cx="1644840" cy="161640"/>
              </p14:xfrm>
            </p:contentPart>
          </mc:Choice>
          <mc:Fallback>
            <p:pic>
              <p:nvPicPr>
                <p:cNvPr id="34" name="Ink 33">
                  <a:extLst>
                    <a:ext uri="{FF2B5EF4-FFF2-40B4-BE49-F238E27FC236}">
                      <a16:creationId xmlns:a16="http://schemas.microsoft.com/office/drawing/2014/main" id="{F1E85403-2362-09D4-B90D-C16CFE3422BF}"/>
                    </a:ext>
                  </a:extLst>
                </p:cNvPr>
                <p:cNvPicPr/>
                <p:nvPr/>
              </p:nvPicPr>
              <p:blipFill>
                <a:blip r:embed="rId43"/>
                <a:stretch>
                  <a:fillRect/>
                </a:stretch>
              </p:blipFill>
              <p:spPr>
                <a:xfrm>
                  <a:off x="2142678" y="3982151"/>
                  <a:ext cx="1770480" cy="28728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35" name="Ink 34">
                  <a:extLst>
                    <a:ext uri="{FF2B5EF4-FFF2-40B4-BE49-F238E27FC236}">
                      <a16:creationId xmlns:a16="http://schemas.microsoft.com/office/drawing/2014/main" id="{880AAFF0-6B7A-7915-6E31-CBA3C2148BF6}"/>
                    </a:ext>
                  </a:extLst>
                </p14:cNvPr>
                <p14:cNvContentPartPr/>
                <p14:nvPr/>
              </p14:nvContentPartPr>
              <p14:xfrm>
                <a:off x="3176958" y="4087631"/>
                <a:ext cx="923400" cy="614880"/>
              </p14:xfrm>
            </p:contentPart>
          </mc:Choice>
          <mc:Fallback>
            <p:pic>
              <p:nvPicPr>
                <p:cNvPr id="35" name="Ink 34">
                  <a:extLst>
                    <a:ext uri="{FF2B5EF4-FFF2-40B4-BE49-F238E27FC236}">
                      <a16:creationId xmlns:a16="http://schemas.microsoft.com/office/drawing/2014/main" id="{880AAFF0-6B7A-7915-6E31-CBA3C2148BF6}"/>
                    </a:ext>
                  </a:extLst>
                </p:cNvPr>
                <p:cNvPicPr/>
                <p:nvPr/>
              </p:nvPicPr>
              <p:blipFill>
                <a:blip r:embed="rId45"/>
                <a:stretch>
                  <a:fillRect/>
                </a:stretch>
              </p:blipFill>
              <p:spPr>
                <a:xfrm>
                  <a:off x="3113958" y="4024631"/>
                  <a:ext cx="1049040" cy="74052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36" name="Ink 35">
                  <a:extLst>
                    <a:ext uri="{FF2B5EF4-FFF2-40B4-BE49-F238E27FC236}">
                      <a16:creationId xmlns:a16="http://schemas.microsoft.com/office/drawing/2014/main" id="{0F1234E6-E429-3DB5-DCD6-51D24D3AEEAB}"/>
                    </a:ext>
                  </a:extLst>
                </p14:cNvPr>
                <p14:cNvContentPartPr/>
                <p14:nvPr/>
              </p14:nvContentPartPr>
              <p14:xfrm>
                <a:off x="2132598" y="4215791"/>
                <a:ext cx="1139400" cy="466200"/>
              </p14:xfrm>
            </p:contentPart>
          </mc:Choice>
          <mc:Fallback>
            <p:pic>
              <p:nvPicPr>
                <p:cNvPr id="36" name="Ink 35">
                  <a:extLst>
                    <a:ext uri="{FF2B5EF4-FFF2-40B4-BE49-F238E27FC236}">
                      <a16:creationId xmlns:a16="http://schemas.microsoft.com/office/drawing/2014/main" id="{0F1234E6-E429-3DB5-DCD6-51D24D3AEEAB}"/>
                    </a:ext>
                  </a:extLst>
                </p:cNvPr>
                <p:cNvPicPr/>
                <p:nvPr/>
              </p:nvPicPr>
              <p:blipFill>
                <a:blip r:embed="rId47"/>
                <a:stretch>
                  <a:fillRect/>
                </a:stretch>
              </p:blipFill>
              <p:spPr>
                <a:xfrm>
                  <a:off x="2069598" y="4153151"/>
                  <a:ext cx="1265040" cy="59184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37" name="Ink 36">
                  <a:extLst>
                    <a:ext uri="{FF2B5EF4-FFF2-40B4-BE49-F238E27FC236}">
                      <a16:creationId xmlns:a16="http://schemas.microsoft.com/office/drawing/2014/main" id="{D7BB9876-18BB-B87F-2945-ED1D01AC4511}"/>
                    </a:ext>
                  </a:extLst>
                </p14:cNvPr>
                <p14:cNvContentPartPr/>
                <p14:nvPr/>
              </p14:nvContentPartPr>
              <p14:xfrm>
                <a:off x="3225558" y="4054511"/>
                <a:ext cx="340560" cy="77040"/>
              </p14:xfrm>
            </p:contentPart>
          </mc:Choice>
          <mc:Fallback>
            <p:pic>
              <p:nvPicPr>
                <p:cNvPr id="37" name="Ink 36">
                  <a:extLst>
                    <a:ext uri="{FF2B5EF4-FFF2-40B4-BE49-F238E27FC236}">
                      <a16:creationId xmlns:a16="http://schemas.microsoft.com/office/drawing/2014/main" id="{D7BB9876-18BB-B87F-2945-ED1D01AC4511}"/>
                    </a:ext>
                  </a:extLst>
                </p:cNvPr>
                <p:cNvPicPr/>
                <p:nvPr/>
              </p:nvPicPr>
              <p:blipFill>
                <a:blip r:embed="rId49"/>
                <a:stretch>
                  <a:fillRect/>
                </a:stretch>
              </p:blipFill>
              <p:spPr>
                <a:xfrm>
                  <a:off x="3162558" y="3991511"/>
                  <a:ext cx="466200" cy="20268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39" name="Ink 38">
                  <a:extLst>
                    <a:ext uri="{FF2B5EF4-FFF2-40B4-BE49-F238E27FC236}">
                      <a16:creationId xmlns:a16="http://schemas.microsoft.com/office/drawing/2014/main" id="{BA550328-EA14-F3EC-9285-102B1E4999C1}"/>
                    </a:ext>
                  </a:extLst>
                </p14:cNvPr>
                <p14:cNvContentPartPr/>
                <p14:nvPr/>
              </p14:nvContentPartPr>
              <p14:xfrm>
                <a:off x="2643798" y="4119311"/>
                <a:ext cx="1499400" cy="614160"/>
              </p14:xfrm>
            </p:contentPart>
          </mc:Choice>
          <mc:Fallback>
            <p:pic>
              <p:nvPicPr>
                <p:cNvPr id="39" name="Ink 38">
                  <a:extLst>
                    <a:ext uri="{FF2B5EF4-FFF2-40B4-BE49-F238E27FC236}">
                      <a16:creationId xmlns:a16="http://schemas.microsoft.com/office/drawing/2014/main" id="{BA550328-EA14-F3EC-9285-102B1E4999C1}"/>
                    </a:ext>
                  </a:extLst>
                </p:cNvPr>
                <p:cNvPicPr/>
                <p:nvPr/>
              </p:nvPicPr>
              <p:blipFill>
                <a:blip r:embed="rId51"/>
                <a:stretch>
                  <a:fillRect/>
                </a:stretch>
              </p:blipFill>
              <p:spPr>
                <a:xfrm>
                  <a:off x="2581158" y="4056311"/>
                  <a:ext cx="1625040" cy="7398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52">
            <p14:nvContentPartPr>
              <p14:cNvPr id="42" name="Ink 41">
                <a:extLst>
                  <a:ext uri="{FF2B5EF4-FFF2-40B4-BE49-F238E27FC236}">
                    <a16:creationId xmlns:a16="http://schemas.microsoft.com/office/drawing/2014/main" id="{84F0CF3A-E0A2-8869-5A50-6644FE8C7EBC}"/>
                  </a:ext>
                </a:extLst>
              </p14:cNvPr>
              <p14:cNvContentPartPr/>
              <p14:nvPr/>
            </p14:nvContentPartPr>
            <p14:xfrm>
              <a:off x="1977078" y="4386431"/>
              <a:ext cx="2898360" cy="253440"/>
            </p14:xfrm>
          </p:contentPart>
        </mc:Choice>
        <mc:Fallback>
          <p:pic>
            <p:nvPicPr>
              <p:cNvPr id="42" name="Ink 41">
                <a:extLst>
                  <a:ext uri="{FF2B5EF4-FFF2-40B4-BE49-F238E27FC236}">
                    <a16:creationId xmlns:a16="http://schemas.microsoft.com/office/drawing/2014/main" id="{84F0CF3A-E0A2-8869-5A50-6644FE8C7EBC}"/>
                  </a:ext>
                </a:extLst>
              </p:cNvPr>
              <p:cNvPicPr/>
              <p:nvPr/>
            </p:nvPicPr>
            <p:blipFill>
              <a:blip r:embed="rId53"/>
              <a:stretch>
                <a:fillRect/>
              </a:stretch>
            </p:blipFill>
            <p:spPr>
              <a:xfrm>
                <a:off x="1914078" y="4323791"/>
                <a:ext cx="3024000" cy="37908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43" name="Ink 42">
                <a:extLst>
                  <a:ext uri="{FF2B5EF4-FFF2-40B4-BE49-F238E27FC236}">
                    <a16:creationId xmlns:a16="http://schemas.microsoft.com/office/drawing/2014/main" id="{A2607D5D-A0A5-204E-4FA7-16EF0EA5E5CF}"/>
                  </a:ext>
                </a:extLst>
              </p14:cNvPr>
              <p14:cNvContentPartPr/>
              <p14:nvPr/>
            </p14:nvContentPartPr>
            <p14:xfrm>
              <a:off x="3226998" y="4486151"/>
              <a:ext cx="591840" cy="43200"/>
            </p14:xfrm>
          </p:contentPart>
        </mc:Choice>
        <mc:Fallback>
          <p:pic>
            <p:nvPicPr>
              <p:cNvPr id="43" name="Ink 42">
                <a:extLst>
                  <a:ext uri="{FF2B5EF4-FFF2-40B4-BE49-F238E27FC236}">
                    <a16:creationId xmlns:a16="http://schemas.microsoft.com/office/drawing/2014/main" id="{A2607D5D-A0A5-204E-4FA7-16EF0EA5E5CF}"/>
                  </a:ext>
                </a:extLst>
              </p:cNvPr>
              <p:cNvPicPr/>
              <p:nvPr/>
            </p:nvPicPr>
            <p:blipFill>
              <a:blip r:embed="rId55"/>
              <a:stretch>
                <a:fillRect/>
              </a:stretch>
            </p:blipFill>
            <p:spPr>
              <a:xfrm>
                <a:off x="3163998" y="4423151"/>
                <a:ext cx="717480" cy="168840"/>
              </a:xfrm>
              <a:prstGeom prst="rect">
                <a:avLst/>
              </a:prstGeom>
            </p:spPr>
          </p:pic>
        </mc:Fallback>
      </mc:AlternateContent>
      <p:sp>
        <p:nvSpPr>
          <p:cNvPr id="15" name="Rectangle 14">
            <a:extLst>
              <a:ext uri="{FF2B5EF4-FFF2-40B4-BE49-F238E27FC236}">
                <a16:creationId xmlns:a16="http://schemas.microsoft.com/office/drawing/2014/main" id="{7F75A9CE-6F1A-A374-373B-2D3E07C78B3B}"/>
              </a:ext>
            </a:extLst>
          </p:cNvPr>
          <p:cNvSpPr/>
          <p:nvPr/>
        </p:nvSpPr>
        <p:spPr>
          <a:xfrm>
            <a:off x="1828504" y="4637224"/>
            <a:ext cx="2283014" cy="33348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dirty="0"/>
              <a:t>Upload POD </a:t>
            </a:r>
          </a:p>
        </p:txBody>
      </p:sp>
      <p:sp>
        <p:nvSpPr>
          <p:cNvPr id="44" name="Rectangle 43">
            <a:extLst>
              <a:ext uri="{FF2B5EF4-FFF2-40B4-BE49-F238E27FC236}">
                <a16:creationId xmlns:a16="http://schemas.microsoft.com/office/drawing/2014/main" id="{D10A2C5C-188C-9ACE-35A5-BD9757B00E13}"/>
              </a:ext>
            </a:extLst>
          </p:cNvPr>
          <p:cNvSpPr/>
          <p:nvPr/>
        </p:nvSpPr>
        <p:spPr>
          <a:xfrm>
            <a:off x="1816518" y="3754811"/>
            <a:ext cx="2283840" cy="2541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dirty="0"/>
              <a:t>Arrived at loading</a:t>
            </a:r>
          </a:p>
        </p:txBody>
      </p:sp>
      <p:sp>
        <p:nvSpPr>
          <p:cNvPr id="45" name="Rectangle 44">
            <a:extLst>
              <a:ext uri="{FF2B5EF4-FFF2-40B4-BE49-F238E27FC236}">
                <a16:creationId xmlns:a16="http://schemas.microsoft.com/office/drawing/2014/main" id="{290C2EE6-CD4F-B01D-DFAF-29BA2DD9A402}"/>
              </a:ext>
            </a:extLst>
          </p:cNvPr>
          <p:cNvSpPr/>
          <p:nvPr/>
        </p:nvSpPr>
        <p:spPr>
          <a:xfrm>
            <a:off x="1825338" y="4181951"/>
            <a:ext cx="2264294" cy="29435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dirty="0"/>
              <a:t>Arrived at offloading</a:t>
            </a:r>
          </a:p>
        </p:txBody>
      </p:sp>
    </p:spTree>
    <p:extLst>
      <p:ext uri="{BB962C8B-B14F-4D97-AF65-F5344CB8AC3E}">
        <p14:creationId xmlns:p14="http://schemas.microsoft.com/office/powerpoint/2010/main" val="31886849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F8E8064-4C1C-B423-6087-C1638A1ABA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855061"/>
            <a:ext cx="12192000" cy="5147878"/>
          </a:xfrm>
          <a:prstGeom prst="rect">
            <a:avLst/>
          </a:prstGeom>
        </p:spPr>
      </p:pic>
    </p:spTree>
    <p:extLst>
      <p:ext uri="{BB962C8B-B14F-4D97-AF65-F5344CB8AC3E}">
        <p14:creationId xmlns:p14="http://schemas.microsoft.com/office/powerpoint/2010/main" val="35098944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13938CB-87DE-2971-0765-FC980685C9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877485"/>
            <a:ext cx="12192000" cy="5103030"/>
          </a:xfrm>
          <a:prstGeom prst="rect">
            <a:avLst/>
          </a:prstGeom>
        </p:spPr>
      </p:pic>
    </p:spTree>
    <p:extLst>
      <p:ext uri="{BB962C8B-B14F-4D97-AF65-F5344CB8AC3E}">
        <p14:creationId xmlns:p14="http://schemas.microsoft.com/office/powerpoint/2010/main" val="23948680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91BB285-FE55-F06A-A047-D2BE356D2B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881996"/>
            <a:ext cx="12192000" cy="5094007"/>
          </a:xfrm>
          <a:prstGeom prst="rect">
            <a:avLst/>
          </a:prstGeom>
        </p:spPr>
      </p:pic>
      <p:sp>
        <p:nvSpPr>
          <p:cNvPr id="6" name="Rectangle 5">
            <a:extLst>
              <a:ext uri="{FF2B5EF4-FFF2-40B4-BE49-F238E27FC236}">
                <a16:creationId xmlns:a16="http://schemas.microsoft.com/office/drawing/2014/main" id="{DB87FB7C-0636-06E8-9232-CE7CE2853223}"/>
              </a:ext>
            </a:extLst>
          </p:cNvPr>
          <p:cNvSpPr/>
          <p:nvPr/>
        </p:nvSpPr>
        <p:spPr>
          <a:xfrm>
            <a:off x="2646379" y="2915323"/>
            <a:ext cx="1613647" cy="19363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sz="1600" dirty="0"/>
              <a:t>By transporter</a:t>
            </a:r>
          </a:p>
        </p:txBody>
      </p:sp>
    </p:spTree>
    <p:extLst>
      <p:ext uri="{BB962C8B-B14F-4D97-AF65-F5344CB8AC3E}">
        <p14:creationId xmlns:p14="http://schemas.microsoft.com/office/powerpoint/2010/main" val="1307110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E294093-D540-7A63-5703-594A261D3D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872508"/>
            <a:ext cx="12192000" cy="5112984"/>
          </a:xfrm>
          <a:prstGeom prst="rect">
            <a:avLst/>
          </a:prstGeom>
        </p:spPr>
      </p:pic>
    </p:spTree>
    <p:extLst>
      <p:ext uri="{BB962C8B-B14F-4D97-AF65-F5344CB8AC3E}">
        <p14:creationId xmlns:p14="http://schemas.microsoft.com/office/powerpoint/2010/main" val="13518374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0EE456-96D2-52C7-2578-778867AD8B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876139"/>
            <a:ext cx="12192000" cy="5105722"/>
          </a:xfrm>
          <a:prstGeom prst="rect">
            <a:avLst/>
          </a:prstGeom>
        </p:spPr>
      </p:pic>
    </p:spTree>
    <p:extLst>
      <p:ext uri="{BB962C8B-B14F-4D97-AF65-F5344CB8AC3E}">
        <p14:creationId xmlns:p14="http://schemas.microsoft.com/office/powerpoint/2010/main" val="12183715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D980B38-4E47-0033-D5EF-866615C28812}"/>
              </a:ext>
            </a:extLst>
          </p:cNvPr>
          <p:cNvSpPr/>
          <p:nvPr/>
        </p:nvSpPr>
        <p:spPr>
          <a:xfrm>
            <a:off x="152398" y="152422"/>
            <a:ext cx="3238502" cy="392427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ZA" dirty="0"/>
          </a:p>
        </p:txBody>
      </p:sp>
      <p:sp>
        <p:nvSpPr>
          <p:cNvPr id="6" name="Rectangle 5">
            <a:extLst>
              <a:ext uri="{FF2B5EF4-FFF2-40B4-BE49-F238E27FC236}">
                <a16:creationId xmlns:a16="http://schemas.microsoft.com/office/drawing/2014/main" id="{200C299F-B503-62DB-1DF0-B3B4E2542BC7}"/>
              </a:ext>
            </a:extLst>
          </p:cNvPr>
          <p:cNvSpPr/>
          <p:nvPr/>
        </p:nvSpPr>
        <p:spPr>
          <a:xfrm>
            <a:off x="1146317" y="598074"/>
            <a:ext cx="1250663" cy="923330"/>
          </a:xfrm>
          <a:prstGeom prst="rect">
            <a:avLst/>
          </a:prstGeom>
          <a:noFill/>
        </p:spPr>
        <p:txBody>
          <a:bodyPr wrap="none" lIns="91440" tIns="45720" rIns="91440" bIns="45720">
            <a:spAutoFit/>
          </a:bodyPr>
          <a:lstStyle/>
          <a:p>
            <a:pPr algn="ctr"/>
            <a:r>
              <a:rPr lang="en-US" sz="5400" b="1" cap="none" spc="0"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rPr>
              <a:t>MG</a:t>
            </a:r>
          </a:p>
        </p:txBody>
      </p:sp>
      <p:sp>
        <p:nvSpPr>
          <p:cNvPr id="7" name="TextBox 6">
            <a:extLst>
              <a:ext uri="{FF2B5EF4-FFF2-40B4-BE49-F238E27FC236}">
                <a16:creationId xmlns:a16="http://schemas.microsoft.com/office/drawing/2014/main" id="{69623125-57B6-68DA-684A-AD45ABED3F00}"/>
              </a:ext>
            </a:extLst>
          </p:cNvPr>
          <p:cNvSpPr txBox="1"/>
          <p:nvPr/>
        </p:nvSpPr>
        <p:spPr>
          <a:xfrm>
            <a:off x="491912" y="1625107"/>
            <a:ext cx="1600200" cy="369332"/>
          </a:xfrm>
          <a:prstGeom prst="rect">
            <a:avLst/>
          </a:prstGeom>
          <a:noFill/>
        </p:spPr>
        <p:txBody>
          <a:bodyPr wrap="square" rtlCol="0">
            <a:spAutoFit/>
          </a:bodyPr>
          <a:lstStyle/>
          <a:p>
            <a:r>
              <a:rPr lang="en-ZA" dirty="0"/>
              <a:t>Search </a:t>
            </a:r>
          </a:p>
        </p:txBody>
      </p:sp>
      <p:pic>
        <p:nvPicPr>
          <p:cNvPr id="9" name="Graphic 8" descr="Magnifying glass outline">
            <a:extLst>
              <a:ext uri="{FF2B5EF4-FFF2-40B4-BE49-F238E27FC236}">
                <a16:creationId xmlns:a16="http://schemas.microsoft.com/office/drawing/2014/main" id="{100CC4C9-2238-C7F6-A18F-A73ACA14192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295399" y="1647847"/>
            <a:ext cx="323852" cy="323852"/>
          </a:xfrm>
          <a:prstGeom prst="rect">
            <a:avLst/>
          </a:prstGeom>
        </p:spPr>
      </p:pic>
      <p:sp>
        <p:nvSpPr>
          <p:cNvPr id="10" name="Rectangle: Rounded Corners 9">
            <a:extLst>
              <a:ext uri="{FF2B5EF4-FFF2-40B4-BE49-F238E27FC236}">
                <a16:creationId xmlns:a16="http://schemas.microsoft.com/office/drawing/2014/main" id="{EF3A21F2-F16E-5C6B-92C6-CC253E31B73E}"/>
              </a:ext>
            </a:extLst>
          </p:cNvPr>
          <p:cNvSpPr/>
          <p:nvPr/>
        </p:nvSpPr>
        <p:spPr>
          <a:xfrm>
            <a:off x="428625" y="2647950"/>
            <a:ext cx="2647950" cy="11430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endParaRPr lang="en-ZA" sz="800" dirty="0"/>
          </a:p>
        </p:txBody>
      </p:sp>
      <p:sp>
        <p:nvSpPr>
          <p:cNvPr id="11" name="TextBox 10">
            <a:extLst>
              <a:ext uri="{FF2B5EF4-FFF2-40B4-BE49-F238E27FC236}">
                <a16:creationId xmlns:a16="http://schemas.microsoft.com/office/drawing/2014/main" id="{728F3C75-A393-7CA6-132E-1082DBD74756}"/>
              </a:ext>
            </a:extLst>
          </p:cNvPr>
          <p:cNvSpPr txBox="1"/>
          <p:nvPr/>
        </p:nvSpPr>
        <p:spPr>
          <a:xfrm>
            <a:off x="864410" y="2665566"/>
            <a:ext cx="1509681" cy="400110"/>
          </a:xfrm>
          <a:prstGeom prst="rect">
            <a:avLst/>
          </a:prstGeom>
          <a:noFill/>
        </p:spPr>
        <p:txBody>
          <a:bodyPr wrap="square" rtlCol="0">
            <a:spAutoFit/>
          </a:bodyPr>
          <a:lstStyle/>
          <a:p>
            <a:pPr algn="ctr"/>
            <a:r>
              <a:rPr lang="en-ZA" sz="2000" dirty="0"/>
              <a:t>options</a:t>
            </a:r>
          </a:p>
        </p:txBody>
      </p:sp>
      <p:sp>
        <p:nvSpPr>
          <p:cNvPr id="12" name="TextBox 11">
            <a:extLst>
              <a:ext uri="{FF2B5EF4-FFF2-40B4-BE49-F238E27FC236}">
                <a16:creationId xmlns:a16="http://schemas.microsoft.com/office/drawing/2014/main" id="{1F0BB159-7002-BF23-B3E4-F55D4E005859}"/>
              </a:ext>
            </a:extLst>
          </p:cNvPr>
          <p:cNvSpPr txBox="1"/>
          <p:nvPr/>
        </p:nvSpPr>
        <p:spPr>
          <a:xfrm>
            <a:off x="428625" y="3051626"/>
            <a:ext cx="2241763" cy="646331"/>
          </a:xfrm>
          <a:prstGeom prst="rect">
            <a:avLst/>
          </a:prstGeom>
          <a:noFill/>
        </p:spPr>
        <p:txBody>
          <a:bodyPr wrap="square" rtlCol="0">
            <a:spAutoFit/>
          </a:bodyPr>
          <a:lstStyle/>
          <a:p>
            <a:r>
              <a:rPr lang="en-ZA" sz="900" dirty="0">
                <a:solidFill>
                  <a:srgbClr val="FF0000"/>
                </a:solidFill>
              </a:rPr>
              <a:t>*To report if a truck isn’t on the list. Or once the guard search and it doesn’t find a truck it should automatically give a prompt to report truck not on list </a:t>
            </a:r>
          </a:p>
        </p:txBody>
      </p:sp>
      <p:sp>
        <p:nvSpPr>
          <p:cNvPr id="13" name="TextBox 12">
            <a:extLst>
              <a:ext uri="{FF2B5EF4-FFF2-40B4-BE49-F238E27FC236}">
                <a16:creationId xmlns:a16="http://schemas.microsoft.com/office/drawing/2014/main" id="{91A5CA8A-CFFC-5147-CF5B-A39280112ACF}"/>
              </a:ext>
            </a:extLst>
          </p:cNvPr>
          <p:cNvSpPr txBox="1"/>
          <p:nvPr/>
        </p:nvSpPr>
        <p:spPr>
          <a:xfrm>
            <a:off x="3629025" y="295275"/>
            <a:ext cx="3238502" cy="523220"/>
          </a:xfrm>
          <a:prstGeom prst="rect">
            <a:avLst/>
          </a:prstGeom>
          <a:noFill/>
        </p:spPr>
        <p:txBody>
          <a:bodyPr wrap="square" rtlCol="0">
            <a:spAutoFit/>
          </a:bodyPr>
          <a:lstStyle/>
          <a:p>
            <a:r>
              <a:rPr lang="en-ZA" sz="1400" dirty="0"/>
              <a:t>After he searches and truck is on list this is the next </a:t>
            </a:r>
            <a:r>
              <a:rPr lang="en-ZA" sz="1400" dirty="0" err="1"/>
              <a:t>screan</a:t>
            </a:r>
            <a:r>
              <a:rPr lang="en-ZA" sz="1400" dirty="0"/>
              <a:t> </a:t>
            </a:r>
          </a:p>
        </p:txBody>
      </p:sp>
      <p:sp>
        <p:nvSpPr>
          <p:cNvPr id="14" name="Rectangle 13">
            <a:extLst>
              <a:ext uri="{FF2B5EF4-FFF2-40B4-BE49-F238E27FC236}">
                <a16:creationId xmlns:a16="http://schemas.microsoft.com/office/drawing/2014/main" id="{69119862-0DCE-D439-43FC-4983CEAC73F5}"/>
              </a:ext>
            </a:extLst>
          </p:cNvPr>
          <p:cNvSpPr/>
          <p:nvPr/>
        </p:nvSpPr>
        <p:spPr>
          <a:xfrm>
            <a:off x="3826686" y="827365"/>
            <a:ext cx="2926540" cy="182945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ZA"/>
          </a:p>
        </p:txBody>
      </p:sp>
      <p:sp>
        <p:nvSpPr>
          <p:cNvPr id="15" name="TextBox 14">
            <a:extLst>
              <a:ext uri="{FF2B5EF4-FFF2-40B4-BE49-F238E27FC236}">
                <a16:creationId xmlns:a16="http://schemas.microsoft.com/office/drawing/2014/main" id="{E1ECC553-486D-0946-490D-E4896329A9D6}"/>
              </a:ext>
            </a:extLst>
          </p:cNvPr>
          <p:cNvSpPr txBox="1"/>
          <p:nvPr/>
        </p:nvSpPr>
        <p:spPr>
          <a:xfrm>
            <a:off x="3896925" y="1183238"/>
            <a:ext cx="2199075" cy="369332"/>
          </a:xfrm>
          <a:prstGeom prst="rect">
            <a:avLst/>
          </a:prstGeom>
          <a:noFill/>
        </p:spPr>
        <p:txBody>
          <a:bodyPr wrap="square" rtlCol="0">
            <a:spAutoFit/>
          </a:bodyPr>
          <a:lstStyle/>
          <a:p>
            <a:r>
              <a:rPr lang="en-ZA" dirty="0"/>
              <a:t>kpx154mp approved </a:t>
            </a:r>
          </a:p>
        </p:txBody>
      </p:sp>
      <p:sp>
        <p:nvSpPr>
          <p:cNvPr id="16" name="TextBox 15">
            <a:extLst>
              <a:ext uri="{FF2B5EF4-FFF2-40B4-BE49-F238E27FC236}">
                <a16:creationId xmlns:a16="http://schemas.microsoft.com/office/drawing/2014/main" id="{E462F4A3-3607-3315-31B3-E2313E4D8D08}"/>
              </a:ext>
            </a:extLst>
          </p:cNvPr>
          <p:cNvSpPr txBox="1"/>
          <p:nvPr/>
        </p:nvSpPr>
        <p:spPr>
          <a:xfrm>
            <a:off x="3990975" y="1771650"/>
            <a:ext cx="1676400" cy="369332"/>
          </a:xfrm>
          <a:prstGeom prst="rect">
            <a:avLst/>
          </a:prstGeom>
          <a:noFill/>
        </p:spPr>
        <p:txBody>
          <a:bodyPr wrap="square" rtlCol="0">
            <a:spAutoFit/>
          </a:bodyPr>
          <a:lstStyle/>
          <a:p>
            <a:r>
              <a:rPr lang="en-ZA" dirty="0"/>
              <a:t>Truck on site </a:t>
            </a:r>
          </a:p>
        </p:txBody>
      </p:sp>
      <p:sp>
        <p:nvSpPr>
          <p:cNvPr id="17" name="Oval 16">
            <a:extLst>
              <a:ext uri="{FF2B5EF4-FFF2-40B4-BE49-F238E27FC236}">
                <a16:creationId xmlns:a16="http://schemas.microsoft.com/office/drawing/2014/main" id="{C37C25EE-A6DE-0CDD-423D-BA74D57682CE}"/>
              </a:ext>
            </a:extLst>
          </p:cNvPr>
          <p:cNvSpPr/>
          <p:nvPr/>
        </p:nvSpPr>
        <p:spPr>
          <a:xfrm>
            <a:off x="5434014" y="1840478"/>
            <a:ext cx="514350" cy="274082"/>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ZA" dirty="0"/>
              <a:t>y</a:t>
            </a:r>
          </a:p>
        </p:txBody>
      </p:sp>
      <p:sp>
        <p:nvSpPr>
          <p:cNvPr id="18" name="Oval 17">
            <a:extLst>
              <a:ext uri="{FF2B5EF4-FFF2-40B4-BE49-F238E27FC236}">
                <a16:creationId xmlns:a16="http://schemas.microsoft.com/office/drawing/2014/main" id="{BCE3BBC0-0705-DD2A-6AFE-CC51312C4D3F}"/>
              </a:ext>
            </a:extLst>
          </p:cNvPr>
          <p:cNvSpPr/>
          <p:nvPr/>
        </p:nvSpPr>
        <p:spPr>
          <a:xfrm>
            <a:off x="6096000" y="1840478"/>
            <a:ext cx="514350" cy="30050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dirty="0"/>
              <a:t>n</a:t>
            </a:r>
          </a:p>
        </p:txBody>
      </p:sp>
      <p:cxnSp>
        <p:nvCxnSpPr>
          <p:cNvPr id="20" name="Straight Arrow Connector 19">
            <a:extLst>
              <a:ext uri="{FF2B5EF4-FFF2-40B4-BE49-F238E27FC236}">
                <a16:creationId xmlns:a16="http://schemas.microsoft.com/office/drawing/2014/main" id="{208CAADA-AC2B-6B1F-AA20-7C7A4627BA78}"/>
              </a:ext>
            </a:extLst>
          </p:cNvPr>
          <p:cNvCxnSpPr/>
          <p:nvPr/>
        </p:nvCxnSpPr>
        <p:spPr>
          <a:xfrm flipV="1">
            <a:off x="6753226" y="1304925"/>
            <a:ext cx="733424" cy="666774"/>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065ACB98-36A1-B624-41E3-1EA7D74974F4}"/>
              </a:ext>
            </a:extLst>
          </p:cNvPr>
          <p:cNvSpPr txBox="1"/>
          <p:nvPr/>
        </p:nvSpPr>
        <p:spPr>
          <a:xfrm>
            <a:off x="7486650" y="909183"/>
            <a:ext cx="2019300" cy="738664"/>
          </a:xfrm>
          <a:prstGeom prst="rect">
            <a:avLst/>
          </a:prstGeom>
          <a:noFill/>
        </p:spPr>
        <p:txBody>
          <a:bodyPr wrap="square" rtlCol="0">
            <a:spAutoFit/>
          </a:bodyPr>
          <a:lstStyle/>
          <a:p>
            <a:r>
              <a:rPr lang="en-ZA" sz="1400" dirty="0"/>
              <a:t>This has to time stamp on recons – time arrived on site </a:t>
            </a:r>
          </a:p>
        </p:txBody>
      </p:sp>
      <p:sp>
        <p:nvSpPr>
          <p:cNvPr id="22" name="TextBox 21">
            <a:extLst>
              <a:ext uri="{FF2B5EF4-FFF2-40B4-BE49-F238E27FC236}">
                <a16:creationId xmlns:a16="http://schemas.microsoft.com/office/drawing/2014/main" id="{E36D55ED-9FB2-EB7E-0D13-58534E579663}"/>
              </a:ext>
            </a:extLst>
          </p:cNvPr>
          <p:cNvSpPr txBox="1"/>
          <p:nvPr/>
        </p:nvSpPr>
        <p:spPr>
          <a:xfrm>
            <a:off x="3896925" y="2962275"/>
            <a:ext cx="7609275" cy="523220"/>
          </a:xfrm>
          <a:prstGeom prst="rect">
            <a:avLst/>
          </a:prstGeom>
          <a:noFill/>
        </p:spPr>
        <p:txBody>
          <a:bodyPr wrap="square" rtlCol="0">
            <a:spAutoFit/>
          </a:bodyPr>
          <a:lstStyle/>
          <a:p>
            <a:r>
              <a:rPr lang="en-ZA" sz="1400" dirty="0">
                <a:solidFill>
                  <a:schemeClr val="accent5">
                    <a:lumMod val="75000"/>
                  </a:schemeClr>
                </a:solidFill>
              </a:rPr>
              <a:t>Truck then goes into mine to load the commodity – when it comes back out the a guard will inspect it again ( it has already been time stamped in so now he is searching to time stamp out) </a:t>
            </a:r>
          </a:p>
        </p:txBody>
      </p:sp>
      <p:sp>
        <p:nvSpPr>
          <p:cNvPr id="23" name="Rectangle 22">
            <a:extLst>
              <a:ext uri="{FF2B5EF4-FFF2-40B4-BE49-F238E27FC236}">
                <a16:creationId xmlns:a16="http://schemas.microsoft.com/office/drawing/2014/main" id="{F76BF473-E4AD-3F31-CD6B-3C65C550819D}"/>
              </a:ext>
            </a:extLst>
          </p:cNvPr>
          <p:cNvSpPr/>
          <p:nvPr/>
        </p:nvSpPr>
        <p:spPr>
          <a:xfrm>
            <a:off x="3826687" y="3790950"/>
            <a:ext cx="2926540" cy="277177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ZA"/>
          </a:p>
        </p:txBody>
      </p:sp>
      <p:sp>
        <p:nvSpPr>
          <p:cNvPr id="24" name="TextBox 23">
            <a:extLst>
              <a:ext uri="{FF2B5EF4-FFF2-40B4-BE49-F238E27FC236}">
                <a16:creationId xmlns:a16="http://schemas.microsoft.com/office/drawing/2014/main" id="{64677341-E8EB-1C01-4B2C-9F86D57ED2FF}"/>
              </a:ext>
            </a:extLst>
          </p:cNvPr>
          <p:cNvSpPr txBox="1"/>
          <p:nvPr/>
        </p:nvSpPr>
        <p:spPr>
          <a:xfrm>
            <a:off x="3990975" y="4076699"/>
            <a:ext cx="2619375" cy="2031325"/>
          </a:xfrm>
          <a:prstGeom prst="rect">
            <a:avLst/>
          </a:prstGeom>
          <a:noFill/>
        </p:spPr>
        <p:txBody>
          <a:bodyPr wrap="square" rtlCol="0">
            <a:spAutoFit/>
          </a:bodyPr>
          <a:lstStyle/>
          <a:p>
            <a:pPr algn="ctr"/>
            <a:r>
              <a:rPr lang="en-ZA" dirty="0"/>
              <a:t>Kpx154mp </a:t>
            </a:r>
          </a:p>
          <a:p>
            <a:endParaRPr lang="en-ZA" dirty="0"/>
          </a:p>
          <a:p>
            <a:r>
              <a:rPr lang="en-ZA" dirty="0"/>
              <a:t>Truck loaded </a:t>
            </a:r>
          </a:p>
          <a:p>
            <a:endParaRPr lang="en-ZA" dirty="0"/>
          </a:p>
          <a:p>
            <a:r>
              <a:rPr lang="en-ZA" dirty="0"/>
              <a:t>Truck sealed </a:t>
            </a:r>
          </a:p>
          <a:p>
            <a:endParaRPr lang="en-ZA" dirty="0"/>
          </a:p>
          <a:p>
            <a:r>
              <a:rPr lang="en-ZA" dirty="0"/>
              <a:t>Truck gone </a:t>
            </a:r>
          </a:p>
        </p:txBody>
      </p:sp>
      <p:sp>
        <p:nvSpPr>
          <p:cNvPr id="25" name="Oval 24">
            <a:extLst>
              <a:ext uri="{FF2B5EF4-FFF2-40B4-BE49-F238E27FC236}">
                <a16:creationId xmlns:a16="http://schemas.microsoft.com/office/drawing/2014/main" id="{6FE83D45-C91B-53C7-E739-1C50401504D8}"/>
              </a:ext>
            </a:extLst>
          </p:cNvPr>
          <p:cNvSpPr/>
          <p:nvPr/>
        </p:nvSpPr>
        <p:spPr>
          <a:xfrm>
            <a:off x="5434014" y="4619625"/>
            <a:ext cx="433389" cy="35242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ZA" dirty="0"/>
              <a:t>y</a:t>
            </a:r>
          </a:p>
        </p:txBody>
      </p:sp>
      <p:sp>
        <p:nvSpPr>
          <p:cNvPr id="26" name="Oval 25">
            <a:extLst>
              <a:ext uri="{FF2B5EF4-FFF2-40B4-BE49-F238E27FC236}">
                <a16:creationId xmlns:a16="http://schemas.microsoft.com/office/drawing/2014/main" id="{9771D9D2-CBD4-3FE5-016B-CBFB0A0DA505}"/>
              </a:ext>
            </a:extLst>
          </p:cNvPr>
          <p:cNvSpPr/>
          <p:nvPr/>
        </p:nvSpPr>
        <p:spPr>
          <a:xfrm>
            <a:off x="5434013" y="5176837"/>
            <a:ext cx="433389" cy="35242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ZA" dirty="0"/>
              <a:t>y</a:t>
            </a:r>
          </a:p>
        </p:txBody>
      </p:sp>
      <p:sp>
        <p:nvSpPr>
          <p:cNvPr id="27" name="Oval 26">
            <a:extLst>
              <a:ext uri="{FF2B5EF4-FFF2-40B4-BE49-F238E27FC236}">
                <a16:creationId xmlns:a16="http://schemas.microsoft.com/office/drawing/2014/main" id="{EF086E5E-2782-AF2E-8579-8FCE0E055C27}"/>
              </a:ext>
            </a:extLst>
          </p:cNvPr>
          <p:cNvSpPr/>
          <p:nvPr/>
        </p:nvSpPr>
        <p:spPr>
          <a:xfrm>
            <a:off x="5434012" y="5753755"/>
            <a:ext cx="433389" cy="35242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ZA" dirty="0"/>
              <a:t>y</a:t>
            </a:r>
          </a:p>
        </p:txBody>
      </p:sp>
      <p:sp>
        <p:nvSpPr>
          <p:cNvPr id="28" name="Oval 27">
            <a:extLst>
              <a:ext uri="{FF2B5EF4-FFF2-40B4-BE49-F238E27FC236}">
                <a16:creationId xmlns:a16="http://schemas.microsoft.com/office/drawing/2014/main" id="{70040300-D0DB-D207-BAA8-AB607CF84281}"/>
              </a:ext>
            </a:extLst>
          </p:cNvPr>
          <p:cNvSpPr/>
          <p:nvPr/>
        </p:nvSpPr>
        <p:spPr>
          <a:xfrm>
            <a:off x="6029325" y="4619625"/>
            <a:ext cx="433389" cy="3524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dirty="0"/>
              <a:t>n</a:t>
            </a:r>
          </a:p>
        </p:txBody>
      </p:sp>
      <p:sp>
        <p:nvSpPr>
          <p:cNvPr id="29" name="Oval 28">
            <a:extLst>
              <a:ext uri="{FF2B5EF4-FFF2-40B4-BE49-F238E27FC236}">
                <a16:creationId xmlns:a16="http://schemas.microsoft.com/office/drawing/2014/main" id="{64A39F76-595D-B780-DA0D-3859B3FFEDA3}"/>
              </a:ext>
            </a:extLst>
          </p:cNvPr>
          <p:cNvSpPr/>
          <p:nvPr/>
        </p:nvSpPr>
        <p:spPr>
          <a:xfrm>
            <a:off x="6029324" y="5187611"/>
            <a:ext cx="433389" cy="3524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dirty="0"/>
              <a:t>n</a:t>
            </a:r>
          </a:p>
        </p:txBody>
      </p:sp>
      <p:sp>
        <p:nvSpPr>
          <p:cNvPr id="30" name="Oval 29">
            <a:extLst>
              <a:ext uri="{FF2B5EF4-FFF2-40B4-BE49-F238E27FC236}">
                <a16:creationId xmlns:a16="http://schemas.microsoft.com/office/drawing/2014/main" id="{A966C5FD-CAF0-FB2C-9E04-1E638011637C}"/>
              </a:ext>
            </a:extLst>
          </p:cNvPr>
          <p:cNvSpPr/>
          <p:nvPr/>
        </p:nvSpPr>
        <p:spPr>
          <a:xfrm>
            <a:off x="6022181" y="5726102"/>
            <a:ext cx="433389" cy="3524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dirty="0"/>
              <a:t>n</a:t>
            </a:r>
          </a:p>
        </p:txBody>
      </p:sp>
      <p:cxnSp>
        <p:nvCxnSpPr>
          <p:cNvPr id="32" name="Straight Arrow Connector 31">
            <a:extLst>
              <a:ext uri="{FF2B5EF4-FFF2-40B4-BE49-F238E27FC236}">
                <a16:creationId xmlns:a16="http://schemas.microsoft.com/office/drawing/2014/main" id="{9558501A-2051-6C9E-5C6D-19E824049A40}"/>
              </a:ext>
            </a:extLst>
          </p:cNvPr>
          <p:cNvCxnSpPr/>
          <p:nvPr/>
        </p:nvCxnSpPr>
        <p:spPr>
          <a:xfrm flipV="1">
            <a:off x="6867527" y="4371975"/>
            <a:ext cx="834035" cy="720386"/>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33" name="TextBox 32">
            <a:extLst>
              <a:ext uri="{FF2B5EF4-FFF2-40B4-BE49-F238E27FC236}">
                <a16:creationId xmlns:a16="http://schemas.microsoft.com/office/drawing/2014/main" id="{B19EC2B6-B553-9193-EB04-94CB8BB5EDB5}"/>
              </a:ext>
            </a:extLst>
          </p:cNvPr>
          <p:cNvSpPr txBox="1"/>
          <p:nvPr/>
        </p:nvSpPr>
        <p:spPr>
          <a:xfrm>
            <a:off x="7815862" y="4186237"/>
            <a:ext cx="1438275" cy="646331"/>
          </a:xfrm>
          <a:prstGeom prst="rect">
            <a:avLst/>
          </a:prstGeom>
          <a:noFill/>
        </p:spPr>
        <p:txBody>
          <a:bodyPr wrap="square" rtlCol="0">
            <a:spAutoFit/>
          </a:bodyPr>
          <a:lstStyle/>
          <a:p>
            <a:r>
              <a:rPr lang="en-ZA" dirty="0"/>
              <a:t>For time stamps </a:t>
            </a:r>
          </a:p>
        </p:txBody>
      </p:sp>
      <p:sp>
        <p:nvSpPr>
          <p:cNvPr id="2" name="TextBox 1">
            <a:extLst>
              <a:ext uri="{FF2B5EF4-FFF2-40B4-BE49-F238E27FC236}">
                <a16:creationId xmlns:a16="http://schemas.microsoft.com/office/drawing/2014/main" id="{1B320DA5-949F-14C3-F15D-A69132BD56C9}"/>
              </a:ext>
            </a:extLst>
          </p:cNvPr>
          <p:cNvSpPr txBox="1"/>
          <p:nvPr/>
        </p:nvSpPr>
        <p:spPr>
          <a:xfrm>
            <a:off x="6867527" y="152422"/>
            <a:ext cx="3122047" cy="461665"/>
          </a:xfrm>
          <a:prstGeom prst="rect">
            <a:avLst/>
          </a:prstGeom>
          <a:noFill/>
        </p:spPr>
        <p:txBody>
          <a:bodyPr wrap="square" rtlCol="0">
            <a:spAutoFit/>
          </a:bodyPr>
          <a:lstStyle/>
          <a:p>
            <a:r>
              <a:rPr lang="en-ZA" sz="2400" dirty="0">
                <a:solidFill>
                  <a:srgbClr val="FF0000"/>
                </a:solidFill>
                <a:highlight>
                  <a:srgbClr val="00FF00"/>
                </a:highlight>
              </a:rPr>
              <a:t>Security screens </a:t>
            </a:r>
          </a:p>
        </p:txBody>
      </p:sp>
    </p:spTree>
    <p:extLst>
      <p:ext uri="{BB962C8B-B14F-4D97-AF65-F5344CB8AC3E}">
        <p14:creationId xmlns:p14="http://schemas.microsoft.com/office/powerpoint/2010/main" val="26545583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74835D5-7DFF-C004-EF5C-3AC16B4377DB}"/>
              </a:ext>
            </a:extLst>
          </p:cNvPr>
          <p:cNvSpPr/>
          <p:nvPr/>
        </p:nvSpPr>
        <p:spPr>
          <a:xfrm>
            <a:off x="275615" y="336755"/>
            <a:ext cx="1828488" cy="278007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ZA" dirty="0"/>
          </a:p>
        </p:txBody>
      </p:sp>
      <p:sp>
        <p:nvSpPr>
          <p:cNvPr id="5" name="TextBox 4">
            <a:extLst>
              <a:ext uri="{FF2B5EF4-FFF2-40B4-BE49-F238E27FC236}">
                <a16:creationId xmlns:a16="http://schemas.microsoft.com/office/drawing/2014/main" id="{8FC77171-1E41-45E0-9D2F-79549DA96E6E}"/>
              </a:ext>
            </a:extLst>
          </p:cNvPr>
          <p:cNvSpPr txBox="1"/>
          <p:nvPr/>
        </p:nvSpPr>
        <p:spPr>
          <a:xfrm>
            <a:off x="684571" y="1516315"/>
            <a:ext cx="973393" cy="369332"/>
          </a:xfrm>
          <a:prstGeom prst="rect">
            <a:avLst/>
          </a:prstGeom>
          <a:noFill/>
        </p:spPr>
        <p:txBody>
          <a:bodyPr wrap="square" rtlCol="0">
            <a:spAutoFit/>
          </a:bodyPr>
          <a:lstStyle/>
          <a:p>
            <a:r>
              <a:rPr lang="en-ZA" dirty="0"/>
              <a:t>Search </a:t>
            </a:r>
          </a:p>
        </p:txBody>
      </p:sp>
      <p:pic>
        <p:nvPicPr>
          <p:cNvPr id="7" name="Graphic 6" descr="Magnifying glass outline">
            <a:extLst>
              <a:ext uri="{FF2B5EF4-FFF2-40B4-BE49-F238E27FC236}">
                <a16:creationId xmlns:a16="http://schemas.microsoft.com/office/drawing/2014/main" id="{6D31FB53-3CB7-C3F2-CCF0-30E085BE6A7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473298" y="1516315"/>
            <a:ext cx="369332" cy="369332"/>
          </a:xfrm>
          <a:prstGeom prst="rect">
            <a:avLst/>
          </a:prstGeom>
        </p:spPr>
      </p:pic>
      <p:sp>
        <p:nvSpPr>
          <p:cNvPr id="8" name="TextBox 7">
            <a:extLst>
              <a:ext uri="{FF2B5EF4-FFF2-40B4-BE49-F238E27FC236}">
                <a16:creationId xmlns:a16="http://schemas.microsoft.com/office/drawing/2014/main" id="{F7DE54F8-49D4-12D3-4C45-618DAD7C2C4C}"/>
              </a:ext>
            </a:extLst>
          </p:cNvPr>
          <p:cNvSpPr txBox="1"/>
          <p:nvPr/>
        </p:nvSpPr>
        <p:spPr>
          <a:xfrm>
            <a:off x="442452" y="2664542"/>
            <a:ext cx="1215512" cy="369332"/>
          </a:xfrm>
          <a:prstGeom prst="rect">
            <a:avLst/>
          </a:prstGeom>
          <a:noFill/>
        </p:spPr>
        <p:txBody>
          <a:bodyPr wrap="square" rtlCol="0">
            <a:spAutoFit/>
          </a:bodyPr>
          <a:lstStyle/>
          <a:p>
            <a:r>
              <a:rPr lang="en-ZA" dirty="0"/>
              <a:t>Options </a:t>
            </a:r>
          </a:p>
        </p:txBody>
      </p:sp>
      <p:sp>
        <p:nvSpPr>
          <p:cNvPr id="9" name="TextBox 8">
            <a:extLst>
              <a:ext uri="{FF2B5EF4-FFF2-40B4-BE49-F238E27FC236}">
                <a16:creationId xmlns:a16="http://schemas.microsoft.com/office/drawing/2014/main" id="{35D1EEC1-4265-D6F6-1FA4-6E6F052F3387}"/>
              </a:ext>
            </a:extLst>
          </p:cNvPr>
          <p:cNvSpPr txBox="1"/>
          <p:nvPr/>
        </p:nvSpPr>
        <p:spPr>
          <a:xfrm>
            <a:off x="5053778" y="96931"/>
            <a:ext cx="3480620" cy="584775"/>
          </a:xfrm>
          <a:prstGeom prst="rect">
            <a:avLst/>
          </a:prstGeom>
          <a:noFill/>
        </p:spPr>
        <p:txBody>
          <a:bodyPr wrap="square" rtlCol="0">
            <a:spAutoFit/>
          </a:bodyPr>
          <a:lstStyle/>
          <a:p>
            <a:r>
              <a:rPr lang="en-ZA" sz="3200" dirty="0">
                <a:solidFill>
                  <a:srgbClr val="FF0000"/>
                </a:solidFill>
                <a:highlight>
                  <a:srgbClr val="FFFF00"/>
                </a:highlight>
              </a:rPr>
              <a:t>Control screens</a:t>
            </a:r>
          </a:p>
        </p:txBody>
      </p:sp>
      <p:sp>
        <p:nvSpPr>
          <p:cNvPr id="10" name="TextBox 9">
            <a:extLst>
              <a:ext uri="{FF2B5EF4-FFF2-40B4-BE49-F238E27FC236}">
                <a16:creationId xmlns:a16="http://schemas.microsoft.com/office/drawing/2014/main" id="{F557E2E7-1392-C886-93E4-5D4964FE6694}"/>
              </a:ext>
            </a:extLst>
          </p:cNvPr>
          <p:cNvSpPr txBox="1"/>
          <p:nvPr/>
        </p:nvSpPr>
        <p:spPr>
          <a:xfrm>
            <a:off x="2369574" y="609600"/>
            <a:ext cx="2949678" cy="523220"/>
          </a:xfrm>
          <a:prstGeom prst="rect">
            <a:avLst/>
          </a:prstGeom>
          <a:noFill/>
        </p:spPr>
        <p:txBody>
          <a:bodyPr wrap="square" rtlCol="0">
            <a:spAutoFit/>
          </a:bodyPr>
          <a:lstStyle/>
          <a:p>
            <a:r>
              <a:rPr lang="en-ZA" sz="1400" dirty="0"/>
              <a:t>This is the 1</a:t>
            </a:r>
            <a:r>
              <a:rPr lang="en-ZA" sz="1400" baseline="30000" dirty="0"/>
              <a:t>st</a:t>
            </a:r>
            <a:r>
              <a:rPr lang="en-ZA" sz="1400" dirty="0"/>
              <a:t> screen where control can search for truck </a:t>
            </a:r>
          </a:p>
        </p:txBody>
      </p:sp>
      <p:cxnSp>
        <p:nvCxnSpPr>
          <p:cNvPr id="12" name="Straight Arrow Connector 11">
            <a:extLst>
              <a:ext uri="{FF2B5EF4-FFF2-40B4-BE49-F238E27FC236}">
                <a16:creationId xmlns:a16="http://schemas.microsoft.com/office/drawing/2014/main" id="{CE150E54-9CB3-B03C-3FD1-927BDCA98E60}"/>
              </a:ext>
            </a:extLst>
          </p:cNvPr>
          <p:cNvCxnSpPr>
            <a:endCxn id="10" idx="1"/>
          </p:cNvCxnSpPr>
          <p:nvPr/>
        </p:nvCxnSpPr>
        <p:spPr>
          <a:xfrm flipV="1">
            <a:off x="1995948" y="871210"/>
            <a:ext cx="373626" cy="26161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13" name="Rectangle 12">
            <a:extLst>
              <a:ext uri="{FF2B5EF4-FFF2-40B4-BE49-F238E27FC236}">
                <a16:creationId xmlns:a16="http://schemas.microsoft.com/office/drawing/2014/main" id="{B1819224-8C05-261B-9950-822FC3B31255}"/>
              </a:ext>
            </a:extLst>
          </p:cNvPr>
          <p:cNvSpPr/>
          <p:nvPr/>
        </p:nvSpPr>
        <p:spPr>
          <a:xfrm>
            <a:off x="3008670" y="1396181"/>
            <a:ext cx="3628103" cy="521109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ZA"/>
          </a:p>
        </p:txBody>
      </p:sp>
      <p:cxnSp>
        <p:nvCxnSpPr>
          <p:cNvPr id="15" name="Straight Arrow Connector 14">
            <a:extLst>
              <a:ext uri="{FF2B5EF4-FFF2-40B4-BE49-F238E27FC236}">
                <a16:creationId xmlns:a16="http://schemas.microsoft.com/office/drawing/2014/main" id="{78871C9E-D805-2E40-C769-C2DE92C7B69B}"/>
              </a:ext>
            </a:extLst>
          </p:cNvPr>
          <p:cNvCxnSpPr/>
          <p:nvPr/>
        </p:nvCxnSpPr>
        <p:spPr>
          <a:xfrm>
            <a:off x="2182761" y="2320413"/>
            <a:ext cx="710069" cy="52879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20888A87-EF44-D777-A60A-7E400F3421CB}"/>
              </a:ext>
            </a:extLst>
          </p:cNvPr>
          <p:cNvSpPr txBox="1"/>
          <p:nvPr/>
        </p:nvSpPr>
        <p:spPr>
          <a:xfrm>
            <a:off x="3347882" y="1516315"/>
            <a:ext cx="2949678" cy="369332"/>
          </a:xfrm>
          <a:prstGeom prst="rect">
            <a:avLst/>
          </a:prstGeom>
          <a:noFill/>
        </p:spPr>
        <p:txBody>
          <a:bodyPr wrap="square" rtlCol="0">
            <a:spAutoFit/>
          </a:bodyPr>
          <a:lstStyle/>
          <a:p>
            <a:pPr algn="ctr"/>
            <a:r>
              <a:rPr lang="en-ZA" b="1" dirty="0"/>
              <a:t>Kpx154mp</a:t>
            </a:r>
            <a:r>
              <a:rPr lang="en-ZA" dirty="0"/>
              <a:t> </a:t>
            </a:r>
          </a:p>
        </p:txBody>
      </p:sp>
      <p:sp>
        <p:nvSpPr>
          <p:cNvPr id="17" name="TextBox 16">
            <a:extLst>
              <a:ext uri="{FF2B5EF4-FFF2-40B4-BE49-F238E27FC236}">
                <a16:creationId xmlns:a16="http://schemas.microsoft.com/office/drawing/2014/main" id="{5EC0E290-BC55-5631-8B7A-30B2521856D3}"/>
              </a:ext>
            </a:extLst>
          </p:cNvPr>
          <p:cNvSpPr txBox="1"/>
          <p:nvPr/>
        </p:nvSpPr>
        <p:spPr>
          <a:xfrm>
            <a:off x="3165987" y="1878070"/>
            <a:ext cx="2113936" cy="4247317"/>
          </a:xfrm>
          <a:prstGeom prst="rect">
            <a:avLst/>
          </a:prstGeom>
          <a:noFill/>
        </p:spPr>
        <p:txBody>
          <a:bodyPr wrap="square" rtlCol="0">
            <a:spAutoFit/>
          </a:bodyPr>
          <a:lstStyle/>
          <a:p>
            <a:r>
              <a:rPr lang="en-ZA" dirty="0"/>
              <a:t>Transporter :</a:t>
            </a:r>
          </a:p>
          <a:p>
            <a:r>
              <a:rPr lang="en-ZA" dirty="0"/>
              <a:t>Destination :</a:t>
            </a:r>
          </a:p>
          <a:p>
            <a:r>
              <a:rPr lang="en-ZA" dirty="0"/>
              <a:t>Product:</a:t>
            </a:r>
          </a:p>
          <a:p>
            <a:r>
              <a:rPr lang="en-ZA" dirty="0"/>
              <a:t>Order no : </a:t>
            </a:r>
          </a:p>
          <a:p>
            <a:r>
              <a:rPr lang="en-ZA" dirty="0"/>
              <a:t>Despatched by : </a:t>
            </a:r>
          </a:p>
          <a:p>
            <a:r>
              <a:rPr lang="en-ZA" dirty="0"/>
              <a:t>Time in: </a:t>
            </a:r>
          </a:p>
          <a:p>
            <a:r>
              <a:rPr lang="en-ZA" dirty="0"/>
              <a:t>1</a:t>
            </a:r>
            <a:r>
              <a:rPr lang="en-ZA" baseline="30000" dirty="0"/>
              <a:t>st</a:t>
            </a:r>
            <a:r>
              <a:rPr lang="en-ZA" dirty="0"/>
              <a:t> weigh :</a:t>
            </a:r>
          </a:p>
          <a:p>
            <a:r>
              <a:rPr lang="en-ZA" dirty="0"/>
              <a:t>2</a:t>
            </a:r>
            <a:r>
              <a:rPr lang="en-ZA" baseline="30000" dirty="0"/>
              <a:t>nd</a:t>
            </a:r>
            <a:r>
              <a:rPr lang="en-ZA" dirty="0"/>
              <a:t> weigh :</a:t>
            </a:r>
          </a:p>
          <a:p>
            <a:r>
              <a:rPr lang="en-ZA" dirty="0">
                <a:highlight>
                  <a:srgbClr val="00FF00"/>
                </a:highlight>
              </a:rPr>
              <a:t>Total tons : </a:t>
            </a:r>
          </a:p>
          <a:p>
            <a:r>
              <a:rPr lang="en-ZA" dirty="0"/>
              <a:t>Driver : </a:t>
            </a:r>
          </a:p>
          <a:p>
            <a:endParaRPr lang="en-ZA" dirty="0"/>
          </a:p>
          <a:p>
            <a:r>
              <a:rPr lang="en-ZA" dirty="0">
                <a:highlight>
                  <a:srgbClr val="00FF00"/>
                </a:highlight>
              </a:rPr>
              <a:t>Seal1 :</a:t>
            </a:r>
          </a:p>
          <a:p>
            <a:r>
              <a:rPr lang="en-ZA" dirty="0">
                <a:highlight>
                  <a:srgbClr val="00FF00"/>
                </a:highlight>
              </a:rPr>
              <a:t>Seal 2 :</a:t>
            </a:r>
          </a:p>
          <a:p>
            <a:r>
              <a:rPr lang="en-ZA" dirty="0">
                <a:highlight>
                  <a:srgbClr val="00FF00"/>
                </a:highlight>
              </a:rPr>
              <a:t>Seal 3:</a:t>
            </a:r>
          </a:p>
          <a:p>
            <a:r>
              <a:rPr lang="en-ZA" dirty="0">
                <a:highlight>
                  <a:srgbClr val="00FF00"/>
                </a:highlight>
              </a:rPr>
              <a:t>Seal 4:</a:t>
            </a:r>
          </a:p>
        </p:txBody>
      </p:sp>
      <p:sp>
        <p:nvSpPr>
          <p:cNvPr id="18" name="TextBox 17">
            <a:extLst>
              <a:ext uri="{FF2B5EF4-FFF2-40B4-BE49-F238E27FC236}">
                <a16:creationId xmlns:a16="http://schemas.microsoft.com/office/drawing/2014/main" id="{094FC8C6-1E7F-4CCE-AEA2-9F93D21D8814}"/>
              </a:ext>
            </a:extLst>
          </p:cNvPr>
          <p:cNvSpPr txBox="1"/>
          <p:nvPr/>
        </p:nvSpPr>
        <p:spPr>
          <a:xfrm>
            <a:off x="5604387" y="6125387"/>
            <a:ext cx="1032385" cy="369332"/>
          </a:xfrm>
          <a:prstGeom prst="rect">
            <a:avLst/>
          </a:prstGeom>
          <a:noFill/>
        </p:spPr>
        <p:txBody>
          <a:bodyPr wrap="square" rtlCol="0">
            <a:spAutoFit/>
          </a:bodyPr>
          <a:lstStyle/>
          <a:p>
            <a:r>
              <a:rPr lang="en-ZA" dirty="0"/>
              <a:t>Options </a:t>
            </a:r>
          </a:p>
        </p:txBody>
      </p:sp>
      <p:sp>
        <p:nvSpPr>
          <p:cNvPr id="19" name="TextBox 18">
            <a:extLst>
              <a:ext uri="{FF2B5EF4-FFF2-40B4-BE49-F238E27FC236}">
                <a16:creationId xmlns:a16="http://schemas.microsoft.com/office/drawing/2014/main" id="{A6CEF899-D2E5-5F16-F289-830FACBBF669}"/>
              </a:ext>
            </a:extLst>
          </p:cNvPr>
          <p:cNvSpPr txBox="1"/>
          <p:nvPr/>
        </p:nvSpPr>
        <p:spPr>
          <a:xfrm>
            <a:off x="7452852" y="871210"/>
            <a:ext cx="3265850" cy="1477328"/>
          </a:xfrm>
          <a:prstGeom prst="rect">
            <a:avLst/>
          </a:prstGeom>
          <a:noFill/>
        </p:spPr>
        <p:txBody>
          <a:bodyPr wrap="square" rtlCol="0">
            <a:spAutoFit/>
          </a:bodyPr>
          <a:lstStyle/>
          <a:p>
            <a:r>
              <a:rPr lang="en-ZA" dirty="0"/>
              <a:t>Once control searches truck, the info from spreadsheet will auto fill here: she will just have to manually type in </a:t>
            </a:r>
            <a:r>
              <a:rPr lang="en-ZA" dirty="0">
                <a:highlight>
                  <a:srgbClr val="00FF00"/>
                </a:highlight>
              </a:rPr>
              <a:t>total tons as well seal numbers </a:t>
            </a:r>
          </a:p>
        </p:txBody>
      </p:sp>
      <p:cxnSp>
        <p:nvCxnSpPr>
          <p:cNvPr id="21" name="Straight Arrow Connector 20">
            <a:extLst>
              <a:ext uri="{FF2B5EF4-FFF2-40B4-BE49-F238E27FC236}">
                <a16:creationId xmlns:a16="http://schemas.microsoft.com/office/drawing/2014/main" id="{2FB7A5E4-D9A6-6270-A6D4-A45337C3AE20}"/>
              </a:ext>
            </a:extLst>
          </p:cNvPr>
          <p:cNvCxnSpPr/>
          <p:nvPr/>
        </p:nvCxnSpPr>
        <p:spPr>
          <a:xfrm flipH="1">
            <a:off x="6469626" y="1516315"/>
            <a:ext cx="884903" cy="676279"/>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42A644B1-D979-4900-DD70-5EC883511433}"/>
              </a:ext>
            </a:extLst>
          </p:cNvPr>
          <p:cNvSpPr txBox="1"/>
          <p:nvPr/>
        </p:nvSpPr>
        <p:spPr>
          <a:xfrm>
            <a:off x="3165987" y="6125387"/>
            <a:ext cx="1150373" cy="369332"/>
          </a:xfrm>
          <a:prstGeom prst="rect">
            <a:avLst/>
          </a:prstGeom>
          <a:noFill/>
        </p:spPr>
        <p:txBody>
          <a:bodyPr wrap="square" rtlCol="0">
            <a:spAutoFit/>
          </a:bodyPr>
          <a:lstStyle/>
          <a:p>
            <a:r>
              <a:rPr lang="en-ZA" dirty="0"/>
              <a:t>Truck left </a:t>
            </a:r>
          </a:p>
        </p:txBody>
      </p:sp>
      <p:sp>
        <p:nvSpPr>
          <p:cNvPr id="23" name="Oval 22">
            <a:extLst>
              <a:ext uri="{FF2B5EF4-FFF2-40B4-BE49-F238E27FC236}">
                <a16:creationId xmlns:a16="http://schemas.microsoft.com/office/drawing/2014/main" id="{5EB207B4-D663-10E6-EEE3-48A649B780BE}"/>
              </a:ext>
            </a:extLst>
          </p:cNvPr>
          <p:cNvSpPr/>
          <p:nvPr/>
        </p:nvSpPr>
        <p:spPr>
          <a:xfrm>
            <a:off x="4277032" y="6125387"/>
            <a:ext cx="491613" cy="36175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dirty="0"/>
              <a:t>y</a:t>
            </a:r>
          </a:p>
        </p:txBody>
      </p:sp>
      <p:sp>
        <p:nvSpPr>
          <p:cNvPr id="24" name="TextBox 23">
            <a:extLst>
              <a:ext uri="{FF2B5EF4-FFF2-40B4-BE49-F238E27FC236}">
                <a16:creationId xmlns:a16="http://schemas.microsoft.com/office/drawing/2014/main" id="{6F344DAB-A46B-53AB-37A6-6453D8C45915}"/>
              </a:ext>
            </a:extLst>
          </p:cNvPr>
          <p:cNvSpPr txBox="1"/>
          <p:nvPr/>
        </p:nvSpPr>
        <p:spPr>
          <a:xfrm>
            <a:off x="993058" y="5810865"/>
            <a:ext cx="1563327" cy="923330"/>
          </a:xfrm>
          <a:prstGeom prst="rect">
            <a:avLst/>
          </a:prstGeom>
          <a:noFill/>
        </p:spPr>
        <p:txBody>
          <a:bodyPr wrap="square" rtlCol="0">
            <a:spAutoFit/>
          </a:bodyPr>
          <a:lstStyle/>
          <a:p>
            <a:r>
              <a:rPr lang="en-ZA" dirty="0"/>
              <a:t>For time stamp on recons </a:t>
            </a:r>
          </a:p>
        </p:txBody>
      </p:sp>
      <p:cxnSp>
        <p:nvCxnSpPr>
          <p:cNvPr id="26" name="Straight Arrow Connector 25">
            <a:extLst>
              <a:ext uri="{FF2B5EF4-FFF2-40B4-BE49-F238E27FC236}">
                <a16:creationId xmlns:a16="http://schemas.microsoft.com/office/drawing/2014/main" id="{706F580F-A36B-7A88-AF12-49037D641079}"/>
              </a:ext>
            </a:extLst>
          </p:cNvPr>
          <p:cNvCxnSpPr>
            <a:endCxn id="22" idx="1"/>
          </p:cNvCxnSpPr>
          <p:nvPr/>
        </p:nvCxnSpPr>
        <p:spPr>
          <a:xfrm flipV="1">
            <a:off x="2104103" y="6310053"/>
            <a:ext cx="1061884" cy="177089"/>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16E2E891-8E7B-1696-FF95-77ADE460699A}"/>
              </a:ext>
            </a:extLst>
          </p:cNvPr>
          <p:cNvSpPr txBox="1"/>
          <p:nvPr/>
        </p:nvSpPr>
        <p:spPr>
          <a:xfrm>
            <a:off x="6961236" y="5702710"/>
            <a:ext cx="3146325" cy="646331"/>
          </a:xfrm>
          <a:prstGeom prst="rect">
            <a:avLst/>
          </a:prstGeom>
          <a:noFill/>
        </p:spPr>
        <p:txBody>
          <a:bodyPr wrap="square" rtlCol="0">
            <a:spAutoFit/>
          </a:bodyPr>
          <a:lstStyle/>
          <a:p>
            <a:r>
              <a:rPr lang="en-ZA" dirty="0"/>
              <a:t>Options to report any problems </a:t>
            </a:r>
          </a:p>
        </p:txBody>
      </p:sp>
      <p:cxnSp>
        <p:nvCxnSpPr>
          <p:cNvPr id="29" name="Straight Arrow Connector 28">
            <a:extLst>
              <a:ext uri="{FF2B5EF4-FFF2-40B4-BE49-F238E27FC236}">
                <a16:creationId xmlns:a16="http://schemas.microsoft.com/office/drawing/2014/main" id="{91E3A772-C1F8-8838-4B80-115A6ACB8770}"/>
              </a:ext>
            </a:extLst>
          </p:cNvPr>
          <p:cNvCxnSpPr/>
          <p:nvPr/>
        </p:nvCxnSpPr>
        <p:spPr>
          <a:xfrm flipV="1">
            <a:off x="6469626" y="6125387"/>
            <a:ext cx="570271" cy="361755"/>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6ABBC706-5986-6BE1-9EFF-414DEAC0C513}"/>
              </a:ext>
            </a:extLst>
          </p:cNvPr>
          <p:cNvSpPr txBox="1"/>
          <p:nvPr/>
        </p:nvSpPr>
        <p:spPr>
          <a:xfrm>
            <a:off x="5663378" y="4787688"/>
            <a:ext cx="884902" cy="369332"/>
          </a:xfrm>
          <a:prstGeom prst="rect">
            <a:avLst/>
          </a:prstGeom>
          <a:noFill/>
        </p:spPr>
        <p:txBody>
          <a:bodyPr wrap="square" rtlCol="0">
            <a:spAutoFit/>
          </a:bodyPr>
          <a:lstStyle/>
          <a:p>
            <a:r>
              <a:rPr lang="en-ZA" dirty="0"/>
              <a:t>attach</a:t>
            </a:r>
          </a:p>
        </p:txBody>
      </p:sp>
      <p:sp>
        <p:nvSpPr>
          <p:cNvPr id="31" name="TextBox 30">
            <a:extLst>
              <a:ext uri="{FF2B5EF4-FFF2-40B4-BE49-F238E27FC236}">
                <a16:creationId xmlns:a16="http://schemas.microsoft.com/office/drawing/2014/main" id="{F7CB79ED-0837-6E7D-209B-77B8DBE1B615}"/>
              </a:ext>
            </a:extLst>
          </p:cNvPr>
          <p:cNvSpPr txBox="1"/>
          <p:nvPr/>
        </p:nvSpPr>
        <p:spPr>
          <a:xfrm>
            <a:off x="7039897" y="4176252"/>
            <a:ext cx="2330245" cy="923330"/>
          </a:xfrm>
          <a:prstGeom prst="rect">
            <a:avLst/>
          </a:prstGeom>
          <a:noFill/>
        </p:spPr>
        <p:txBody>
          <a:bodyPr wrap="square" rtlCol="0">
            <a:spAutoFit/>
          </a:bodyPr>
          <a:lstStyle/>
          <a:p>
            <a:r>
              <a:rPr lang="en-ZA" dirty="0"/>
              <a:t>To attach or take pictures of seals if necessary </a:t>
            </a:r>
          </a:p>
        </p:txBody>
      </p:sp>
      <p:cxnSp>
        <p:nvCxnSpPr>
          <p:cNvPr id="33" name="Straight Arrow Connector 32">
            <a:extLst>
              <a:ext uri="{FF2B5EF4-FFF2-40B4-BE49-F238E27FC236}">
                <a16:creationId xmlns:a16="http://schemas.microsoft.com/office/drawing/2014/main" id="{94F8DA90-14D3-78D2-77DB-8967F80A11C0}"/>
              </a:ext>
            </a:extLst>
          </p:cNvPr>
          <p:cNvCxnSpPr>
            <a:endCxn id="31" idx="1"/>
          </p:cNvCxnSpPr>
          <p:nvPr/>
        </p:nvCxnSpPr>
        <p:spPr>
          <a:xfrm flipV="1">
            <a:off x="6548280" y="4637917"/>
            <a:ext cx="491617" cy="317541"/>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024033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2682A92-6C7A-9928-7CE1-8A4FB80085D4}"/>
              </a:ext>
            </a:extLst>
          </p:cNvPr>
          <p:cNvSpPr txBox="1"/>
          <p:nvPr/>
        </p:nvSpPr>
        <p:spPr>
          <a:xfrm>
            <a:off x="3072581" y="67634"/>
            <a:ext cx="2777614" cy="461665"/>
          </a:xfrm>
          <a:prstGeom prst="rect">
            <a:avLst/>
          </a:prstGeom>
          <a:noFill/>
        </p:spPr>
        <p:txBody>
          <a:bodyPr wrap="square" rtlCol="0">
            <a:spAutoFit/>
          </a:bodyPr>
          <a:lstStyle/>
          <a:p>
            <a:r>
              <a:rPr lang="en-ZA" sz="2400" dirty="0">
                <a:solidFill>
                  <a:srgbClr val="FF0000"/>
                </a:solidFill>
                <a:highlight>
                  <a:srgbClr val="00FF00"/>
                </a:highlight>
              </a:rPr>
              <a:t>Admin screens </a:t>
            </a:r>
          </a:p>
        </p:txBody>
      </p:sp>
      <p:sp>
        <p:nvSpPr>
          <p:cNvPr id="5" name="Rectangle 4">
            <a:extLst>
              <a:ext uri="{FF2B5EF4-FFF2-40B4-BE49-F238E27FC236}">
                <a16:creationId xmlns:a16="http://schemas.microsoft.com/office/drawing/2014/main" id="{6F212779-322D-1F07-3F24-233A6FA85F07}"/>
              </a:ext>
            </a:extLst>
          </p:cNvPr>
          <p:cNvSpPr/>
          <p:nvPr/>
        </p:nvSpPr>
        <p:spPr>
          <a:xfrm>
            <a:off x="501445" y="697639"/>
            <a:ext cx="1897626" cy="288130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ZA"/>
          </a:p>
        </p:txBody>
      </p:sp>
      <p:sp>
        <p:nvSpPr>
          <p:cNvPr id="6" name="TextBox 5">
            <a:extLst>
              <a:ext uri="{FF2B5EF4-FFF2-40B4-BE49-F238E27FC236}">
                <a16:creationId xmlns:a16="http://schemas.microsoft.com/office/drawing/2014/main" id="{9389E11B-1F16-54CB-3A9B-C34E30608463}"/>
              </a:ext>
            </a:extLst>
          </p:cNvPr>
          <p:cNvSpPr txBox="1"/>
          <p:nvPr/>
        </p:nvSpPr>
        <p:spPr>
          <a:xfrm>
            <a:off x="717755" y="1071716"/>
            <a:ext cx="2054942" cy="523220"/>
          </a:xfrm>
          <a:prstGeom prst="rect">
            <a:avLst/>
          </a:prstGeom>
          <a:noFill/>
        </p:spPr>
        <p:txBody>
          <a:bodyPr wrap="square" rtlCol="0">
            <a:spAutoFit/>
          </a:bodyPr>
          <a:lstStyle/>
          <a:p>
            <a:r>
              <a:rPr lang="en-ZA" sz="1400" b="1" dirty="0"/>
              <a:t>Mr bean </a:t>
            </a:r>
          </a:p>
          <a:p>
            <a:r>
              <a:rPr lang="en-ZA" sz="1400" b="1" dirty="0"/>
              <a:t>Henny coal mine </a:t>
            </a:r>
          </a:p>
        </p:txBody>
      </p:sp>
      <p:sp>
        <p:nvSpPr>
          <p:cNvPr id="7" name="Rectangle 6">
            <a:extLst>
              <a:ext uri="{FF2B5EF4-FFF2-40B4-BE49-F238E27FC236}">
                <a16:creationId xmlns:a16="http://schemas.microsoft.com/office/drawing/2014/main" id="{2A31345C-6D44-FFF4-D0B5-751D6C0EBD27}"/>
              </a:ext>
            </a:extLst>
          </p:cNvPr>
          <p:cNvSpPr/>
          <p:nvPr/>
        </p:nvSpPr>
        <p:spPr>
          <a:xfrm>
            <a:off x="648929" y="1828800"/>
            <a:ext cx="1297858" cy="36379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ZA" dirty="0"/>
              <a:t>Control </a:t>
            </a:r>
          </a:p>
        </p:txBody>
      </p:sp>
      <p:sp>
        <p:nvSpPr>
          <p:cNvPr id="8" name="Rectangle 7">
            <a:extLst>
              <a:ext uri="{FF2B5EF4-FFF2-40B4-BE49-F238E27FC236}">
                <a16:creationId xmlns:a16="http://schemas.microsoft.com/office/drawing/2014/main" id="{EC17D504-50DD-41D9-2E87-272C4E71D638}"/>
              </a:ext>
            </a:extLst>
          </p:cNvPr>
          <p:cNvSpPr/>
          <p:nvPr/>
        </p:nvSpPr>
        <p:spPr>
          <a:xfrm>
            <a:off x="648929" y="2310581"/>
            <a:ext cx="1297858" cy="41551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ZA" dirty="0"/>
              <a:t>admin</a:t>
            </a:r>
          </a:p>
        </p:txBody>
      </p:sp>
      <p:sp>
        <p:nvSpPr>
          <p:cNvPr id="9" name="TextBox 8">
            <a:extLst>
              <a:ext uri="{FF2B5EF4-FFF2-40B4-BE49-F238E27FC236}">
                <a16:creationId xmlns:a16="http://schemas.microsoft.com/office/drawing/2014/main" id="{2D63BA4F-6135-9E80-AA3A-2FFBC5C22B99}"/>
              </a:ext>
            </a:extLst>
          </p:cNvPr>
          <p:cNvSpPr txBox="1"/>
          <p:nvPr/>
        </p:nvSpPr>
        <p:spPr>
          <a:xfrm>
            <a:off x="2871019" y="943897"/>
            <a:ext cx="2054942" cy="523220"/>
          </a:xfrm>
          <a:prstGeom prst="rect">
            <a:avLst/>
          </a:prstGeom>
          <a:noFill/>
        </p:spPr>
        <p:txBody>
          <a:bodyPr wrap="square" rtlCol="0">
            <a:spAutoFit/>
          </a:bodyPr>
          <a:lstStyle/>
          <a:p>
            <a:r>
              <a:rPr lang="en-ZA" sz="1400" dirty="0"/>
              <a:t>Will then be the same as control screen, </a:t>
            </a:r>
          </a:p>
        </p:txBody>
      </p:sp>
      <p:cxnSp>
        <p:nvCxnSpPr>
          <p:cNvPr id="11" name="Straight Arrow Connector 10">
            <a:extLst>
              <a:ext uri="{FF2B5EF4-FFF2-40B4-BE49-F238E27FC236}">
                <a16:creationId xmlns:a16="http://schemas.microsoft.com/office/drawing/2014/main" id="{A6C9BF15-5B07-6C16-E2CC-A4771CE70D6D}"/>
              </a:ext>
            </a:extLst>
          </p:cNvPr>
          <p:cNvCxnSpPr>
            <a:endCxn id="9" idx="1"/>
          </p:cNvCxnSpPr>
          <p:nvPr/>
        </p:nvCxnSpPr>
        <p:spPr>
          <a:xfrm flipV="1">
            <a:off x="2015613" y="1205507"/>
            <a:ext cx="855406" cy="721616"/>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12" name="Rectangle 11">
            <a:extLst>
              <a:ext uri="{FF2B5EF4-FFF2-40B4-BE49-F238E27FC236}">
                <a16:creationId xmlns:a16="http://schemas.microsoft.com/office/drawing/2014/main" id="{52C7E536-98FF-DB3A-C94B-91B689A975B3}"/>
              </a:ext>
            </a:extLst>
          </p:cNvPr>
          <p:cNvSpPr/>
          <p:nvPr/>
        </p:nvSpPr>
        <p:spPr>
          <a:xfrm>
            <a:off x="2871019" y="1828800"/>
            <a:ext cx="2605549" cy="329380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ZA"/>
          </a:p>
        </p:txBody>
      </p:sp>
      <p:cxnSp>
        <p:nvCxnSpPr>
          <p:cNvPr id="14" name="Straight Arrow Connector 13">
            <a:extLst>
              <a:ext uri="{FF2B5EF4-FFF2-40B4-BE49-F238E27FC236}">
                <a16:creationId xmlns:a16="http://schemas.microsoft.com/office/drawing/2014/main" id="{6C6F487B-D437-1AC3-AC70-94494D19A9F7}"/>
              </a:ext>
            </a:extLst>
          </p:cNvPr>
          <p:cNvCxnSpPr>
            <a:cxnSpLocks/>
          </p:cNvCxnSpPr>
          <p:nvPr/>
        </p:nvCxnSpPr>
        <p:spPr>
          <a:xfrm>
            <a:off x="1946787" y="2625213"/>
            <a:ext cx="855406" cy="334296"/>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15" name="Rectangle 14">
            <a:extLst>
              <a:ext uri="{FF2B5EF4-FFF2-40B4-BE49-F238E27FC236}">
                <a16:creationId xmlns:a16="http://schemas.microsoft.com/office/drawing/2014/main" id="{7D5FD569-7402-182C-CCC8-042E5FAF7280}"/>
              </a:ext>
            </a:extLst>
          </p:cNvPr>
          <p:cNvSpPr/>
          <p:nvPr/>
        </p:nvSpPr>
        <p:spPr>
          <a:xfrm>
            <a:off x="3392129" y="2018331"/>
            <a:ext cx="1735393" cy="62327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ZA" dirty="0"/>
              <a:t>admin</a:t>
            </a:r>
          </a:p>
        </p:txBody>
      </p:sp>
      <p:sp>
        <p:nvSpPr>
          <p:cNvPr id="16" name="TextBox 15">
            <a:extLst>
              <a:ext uri="{FF2B5EF4-FFF2-40B4-BE49-F238E27FC236}">
                <a16:creationId xmlns:a16="http://schemas.microsoft.com/office/drawing/2014/main" id="{6876D35E-0009-A3F8-B3E1-0F88F1B3B920}"/>
              </a:ext>
            </a:extLst>
          </p:cNvPr>
          <p:cNvSpPr txBox="1"/>
          <p:nvPr/>
        </p:nvSpPr>
        <p:spPr>
          <a:xfrm>
            <a:off x="3156154" y="2857163"/>
            <a:ext cx="2182761" cy="1200329"/>
          </a:xfrm>
          <a:prstGeom prst="rect">
            <a:avLst/>
          </a:prstGeom>
          <a:noFill/>
        </p:spPr>
        <p:txBody>
          <a:bodyPr wrap="square" rtlCol="0">
            <a:spAutoFit/>
          </a:bodyPr>
          <a:lstStyle/>
          <a:p>
            <a:r>
              <a:rPr lang="en-ZA" dirty="0"/>
              <a:t>&gt;Upload </a:t>
            </a:r>
            <a:r>
              <a:rPr lang="en-ZA" dirty="0" err="1"/>
              <a:t>fleetlist</a:t>
            </a:r>
            <a:endParaRPr lang="en-ZA" dirty="0"/>
          </a:p>
          <a:p>
            <a:r>
              <a:rPr lang="en-ZA" dirty="0"/>
              <a:t>&gt;Edit </a:t>
            </a:r>
            <a:r>
              <a:rPr lang="en-ZA" dirty="0" err="1"/>
              <a:t>fleetlist</a:t>
            </a:r>
            <a:r>
              <a:rPr lang="en-ZA" dirty="0"/>
              <a:t>  </a:t>
            </a:r>
          </a:p>
          <a:p>
            <a:r>
              <a:rPr lang="en-ZA" dirty="0"/>
              <a:t>&gt;Check recons </a:t>
            </a:r>
          </a:p>
          <a:p>
            <a:r>
              <a:rPr lang="en-ZA" dirty="0"/>
              <a:t>&gt;Locate truck </a:t>
            </a:r>
          </a:p>
        </p:txBody>
      </p:sp>
      <p:cxnSp>
        <p:nvCxnSpPr>
          <p:cNvPr id="19" name="Straight Connector 18">
            <a:extLst>
              <a:ext uri="{FF2B5EF4-FFF2-40B4-BE49-F238E27FC236}">
                <a16:creationId xmlns:a16="http://schemas.microsoft.com/office/drawing/2014/main" id="{233E66F7-C0D7-8B25-25FE-56B2338745AD}"/>
              </a:ext>
            </a:extLst>
          </p:cNvPr>
          <p:cNvCxnSpPr/>
          <p:nvPr/>
        </p:nvCxnSpPr>
        <p:spPr>
          <a:xfrm>
            <a:off x="5850195" y="67634"/>
            <a:ext cx="0" cy="6790366"/>
          </a:xfrm>
          <a:prstGeom prst="line">
            <a:avLst/>
          </a:prstGeom>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0980E3CC-9F02-65AB-415C-F3585A48ED25}"/>
              </a:ext>
            </a:extLst>
          </p:cNvPr>
          <p:cNvSpPr txBox="1"/>
          <p:nvPr/>
        </p:nvSpPr>
        <p:spPr>
          <a:xfrm>
            <a:off x="7886705" y="298466"/>
            <a:ext cx="2073370" cy="461665"/>
          </a:xfrm>
          <a:prstGeom prst="rect">
            <a:avLst/>
          </a:prstGeom>
          <a:noFill/>
        </p:spPr>
        <p:txBody>
          <a:bodyPr wrap="square" rtlCol="0">
            <a:spAutoFit/>
          </a:bodyPr>
          <a:lstStyle/>
          <a:p>
            <a:r>
              <a:rPr lang="en-ZA" sz="2400" b="1" dirty="0">
                <a:solidFill>
                  <a:srgbClr val="00B0F0"/>
                </a:solidFill>
                <a:highlight>
                  <a:srgbClr val="FFFF00"/>
                </a:highlight>
              </a:rPr>
              <a:t>Management</a:t>
            </a:r>
          </a:p>
        </p:txBody>
      </p:sp>
      <p:sp>
        <p:nvSpPr>
          <p:cNvPr id="21" name="TextBox 20">
            <a:extLst>
              <a:ext uri="{FF2B5EF4-FFF2-40B4-BE49-F238E27FC236}">
                <a16:creationId xmlns:a16="http://schemas.microsoft.com/office/drawing/2014/main" id="{A6AD0473-81A5-7283-8411-0F9E33DFA84A}"/>
              </a:ext>
            </a:extLst>
          </p:cNvPr>
          <p:cNvSpPr txBox="1"/>
          <p:nvPr/>
        </p:nvSpPr>
        <p:spPr>
          <a:xfrm>
            <a:off x="5850195" y="664009"/>
            <a:ext cx="6096000" cy="1323439"/>
          </a:xfrm>
          <a:prstGeom prst="rect">
            <a:avLst/>
          </a:prstGeom>
          <a:noFill/>
        </p:spPr>
        <p:txBody>
          <a:bodyPr wrap="square" rtlCol="0">
            <a:spAutoFit/>
          </a:bodyPr>
          <a:lstStyle/>
          <a:p>
            <a:r>
              <a:rPr lang="en-ZA" sz="1600" dirty="0"/>
              <a:t>This will be a work in progress but to start should be same as admin and have all their features. A lot will be added here once we work on mining operations systems- will add cameras around the mine , he can view here, he will be able to see production reports and plan of action and more. Will have a manage options. </a:t>
            </a:r>
          </a:p>
        </p:txBody>
      </p:sp>
      <p:sp>
        <p:nvSpPr>
          <p:cNvPr id="23" name="Rectangle 22">
            <a:extLst>
              <a:ext uri="{FF2B5EF4-FFF2-40B4-BE49-F238E27FC236}">
                <a16:creationId xmlns:a16="http://schemas.microsoft.com/office/drawing/2014/main" id="{19B1E507-320D-4C4C-E81F-28CCF7B73398}"/>
              </a:ext>
            </a:extLst>
          </p:cNvPr>
          <p:cNvSpPr/>
          <p:nvPr/>
        </p:nvSpPr>
        <p:spPr>
          <a:xfrm>
            <a:off x="6051756" y="2339627"/>
            <a:ext cx="1897626" cy="288130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ZA"/>
          </a:p>
        </p:txBody>
      </p:sp>
      <p:sp>
        <p:nvSpPr>
          <p:cNvPr id="24" name="Rectangle 23">
            <a:extLst>
              <a:ext uri="{FF2B5EF4-FFF2-40B4-BE49-F238E27FC236}">
                <a16:creationId xmlns:a16="http://schemas.microsoft.com/office/drawing/2014/main" id="{E8B2FD03-A6C0-838A-5D6B-6FD3F826A301}"/>
              </a:ext>
            </a:extLst>
          </p:cNvPr>
          <p:cNvSpPr/>
          <p:nvPr/>
        </p:nvSpPr>
        <p:spPr>
          <a:xfrm>
            <a:off x="6199240" y="2959509"/>
            <a:ext cx="1297858" cy="36379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ZA" dirty="0"/>
              <a:t>Control </a:t>
            </a:r>
          </a:p>
        </p:txBody>
      </p:sp>
      <p:sp>
        <p:nvSpPr>
          <p:cNvPr id="25" name="Rectangle 24">
            <a:extLst>
              <a:ext uri="{FF2B5EF4-FFF2-40B4-BE49-F238E27FC236}">
                <a16:creationId xmlns:a16="http://schemas.microsoft.com/office/drawing/2014/main" id="{AD800475-E584-7D3E-BEFD-C4BBF43CFAB1}"/>
              </a:ext>
            </a:extLst>
          </p:cNvPr>
          <p:cNvSpPr/>
          <p:nvPr/>
        </p:nvSpPr>
        <p:spPr>
          <a:xfrm>
            <a:off x="6199240" y="3447944"/>
            <a:ext cx="1297858" cy="41551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ZA" dirty="0"/>
              <a:t>admin</a:t>
            </a:r>
          </a:p>
        </p:txBody>
      </p:sp>
      <p:sp>
        <p:nvSpPr>
          <p:cNvPr id="26" name="Rectangle 25">
            <a:extLst>
              <a:ext uri="{FF2B5EF4-FFF2-40B4-BE49-F238E27FC236}">
                <a16:creationId xmlns:a16="http://schemas.microsoft.com/office/drawing/2014/main" id="{FA0D2C1D-8B77-ED15-513A-4C3A55100A09}"/>
              </a:ext>
            </a:extLst>
          </p:cNvPr>
          <p:cNvSpPr/>
          <p:nvPr/>
        </p:nvSpPr>
        <p:spPr>
          <a:xfrm>
            <a:off x="6223823" y="4057492"/>
            <a:ext cx="1273275" cy="41551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ZA" dirty="0"/>
              <a:t>Manage </a:t>
            </a:r>
          </a:p>
        </p:txBody>
      </p:sp>
      <p:sp>
        <p:nvSpPr>
          <p:cNvPr id="27" name="TextBox 26">
            <a:extLst>
              <a:ext uri="{FF2B5EF4-FFF2-40B4-BE49-F238E27FC236}">
                <a16:creationId xmlns:a16="http://schemas.microsoft.com/office/drawing/2014/main" id="{226556A3-6297-ED84-5420-CA0D5E6A5F8E}"/>
              </a:ext>
            </a:extLst>
          </p:cNvPr>
          <p:cNvSpPr txBox="1"/>
          <p:nvPr/>
        </p:nvSpPr>
        <p:spPr>
          <a:xfrm>
            <a:off x="8254182" y="3645278"/>
            <a:ext cx="2153265" cy="1477328"/>
          </a:xfrm>
          <a:prstGeom prst="rect">
            <a:avLst/>
          </a:prstGeom>
          <a:noFill/>
        </p:spPr>
        <p:txBody>
          <a:bodyPr wrap="square" rtlCol="0">
            <a:spAutoFit/>
          </a:bodyPr>
          <a:lstStyle/>
          <a:p>
            <a:r>
              <a:rPr lang="en-ZA" dirty="0"/>
              <a:t>Production report </a:t>
            </a:r>
          </a:p>
          <a:p>
            <a:r>
              <a:rPr lang="en-ZA" dirty="0"/>
              <a:t>Stock levels </a:t>
            </a:r>
          </a:p>
          <a:p>
            <a:r>
              <a:rPr lang="en-ZA" dirty="0"/>
              <a:t>Clients </a:t>
            </a:r>
          </a:p>
          <a:p>
            <a:r>
              <a:rPr lang="en-ZA" dirty="0"/>
              <a:t>Cameras </a:t>
            </a:r>
          </a:p>
          <a:p>
            <a:r>
              <a:rPr lang="en-ZA" dirty="0"/>
              <a:t>Upload request </a:t>
            </a:r>
          </a:p>
        </p:txBody>
      </p:sp>
      <p:cxnSp>
        <p:nvCxnSpPr>
          <p:cNvPr id="29" name="Straight Arrow Connector 28">
            <a:extLst>
              <a:ext uri="{FF2B5EF4-FFF2-40B4-BE49-F238E27FC236}">
                <a16:creationId xmlns:a16="http://schemas.microsoft.com/office/drawing/2014/main" id="{3C01CF4C-308F-F861-7F05-B45DC04CB3F7}"/>
              </a:ext>
            </a:extLst>
          </p:cNvPr>
          <p:cNvCxnSpPr/>
          <p:nvPr/>
        </p:nvCxnSpPr>
        <p:spPr>
          <a:xfrm>
            <a:off x="7497098" y="4336026"/>
            <a:ext cx="850489" cy="136982"/>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80351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EEAE63C-BB1B-7400-9B8A-33E61235C077}"/>
              </a:ext>
            </a:extLst>
          </p:cNvPr>
          <p:cNvSpPr txBox="1"/>
          <p:nvPr/>
        </p:nvSpPr>
        <p:spPr>
          <a:xfrm>
            <a:off x="4129548" y="275303"/>
            <a:ext cx="2084439" cy="461665"/>
          </a:xfrm>
          <a:prstGeom prst="rect">
            <a:avLst/>
          </a:prstGeom>
          <a:noFill/>
        </p:spPr>
        <p:txBody>
          <a:bodyPr wrap="square" rtlCol="0">
            <a:spAutoFit/>
          </a:bodyPr>
          <a:lstStyle/>
          <a:p>
            <a:r>
              <a:rPr lang="en-ZA" sz="2400" dirty="0">
                <a:solidFill>
                  <a:srgbClr val="00B0F0"/>
                </a:solidFill>
                <a:highlight>
                  <a:srgbClr val="FFFF00"/>
                </a:highlight>
              </a:rPr>
              <a:t>Buyer / client </a:t>
            </a:r>
          </a:p>
        </p:txBody>
      </p:sp>
      <p:sp>
        <p:nvSpPr>
          <p:cNvPr id="5" name="Rectangle 4">
            <a:extLst>
              <a:ext uri="{FF2B5EF4-FFF2-40B4-BE49-F238E27FC236}">
                <a16:creationId xmlns:a16="http://schemas.microsoft.com/office/drawing/2014/main" id="{5361C580-F5D9-6ABB-CA6E-FD7C9D4069B7}"/>
              </a:ext>
            </a:extLst>
          </p:cNvPr>
          <p:cNvSpPr/>
          <p:nvPr/>
        </p:nvSpPr>
        <p:spPr>
          <a:xfrm>
            <a:off x="619431" y="1052052"/>
            <a:ext cx="2330246" cy="301850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ZA"/>
          </a:p>
        </p:txBody>
      </p:sp>
      <p:sp>
        <p:nvSpPr>
          <p:cNvPr id="6" name="TextBox 5">
            <a:extLst>
              <a:ext uri="{FF2B5EF4-FFF2-40B4-BE49-F238E27FC236}">
                <a16:creationId xmlns:a16="http://schemas.microsoft.com/office/drawing/2014/main" id="{096BDDCC-5F3D-9106-5D57-11AB89673FEF}"/>
              </a:ext>
            </a:extLst>
          </p:cNvPr>
          <p:cNvSpPr txBox="1"/>
          <p:nvPr/>
        </p:nvSpPr>
        <p:spPr>
          <a:xfrm>
            <a:off x="742335" y="1523999"/>
            <a:ext cx="2025445" cy="784830"/>
          </a:xfrm>
          <a:prstGeom prst="rect">
            <a:avLst/>
          </a:prstGeom>
          <a:noFill/>
        </p:spPr>
        <p:txBody>
          <a:bodyPr wrap="square" rtlCol="0">
            <a:spAutoFit/>
          </a:bodyPr>
          <a:lstStyle/>
          <a:p>
            <a:r>
              <a:rPr lang="en-ZA" dirty="0"/>
              <a:t>&gt;Site / location </a:t>
            </a:r>
          </a:p>
          <a:p>
            <a:r>
              <a:rPr lang="en-ZA" sz="900" dirty="0"/>
              <a:t>Might have more than one site, give him a drop down of which site he wants to view </a:t>
            </a:r>
          </a:p>
        </p:txBody>
      </p:sp>
      <p:sp>
        <p:nvSpPr>
          <p:cNvPr id="7" name="TextBox 6">
            <a:extLst>
              <a:ext uri="{FF2B5EF4-FFF2-40B4-BE49-F238E27FC236}">
                <a16:creationId xmlns:a16="http://schemas.microsoft.com/office/drawing/2014/main" id="{A554C0CE-74FC-FFBE-95F9-28610B182C08}"/>
              </a:ext>
            </a:extLst>
          </p:cNvPr>
          <p:cNvSpPr txBox="1"/>
          <p:nvPr/>
        </p:nvSpPr>
        <p:spPr>
          <a:xfrm>
            <a:off x="742335" y="2635694"/>
            <a:ext cx="1794388" cy="369332"/>
          </a:xfrm>
          <a:prstGeom prst="rect">
            <a:avLst/>
          </a:prstGeom>
          <a:noFill/>
        </p:spPr>
        <p:txBody>
          <a:bodyPr wrap="square" rtlCol="0">
            <a:spAutoFit/>
          </a:bodyPr>
          <a:lstStyle/>
          <a:p>
            <a:r>
              <a:rPr lang="en-ZA" dirty="0"/>
              <a:t>&gt;Overall recons </a:t>
            </a:r>
          </a:p>
        </p:txBody>
      </p:sp>
      <p:sp>
        <p:nvSpPr>
          <p:cNvPr id="8" name="Rectangle 7">
            <a:extLst>
              <a:ext uri="{FF2B5EF4-FFF2-40B4-BE49-F238E27FC236}">
                <a16:creationId xmlns:a16="http://schemas.microsoft.com/office/drawing/2014/main" id="{8C6A48E4-7CCC-FC49-F014-DBE48ED379CF}"/>
              </a:ext>
            </a:extLst>
          </p:cNvPr>
          <p:cNvSpPr/>
          <p:nvPr/>
        </p:nvSpPr>
        <p:spPr>
          <a:xfrm>
            <a:off x="3760838" y="1012722"/>
            <a:ext cx="2271252" cy="309716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ZA" dirty="0"/>
          </a:p>
        </p:txBody>
      </p:sp>
      <p:sp>
        <p:nvSpPr>
          <p:cNvPr id="10" name="TextBox 9">
            <a:extLst>
              <a:ext uri="{FF2B5EF4-FFF2-40B4-BE49-F238E27FC236}">
                <a16:creationId xmlns:a16="http://schemas.microsoft.com/office/drawing/2014/main" id="{CDDA9125-2B82-1D10-32D2-4363505E1AE9}"/>
              </a:ext>
            </a:extLst>
          </p:cNvPr>
          <p:cNvSpPr txBox="1"/>
          <p:nvPr/>
        </p:nvSpPr>
        <p:spPr>
          <a:xfrm>
            <a:off x="3844412" y="1154667"/>
            <a:ext cx="1946788" cy="1354217"/>
          </a:xfrm>
          <a:prstGeom prst="rect">
            <a:avLst/>
          </a:prstGeom>
          <a:noFill/>
        </p:spPr>
        <p:txBody>
          <a:bodyPr wrap="square" rtlCol="0">
            <a:spAutoFit/>
          </a:bodyPr>
          <a:lstStyle/>
          <a:p>
            <a:r>
              <a:rPr lang="en-ZA" b="1" dirty="0"/>
              <a:t>Henny coal mine</a:t>
            </a:r>
          </a:p>
          <a:p>
            <a:endParaRPr lang="en-ZA" b="1" dirty="0"/>
          </a:p>
          <a:p>
            <a:r>
              <a:rPr lang="en-ZA" sz="1400" dirty="0"/>
              <a:t>Recons </a:t>
            </a:r>
          </a:p>
          <a:p>
            <a:r>
              <a:rPr lang="en-ZA" sz="1400" dirty="0"/>
              <a:t>Upload spreadsheet </a:t>
            </a:r>
            <a:r>
              <a:rPr lang="en-ZA" b="1" dirty="0"/>
              <a:t> </a:t>
            </a:r>
          </a:p>
          <a:p>
            <a:r>
              <a:rPr lang="en-ZA" sz="1400" dirty="0"/>
              <a:t>sample results </a:t>
            </a:r>
          </a:p>
        </p:txBody>
      </p:sp>
      <p:cxnSp>
        <p:nvCxnSpPr>
          <p:cNvPr id="12" name="Straight Arrow Connector 11">
            <a:extLst>
              <a:ext uri="{FF2B5EF4-FFF2-40B4-BE49-F238E27FC236}">
                <a16:creationId xmlns:a16="http://schemas.microsoft.com/office/drawing/2014/main" id="{94A0D820-E0C2-7571-D0E3-AE0D573F262B}"/>
              </a:ext>
            </a:extLst>
          </p:cNvPr>
          <p:cNvCxnSpPr/>
          <p:nvPr/>
        </p:nvCxnSpPr>
        <p:spPr>
          <a:xfrm flipV="1">
            <a:off x="2635045" y="1339333"/>
            <a:ext cx="1209367" cy="577081"/>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F55C2BB4-5E14-961E-FB81-43DD58D9C26F}"/>
              </a:ext>
            </a:extLst>
          </p:cNvPr>
          <p:cNvSpPr txBox="1"/>
          <p:nvPr/>
        </p:nvSpPr>
        <p:spPr>
          <a:xfrm>
            <a:off x="6971071" y="1154667"/>
            <a:ext cx="3234813" cy="600164"/>
          </a:xfrm>
          <a:prstGeom prst="rect">
            <a:avLst/>
          </a:prstGeom>
          <a:noFill/>
        </p:spPr>
        <p:txBody>
          <a:bodyPr wrap="square" rtlCol="0">
            <a:spAutoFit/>
          </a:bodyPr>
          <a:lstStyle/>
          <a:p>
            <a:r>
              <a:rPr lang="en-ZA" sz="1100" b="1" dirty="0">
                <a:highlight>
                  <a:srgbClr val="C0C0C0"/>
                </a:highlight>
              </a:rPr>
              <a:t>Will have to go into more detail here regarding the recons and uploading spreadsheet screens, we have to figure out how that will be done </a:t>
            </a:r>
          </a:p>
        </p:txBody>
      </p:sp>
    </p:spTree>
    <p:extLst>
      <p:ext uri="{BB962C8B-B14F-4D97-AF65-F5344CB8AC3E}">
        <p14:creationId xmlns:p14="http://schemas.microsoft.com/office/powerpoint/2010/main" val="17162662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A840A67-581B-B4A7-B50A-C1C61614BF11}"/>
              </a:ext>
            </a:extLst>
          </p:cNvPr>
          <p:cNvSpPr/>
          <p:nvPr/>
        </p:nvSpPr>
        <p:spPr>
          <a:xfrm>
            <a:off x="639097" y="648929"/>
            <a:ext cx="3726425" cy="583298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ZA"/>
          </a:p>
        </p:txBody>
      </p:sp>
      <p:sp>
        <p:nvSpPr>
          <p:cNvPr id="5" name="TextBox 4">
            <a:extLst>
              <a:ext uri="{FF2B5EF4-FFF2-40B4-BE49-F238E27FC236}">
                <a16:creationId xmlns:a16="http://schemas.microsoft.com/office/drawing/2014/main" id="{AFCB1B43-0644-ADF9-39E1-D15B8F3C1027}"/>
              </a:ext>
            </a:extLst>
          </p:cNvPr>
          <p:cNvSpPr txBox="1"/>
          <p:nvPr/>
        </p:nvSpPr>
        <p:spPr>
          <a:xfrm>
            <a:off x="4945625" y="206477"/>
            <a:ext cx="2261420" cy="523220"/>
          </a:xfrm>
          <a:prstGeom prst="rect">
            <a:avLst/>
          </a:prstGeom>
          <a:noFill/>
        </p:spPr>
        <p:txBody>
          <a:bodyPr wrap="square" rtlCol="0">
            <a:spAutoFit/>
          </a:bodyPr>
          <a:lstStyle/>
          <a:p>
            <a:r>
              <a:rPr lang="en-ZA" sz="2800" b="1" dirty="0">
                <a:solidFill>
                  <a:srgbClr val="00B0F0"/>
                </a:solidFill>
                <a:highlight>
                  <a:srgbClr val="00FF00"/>
                </a:highlight>
              </a:rPr>
              <a:t>Transporter</a:t>
            </a:r>
            <a:r>
              <a:rPr lang="en-ZA" sz="2400" dirty="0">
                <a:solidFill>
                  <a:srgbClr val="00B0F0"/>
                </a:solidFill>
                <a:highlight>
                  <a:srgbClr val="00FF00"/>
                </a:highlight>
              </a:rPr>
              <a:t> </a:t>
            </a:r>
          </a:p>
        </p:txBody>
      </p:sp>
      <p:sp>
        <p:nvSpPr>
          <p:cNvPr id="6" name="TextBox 5">
            <a:extLst>
              <a:ext uri="{FF2B5EF4-FFF2-40B4-BE49-F238E27FC236}">
                <a16:creationId xmlns:a16="http://schemas.microsoft.com/office/drawing/2014/main" id="{7589E13A-953E-E991-5F79-8EE866978C09}"/>
              </a:ext>
            </a:extLst>
          </p:cNvPr>
          <p:cNvSpPr txBox="1"/>
          <p:nvPr/>
        </p:nvSpPr>
        <p:spPr>
          <a:xfrm>
            <a:off x="2177844" y="648929"/>
            <a:ext cx="1268361" cy="369332"/>
          </a:xfrm>
          <a:prstGeom prst="rect">
            <a:avLst/>
          </a:prstGeom>
          <a:noFill/>
        </p:spPr>
        <p:txBody>
          <a:bodyPr wrap="square" rtlCol="0">
            <a:spAutoFit/>
          </a:bodyPr>
          <a:lstStyle/>
          <a:p>
            <a:r>
              <a:rPr lang="en-ZA" dirty="0"/>
              <a:t>Admin </a:t>
            </a:r>
          </a:p>
        </p:txBody>
      </p:sp>
      <p:sp>
        <p:nvSpPr>
          <p:cNvPr id="8" name="TextBox 7">
            <a:extLst>
              <a:ext uri="{FF2B5EF4-FFF2-40B4-BE49-F238E27FC236}">
                <a16:creationId xmlns:a16="http://schemas.microsoft.com/office/drawing/2014/main" id="{408EBF06-248A-C93A-C870-2F865EFD3586}"/>
              </a:ext>
            </a:extLst>
          </p:cNvPr>
          <p:cNvSpPr txBox="1"/>
          <p:nvPr/>
        </p:nvSpPr>
        <p:spPr>
          <a:xfrm>
            <a:off x="816076" y="2104103"/>
            <a:ext cx="3185651" cy="369332"/>
          </a:xfrm>
          <a:prstGeom prst="rect">
            <a:avLst/>
          </a:prstGeom>
          <a:noFill/>
        </p:spPr>
        <p:txBody>
          <a:bodyPr wrap="square" rtlCol="0">
            <a:spAutoFit/>
          </a:bodyPr>
          <a:lstStyle/>
          <a:p>
            <a:r>
              <a:rPr lang="en-ZA" dirty="0"/>
              <a:t>Route&gt;</a:t>
            </a:r>
            <a:r>
              <a:rPr lang="en-ZA" sz="800" dirty="0"/>
              <a:t> drop down box might have multiple routes running </a:t>
            </a:r>
            <a:endParaRPr lang="en-ZA" dirty="0"/>
          </a:p>
        </p:txBody>
      </p:sp>
      <p:sp>
        <p:nvSpPr>
          <p:cNvPr id="9" name="TextBox 8">
            <a:extLst>
              <a:ext uri="{FF2B5EF4-FFF2-40B4-BE49-F238E27FC236}">
                <a16:creationId xmlns:a16="http://schemas.microsoft.com/office/drawing/2014/main" id="{AAC2D3B8-3A74-F2FA-9358-88D9F1D6262B}"/>
              </a:ext>
            </a:extLst>
          </p:cNvPr>
          <p:cNvSpPr txBox="1"/>
          <p:nvPr/>
        </p:nvSpPr>
        <p:spPr>
          <a:xfrm>
            <a:off x="816076" y="1541829"/>
            <a:ext cx="1995948" cy="369332"/>
          </a:xfrm>
          <a:prstGeom prst="rect">
            <a:avLst/>
          </a:prstGeom>
          <a:noFill/>
        </p:spPr>
        <p:txBody>
          <a:bodyPr wrap="square" rtlCol="0">
            <a:spAutoFit/>
          </a:bodyPr>
          <a:lstStyle/>
          <a:p>
            <a:r>
              <a:rPr lang="en-ZA" dirty="0"/>
              <a:t>&gt;Overall recons </a:t>
            </a:r>
          </a:p>
        </p:txBody>
      </p:sp>
      <p:sp>
        <p:nvSpPr>
          <p:cNvPr id="10" name="TextBox 9">
            <a:extLst>
              <a:ext uri="{FF2B5EF4-FFF2-40B4-BE49-F238E27FC236}">
                <a16:creationId xmlns:a16="http://schemas.microsoft.com/office/drawing/2014/main" id="{62C8F0AE-9797-EF6E-3C11-3F63D4F2F735}"/>
              </a:ext>
            </a:extLst>
          </p:cNvPr>
          <p:cNvSpPr txBox="1"/>
          <p:nvPr/>
        </p:nvSpPr>
        <p:spPr>
          <a:xfrm>
            <a:off x="816076" y="2845849"/>
            <a:ext cx="2930013" cy="1200329"/>
          </a:xfrm>
          <a:prstGeom prst="rect">
            <a:avLst/>
          </a:prstGeom>
          <a:noFill/>
        </p:spPr>
        <p:txBody>
          <a:bodyPr wrap="square" rtlCol="0">
            <a:spAutoFit/>
          </a:bodyPr>
          <a:lstStyle/>
          <a:p>
            <a:r>
              <a:rPr lang="en-ZA" dirty="0"/>
              <a:t>Upload spreadsheet</a:t>
            </a:r>
          </a:p>
          <a:p>
            <a:r>
              <a:rPr lang="en-ZA" dirty="0"/>
              <a:t>Edit spreadsheet </a:t>
            </a:r>
          </a:p>
          <a:p>
            <a:r>
              <a:rPr lang="en-ZA" dirty="0"/>
              <a:t>Recons </a:t>
            </a:r>
          </a:p>
          <a:p>
            <a:r>
              <a:rPr lang="en-ZA" dirty="0"/>
              <a:t>Truck locator </a:t>
            </a:r>
          </a:p>
        </p:txBody>
      </p:sp>
      <p:cxnSp>
        <p:nvCxnSpPr>
          <p:cNvPr id="12" name="Straight Arrow Connector 11">
            <a:extLst>
              <a:ext uri="{FF2B5EF4-FFF2-40B4-BE49-F238E27FC236}">
                <a16:creationId xmlns:a16="http://schemas.microsoft.com/office/drawing/2014/main" id="{4B1F74A6-3B9C-C63C-D551-49C0C0129439}"/>
              </a:ext>
            </a:extLst>
          </p:cNvPr>
          <p:cNvCxnSpPr/>
          <p:nvPr/>
        </p:nvCxnSpPr>
        <p:spPr>
          <a:xfrm>
            <a:off x="1120877" y="2434729"/>
            <a:ext cx="127820" cy="41112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graphicFrame>
        <p:nvGraphicFramePr>
          <p:cNvPr id="13" name="Table 12">
            <a:extLst>
              <a:ext uri="{FF2B5EF4-FFF2-40B4-BE49-F238E27FC236}">
                <a16:creationId xmlns:a16="http://schemas.microsoft.com/office/drawing/2014/main" id="{F4AD118A-71A0-EE93-4591-42BE92E9CAA3}"/>
              </a:ext>
            </a:extLst>
          </p:cNvPr>
          <p:cNvGraphicFramePr>
            <a:graphicFrameLocks noGrp="1"/>
          </p:cNvGraphicFramePr>
          <p:nvPr/>
        </p:nvGraphicFramePr>
        <p:xfrm>
          <a:off x="816077" y="2802194"/>
          <a:ext cx="3116826" cy="1366683"/>
        </p:xfrm>
        <a:graphic>
          <a:graphicData uri="http://schemas.openxmlformats.org/drawingml/2006/table">
            <a:tbl>
              <a:tblPr/>
              <a:tblGrid>
                <a:gridCol w="3116826">
                  <a:extLst>
                    <a:ext uri="{9D8B030D-6E8A-4147-A177-3AD203B41FA5}">
                      <a16:colId xmlns:a16="http://schemas.microsoft.com/office/drawing/2014/main" val="3906077686"/>
                    </a:ext>
                  </a:extLst>
                </a:gridCol>
              </a:tblGrid>
              <a:tr h="1366683">
                <a:tc>
                  <a:txBody>
                    <a:bodyPr/>
                    <a:lstStyle/>
                    <a:p>
                      <a:endParaRPr lang="en-ZA"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3063723456"/>
                  </a:ext>
                </a:extLst>
              </a:tr>
            </a:tbl>
          </a:graphicData>
        </a:graphic>
      </p:graphicFrame>
      <p:sp>
        <p:nvSpPr>
          <p:cNvPr id="14" name="TextBox 13">
            <a:extLst>
              <a:ext uri="{FF2B5EF4-FFF2-40B4-BE49-F238E27FC236}">
                <a16:creationId xmlns:a16="http://schemas.microsoft.com/office/drawing/2014/main" id="{367FF0C6-7196-4914-4F53-6D3A4FA37DF8}"/>
              </a:ext>
            </a:extLst>
          </p:cNvPr>
          <p:cNvSpPr txBox="1"/>
          <p:nvPr/>
        </p:nvSpPr>
        <p:spPr>
          <a:xfrm>
            <a:off x="1172498" y="2434729"/>
            <a:ext cx="1961534" cy="400110"/>
          </a:xfrm>
          <a:prstGeom prst="rect">
            <a:avLst/>
          </a:prstGeom>
          <a:noFill/>
        </p:spPr>
        <p:txBody>
          <a:bodyPr wrap="square" rtlCol="0">
            <a:spAutoFit/>
          </a:bodyPr>
          <a:lstStyle/>
          <a:p>
            <a:r>
              <a:rPr lang="en-ZA" sz="1000" dirty="0">
                <a:solidFill>
                  <a:srgbClr val="00B0F0"/>
                </a:solidFill>
              </a:rPr>
              <a:t>Once they click on </a:t>
            </a:r>
            <a:r>
              <a:rPr lang="en-ZA" sz="1000" dirty="0" err="1">
                <a:solidFill>
                  <a:srgbClr val="00B0F0"/>
                </a:solidFill>
              </a:rPr>
              <a:t>eg</a:t>
            </a:r>
            <a:r>
              <a:rPr lang="en-ZA" sz="1000" dirty="0">
                <a:solidFill>
                  <a:srgbClr val="00B0F0"/>
                </a:solidFill>
              </a:rPr>
              <a:t> henny coal mine </a:t>
            </a:r>
          </a:p>
        </p:txBody>
      </p:sp>
      <p:sp>
        <p:nvSpPr>
          <p:cNvPr id="15" name="TextBox 14">
            <a:extLst>
              <a:ext uri="{FF2B5EF4-FFF2-40B4-BE49-F238E27FC236}">
                <a16:creationId xmlns:a16="http://schemas.microsoft.com/office/drawing/2014/main" id="{7AA1DC5F-FE42-1717-9C50-0B55C4C24117}"/>
              </a:ext>
            </a:extLst>
          </p:cNvPr>
          <p:cNvSpPr txBox="1"/>
          <p:nvPr/>
        </p:nvSpPr>
        <p:spPr>
          <a:xfrm>
            <a:off x="5309419" y="1425677"/>
            <a:ext cx="2812026" cy="1754326"/>
          </a:xfrm>
          <a:prstGeom prst="rect">
            <a:avLst/>
          </a:prstGeom>
          <a:noFill/>
        </p:spPr>
        <p:txBody>
          <a:bodyPr wrap="square" rtlCol="0">
            <a:spAutoFit/>
          </a:bodyPr>
          <a:lstStyle/>
          <a:p>
            <a:r>
              <a:rPr lang="en-ZA" dirty="0"/>
              <a:t>Transporter needs to know about his expenses</a:t>
            </a:r>
          </a:p>
          <a:p>
            <a:pPr marL="342900" indent="-342900">
              <a:buAutoNum type="arabicPeriod"/>
            </a:pPr>
            <a:r>
              <a:rPr lang="en-ZA" dirty="0"/>
              <a:t>diesel consumption</a:t>
            </a:r>
          </a:p>
          <a:p>
            <a:pPr marL="342900" indent="-342900">
              <a:buAutoNum type="arabicPeriod"/>
            </a:pPr>
            <a:r>
              <a:rPr lang="en-ZA" dirty="0"/>
              <a:t>Tires</a:t>
            </a:r>
          </a:p>
          <a:p>
            <a:pPr marL="342900" indent="-342900">
              <a:buAutoNum type="arabicPeriod"/>
            </a:pPr>
            <a:r>
              <a:rPr lang="en-ZA" dirty="0"/>
              <a:t>Breakdowns </a:t>
            </a:r>
          </a:p>
          <a:p>
            <a:pPr marL="342900" indent="-342900">
              <a:buAutoNum type="arabicPeriod"/>
            </a:pPr>
            <a:r>
              <a:rPr lang="en-ZA" dirty="0"/>
              <a:t>Stuck trucks  </a:t>
            </a:r>
          </a:p>
        </p:txBody>
      </p:sp>
      <p:sp>
        <p:nvSpPr>
          <p:cNvPr id="16" name="TextBox 15">
            <a:extLst>
              <a:ext uri="{FF2B5EF4-FFF2-40B4-BE49-F238E27FC236}">
                <a16:creationId xmlns:a16="http://schemas.microsoft.com/office/drawing/2014/main" id="{4C840F5F-30BB-F496-264B-2DDCB3D57970}"/>
              </a:ext>
            </a:extLst>
          </p:cNvPr>
          <p:cNvSpPr txBox="1"/>
          <p:nvPr/>
        </p:nvSpPr>
        <p:spPr>
          <a:xfrm>
            <a:off x="5407742" y="3932903"/>
            <a:ext cx="3588774" cy="1754326"/>
          </a:xfrm>
          <a:prstGeom prst="rect">
            <a:avLst/>
          </a:prstGeom>
          <a:noFill/>
        </p:spPr>
        <p:txBody>
          <a:bodyPr wrap="square" rtlCol="0">
            <a:spAutoFit/>
          </a:bodyPr>
          <a:lstStyle/>
          <a:p>
            <a:r>
              <a:rPr lang="en-ZA" dirty="0"/>
              <a:t>We will also go into more details here and more features for the transporter, he is a key player as well so we have to make his life easy as well. For now the focus is on recons  </a:t>
            </a:r>
          </a:p>
        </p:txBody>
      </p:sp>
    </p:spTree>
    <p:extLst>
      <p:ext uri="{BB962C8B-B14F-4D97-AF65-F5344CB8AC3E}">
        <p14:creationId xmlns:p14="http://schemas.microsoft.com/office/powerpoint/2010/main" val="16311695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1FFDB62-CB19-D625-843C-47B0B8A71395}"/>
              </a:ext>
            </a:extLst>
          </p:cNvPr>
          <p:cNvSpPr/>
          <p:nvPr/>
        </p:nvSpPr>
        <p:spPr>
          <a:xfrm>
            <a:off x="875071" y="636639"/>
            <a:ext cx="4011561" cy="558472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ZA"/>
          </a:p>
        </p:txBody>
      </p:sp>
      <p:sp>
        <p:nvSpPr>
          <p:cNvPr id="5" name="TextBox 4">
            <a:extLst>
              <a:ext uri="{FF2B5EF4-FFF2-40B4-BE49-F238E27FC236}">
                <a16:creationId xmlns:a16="http://schemas.microsoft.com/office/drawing/2014/main" id="{E102FB66-91CB-5BD5-5986-25F5B7A6F3FA}"/>
              </a:ext>
            </a:extLst>
          </p:cNvPr>
          <p:cNvSpPr txBox="1"/>
          <p:nvPr/>
        </p:nvSpPr>
        <p:spPr>
          <a:xfrm>
            <a:off x="1838633" y="796413"/>
            <a:ext cx="1750142" cy="369332"/>
          </a:xfrm>
          <a:prstGeom prst="rect">
            <a:avLst/>
          </a:prstGeom>
          <a:noFill/>
        </p:spPr>
        <p:txBody>
          <a:bodyPr wrap="square" rtlCol="0">
            <a:spAutoFit/>
          </a:bodyPr>
          <a:lstStyle/>
          <a:p>
            <a:r>
              <a:rPr lang="en-ZA" dirty="0"/>
              <a:t>Recon overview </a:t>
            </a:r>
          </a:p>
        </p:txBody>
      </p:sp>
      <p:sp>
        <p:nvSpPr>
          <p:cNvPr id="6" name="TextBox 5">
            <a:extLst>
              <a:ext uri="{FF2B5EF4-FFF2-40B4-BE49-F238E27FC236}">
                <a16:creationId xmlns:a16="http://schemas.microsoft.com/office/drawing/2014/main" id="{62E770A3-4479-1BBD-F08F-85EDDD3BA2A4}"/>
              </a:ext>
            </a:extLst>
          </p:cNvPr>
          <p:cNvSpPr txBox="1"/>
          <p:nvPr/>
        </p:nvSpPr>
        <p:spPr>
          <a:xfrm>
            <a:off x="1052051" y="1720645"/>
            <a:ext cx="3146322" cy="1200329"/>
          </a:xfrm>
          <a:prstGeom prst="rect">
            <a:avLst/>
          </a:prstGeom>
          <a:noFill/>
        </p:spPr>
        <p:txBody>
          <a:bodyPr wrap="square" rtlCol="0">
            <a:spAutoFit/>
          </a:bodyPr>
          <a:lstStyle/>
          <a:p>
            <a:r>
              <a:rPr lang="en-ZA" dirty="0"/>
              <a:t>Total tons moved : 5685 </a:t>
            </a:r>
          </a:p>
          <a:p>
            <a:r>
              <a:rPr lang="en-ZA" dirty="0"/>
              <a:t>MTD tons: 5685</a:t>
            </a:r>
          </a:p>
          <a:p>
            <a:r>
              <a:rPr lang="en-ZA" dirty="0"/>
              <a:t>WTD tons :1351</a:t>
            </a:r>
          </a:p>
          <a:p>
            <a:r>
              <a:rPr lang="en-ZA" dirty="0"/>
              <a:t>Day tons :233</a:t>
            </a:r>
          </a:p>
        </p:txBody>
      </p:sp>
      <p:sp>
        <p:nvSpPr>
          <p:cNvPr id="7" name="TextBox 6">
            <a:extLst>
              <a:ext uri="{FF2B5EF4-FFF2-40B4-BE49-F238E27FC236}">
                <a16:creationId xmlns:a16="http://schemas.microsoft.com/office/drawing/2014/main" id="{9067EFF0-A503-17AA-F307-737747A1C798}"/>
              </a:ext>
            </a:extLst>
          </p:cNvPr>
          <p:cNvSpPr txBox="1"/>
          <p:nvPr/>
        </p:nvSpPr>
        <p:spPr>
          <a:xfrm>
            <a:off x="1327354" y="1258529"/>
            <a:ext cx="2399071" cy="369332"/>
          </a:xfrm>
          <a:prstGeom prst="rect">
            <a:avLst/>
          </a:prstGeom>
          <a:noFill/>
        </p:spPr>
        <p:txBody>
          <a:bodyPr wrap="square" rtlCol="0">
            <a:spAutoFit/>
          </a:bodyPr>
          <a:lstStyle/>
          <a:p>
            <a:r>
              <a:rPr lang="en-ZA" dirty="0"/>
              <a:t>Henny coal mine </a:t>
            </a:r>
          </a:p>
        </p:txBody>
      </p:sp>
      <p:sp>
        <p:nvSpPr>
          <p:cNvPr id="8" name="TextBox 7">
            <a:extLst>
              <a:ext uri="{FF2B5EF4-FFF2-40B4-BE49-F238E27FC236}">
                <a16:creationId xmlns:a16="http://schemas.microsoft.com/office/drawing/2014/main" id="{0C458880-1940-C4BD-CC69-80FAA56F8901}"/>
              </a:ext>
            </a:extLst>
          </p:cNvPr>
          <p:cNvSpPr txBox="1"/>
          <p:nvPr/>
        </p:nvSpPr>
        <p:spPr>
          <a:xfrm>
            <a:off x="1120877" y="3313471"/>
            <a:ext cx="2821858" cy="646331"/>
          </a:xfrm>
          <a:prstGeom prst="rect">
            <a:avLst/>
          </a:prstGeom>
          <a:noFill/>
        </p:spPr>
        <p:txBody>
          <a:bodyPr wrap="square" rtlCol="0">
            <a:spAutoFit/>
          </a:bodyPr>
          <a:lstStyle/>
          <a:p>
            <a:r>
              <a:rPr lang="en-ZA" dirty="0"/>
              <a:t>Transporter A: 1432</a:t>
            </a:r>
          </a:p>
          <a:p>
            <a:r>
              <a:rPr lang="en-ZA" dirty="0"/>
              <a:t>Transporter B: 5846</a:t>
            </a:r>
          </a:p>
        </p:txBody>
      </p:sp>
      <p:sp>
        <p:nvSpPr>
          <p:cNvPr id="9" name="TextBox 8">
            <a:extLst>
              <a:ext uri="{FF2B5EF4-FFF2-40B4-BE49-F238E27FC236}">
                <a16:creationId xmlns:a16="http://schemas.microsoft.com/office/drawing/2014/main" id="{15D7C7B7-F163-4629-F94E-7F0C8D76840B}"/>
              </a:ext>
            </a:extLst>
          </p:cNvPr>
          <p:cNvSpPr txBox="1"/>
          <p:nvPr/>
        </p:nvSpPr>
        <p:spPr>
          <a:xfrm>
            <a:off x="1219199" y="4375355"/>
            <a:ext cx="2300749" cy="646331"/>
          </a:xfrm>
          <a:prstGeom prst="rect">
            <a:avLst/>
          </a:prstGeom>
          <a:noFill/>
        </p:spPr>
        <p:txBody>
          <a:bodyPr wrap="square" rtlCol="0">
            <a:spAutoFit/>
          </a:bodyPr>
          <a:lstStyle/>
          <a:p>
            <a:r>
              <a:rPr lang="en-ZA" dirty="0"/>
              <a:t>Client A: 3567/5000</a:t>
            </a:r>
          </a:p>
          <a:p>
            <a:r>
              <a:rPr lang="en-ZA" dirty="0"/>
              <a:t>Client B: 312/1000</a:t>
            </a:r>
          </a:p>
        </p:txBody>
      </p:sp>
      <p:sp>
        <p:nvSpPr>
          <p:cNvPr id="10" name="TextBox 9">
            <a:extLst>
              <a:ext uri="{FF2B5EF4-FFF2-40B4-BE49-F238E27FC236}">
                <a16:creationId xmlns:a16="http://schemas.microsoft.com/office/drawing/2014/main" id="{81457D71-C775-9B90-DC3E-B287B988050C}"/>
              </a:ext>
            </a:extLst>
          </p:cNvPr>
          <p:cNvSpPr txBox="1"/>
          <p:nvPr/>
        </p:nvSpPr>
        <p:spPr>
          <a:xfrm>
            <a:off x="1052051" y="5599471"/>
            <a:ext cx="3490452" cy="368710"/>
          </a:xfrm>
          <a:prstGeom prst="rect">
            <a:avLst/>
          </a:prstGeom>
          <a:noFill/>
        </p:spPr>
        <p:txBody>
          <a:bodyPr wrap="square" rtlCol="0">
            <a:spAutoFit/>
          </a:bodyPr>
          <a:lstStyle/>
          <a:p>
            <a:r>
              <a:rPr lang="en-ZA" dirty="0"/>
              <a:t>&gt;Download detailed spreadsheet </a:t>
            </a:r>
          </a:p>
        </p:txBody>
      </p:sp>
      <p:sp>
        <p:nvSpPr>
          <p:cNvPr id="12" name="TextBox 11">
            <a:extLst>
              <a:ext uri="{FF2B5EF4-FFF2-40B4-BE49-F238E27FC236}">
                <a16:creationId xmlns:a16="http://schemas.microsoft.com/office/drawing/2014/main" id="{7AE9E8DE-BB72-A598-EDE5-0CE5C27950DF}"/>
              </a:ext>
            </a:extLst>
          </p:cNvPr>
          <p:cNvSpPr txBox="1"/>
          <p:nvPr/>
        </p:nvSpPr>
        <p:spPr>
          <a:xfrm>
            <a:off x="5584723" y="5021686"/>
            <a:ext cx="2930012" cy="1754326"/>
          </a:xfrm>
          <a:prstGeom prst="rect">
            <a:avLst/>
          </a:prstGeom>
          <a:noFill/>
        </p:spPr>
        <p:txBody>
          <a:bodyPr wrap="square" rtlCol="0">
            <a:spAutoFit/>
          </a:bodyPr>
          <a:lstStyle/>
          <a:p>
            <a:r>
              <a:rPr lang="en-ZA" dirty="0"/>
              <a:t>Here they will be able to download a full pdf of whatever they want must have filter options as well, will discuss and tell you what I mean </a:t>
            </a:r>
          </a:p>
        </p:txBody>
      </p:sp>
      <p:cxnSp>
        <p:nvCxnSpPr>
          <p:cNvPr id="14" name="Straight Arrow Connector 13">
            <a:extLst>
              <a:ext uri="{FF2B5EF4-FFF2-40B4-BE49-F238E27FC236}">
                <a16:creationId xmlns:a16="http://schemas.microsoft.com/office/drawing/2014/main" id="{774CE708-C3EE-F9A0-228B-9288BAE288A3}"/>
              </a:ext>
            </a:extLst>
          </p:cNvPr>
          <p:cNvCxnSpPr>
            <a:endCxn id="12" idx="1"/>
          </p:cNvCxnSpPr>
          <p:nvPr/>
        </p:nvCxnSpPr>
        <p:spPr>
          <a:xfrm>
            <a:off x="4660490" y="5840361"/>
            <a:ext cx="924233" cy="58488"/>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A9AC2BE7-48DB-0909-BC3B-52D5E7DB0BBF}"/>
              </a:ext>
            </a:extLst>
          </p:cNvPr>
          <p:cNvSpPr txBox="1"/>
          <p:nvPr/>
        </p:nvSpPr>
        <p:spPr>
          <a:xfrm>
            <a:off x="5742039" y="904568"/>
            <a:ext cx="3667432" cy="1200329"/>
          </a:xfrm>
          <a:prstGeom prst="rect">
            <a:avLst/>
          </a:prstGeom>
          <a:noFill/>
        </p:spPr>
        <p:txBody>
          <a:bodyPr wrap="square" rtlCol="0">
            <a:spAutoFit/>
          </a:bodyPr>
          <a:lstStyle/>
          <a:p>
            <a:r>
              <a:rPr lang="en-ZA" dirty="0"/>
              <a:t>This is a general look of the recons tab. They will all be similar but </a:t>
            </a:r>
            <a:r>
              <a:rPr lang="en-ZA" dirty="0" err="1"/>
              <a:t>eg</a:t>
            </a:r>
            <a:r>
              <a:rPr lang="en-ZA" dirty="0"/>
              <a:t> transporter will only see </a:t>
            </a:r>
            <a:r>
              <a:rPr lang="en-ZA" dirty="0" err="1"/>
              <a:t>whats</a:t>
            </a:r>
            <a:r>
              <a:rPr lang="en-ZA" dirty="0"/>
              <a:t> relevant to him </a:t>
            </a:r>
          </a:p>
        </p:txBody>
      </p:sp>
    </p:spTree>
    <p:extLst>
      <p:ext uri="{BB962C8B-B14F-4D97-AF65-F5344CB8AC3E}">
        <p14:creationId xmlns:p14="http://schemas.microsoft.com/office/powerpoint/2010/main" val="37695070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14899</TotalTime>
  <Words>1731</Words>
  <Application>Microsoft Office PowerPoint</Application>
  <PresentationFormat>Widescreen</PresentationFormat>
  <Paragraphs>228</Paragraphs>
  <Slides>24</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eli mansoor</dc:creator>
  <cp:lastModifiedBy>bryson mansoor</cp:lastModifiedBy>
  <cp:revision>11</cp:revision>
  <dcterms:created xsi:type="dcterms:W3CDTF">2025-04-10T23:29:16Z</dcterms:created>
  <dcterms:modified xsi:type="dcterms:W3CDTF">2026-04-08T15:15:35Z</dcterms:modified>
</cp:coreProperties>
</file>