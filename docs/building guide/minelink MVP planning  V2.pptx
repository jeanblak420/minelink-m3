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notesSlides/notesSlide4.xml" ContentType="application/vnd.openxmlformats-officedocument.presentationml.notesSlide+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notesSlides/notesSlide5.xml" ContentType="application/vnd.openxmlformats-officedocument.presentationml.notesSlide+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6.xml" ContentType="application/vnd.openxmlformats-officedocument.presentationml.notesSlide+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notesSlides/notesSlide9.xml" ContentType="application/vnd.openxmlformats-officedocument.presentationml.notesSlide+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notesSlides/notesSlide10.xml" ContentType="application/vnd.openxmlformats-officedocument.presentationml.notesSlide+xml"/>
  <Override PartName="/ppt/ink/ink116.xml" ContentType="application/inkml+xml"/>
  <Override PartName="/ppt/ink/ink117.xml" ContentType="application/inkml+xml"/>
  <Override PartName="/ppt/notesSlides/notesSlide11.xml" ContentType="application/vnd.openxmlformats-officedocument.presentationml.notesSlide+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notesSlides/notesSlide12.xml" ContentType="application/vnd.openxmlformats-officedocument.presentationml.notesSlide+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notesSlides/notesSlide13.xml" ContentType="application/vnd.openxmlformats-officedocument.presentationml.notesSlide+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notesSlides/notesSlide14.xml" ContentType="application/vnd.openxmlformats-officedocument.presentationml.notesSlide+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notesSlides/notesSlide19.xml" ContentType="application/vnd.openxmlformats-officedocument.presentationml.notesSlide+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notesSlides/notesSlide25.xml" ContentType="application/vnd.openxmlformats-officedocument.presentationml.notesSlide+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notesSlides/notesSlide26.xml" ContentType="application/vnd.openxmlformats-officedocument.presentationml.notesSlide+xml"/>
  <Override PartName="/ppt/ink/ink205.xml" ContentType="application/inkml+xml"/>
  <Override PartName="/ppt/ink/ink206.xml" ContentType="application/inkml+xml"/>
  <Override PartName="/ppt/ink/ink207.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77" r:id="rId2"/>
    <p:sldId id="286" r:id="rId3"/>
    <p:sldId id="287" r:id="rId4"/>
    <p:sldId id="288" r:id="rId5"/>
    <p:sldId id="259" r:id="rId6"/>
    <p:sldId id="256" r:id="rId7"/>
    <p:sldId id="258" r:id="rId8"/>
    <p:sldId id="262" r:id="rId9"/>
    <p:sldId id="261" r:id="rId10"/>
    <p:sldId id="257" r:id="rId11"/>
    <p:sldId id="263" r:id="rId12"/>
    <p:sldId id="273" r:id="rId13"/>
    <p:sldId id="260" r:id="rId14"/>
    <p:sldId id="272" r:id="rId15"/>
    <p:sldId id="271" r:id="rId16"/>
    <p:sldId id="270" r:id="rId17"/>
    <p:sldId id="268" r:id="rId18"/>
    <p:sldId id="267" r:id="rId19"/>
    <p:sldId id="266" r:id="rId20"/>
    <p:sldId id="284" r:id="rId21"/>
    <p:sldId id="265" r:id="rId22"/>
    <p:sldId id="264" r:id="rId23"/>
    <p:sldId id="274" r:id="rId24"/>
    <p:sldId id="283" r:id="rId25"/>
    <p:sldId id="285" r:id="rId26"/>
    <p:sldId id="282" r:id="rId27"/>
    <p:sldId id="281" r:id="rId28"/>
    <p:sldId id="280" r:id="rId29"/>
    <p:sldId id="279" r:id="rId30"/>
    <p:sldId id="278" r:id="rId31"/>
    <p:sldId id="276" r:id="rId32"/>
    <p:sldId id="27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nsactions flow" id="{E66E92C0-CC42-403E-BB89-2C8C776AE003}">
          <p14:sldIdLst>
            <p14:sldId id="277"/>
            <p14:sldId id="286"/>
            <p14:sldId id="287"/>
            <p14:sldId id="288"/>
          </p14:sldIdLst>
        </p14:section>
        <p14:section name="mine/supplier screens" id="{1863D4D3-63DC-444B-9EB8-4DC3D6694045}">
          <p14:sldIdLst>
            <p14:sldId id="259"/>
            <p14:sldId id="256"/>
            <p14:sldId id="258"/>
            <p14:sldId id="262"/>
            <p14:sldId id="261"/>
            <p14:sldId id="257"/>
            <p14:sldId id="263"/>
            <p14:sldId id="273"/>
            <p14:sldId id="260"/>
            <p14:sldId id="272"/>
            <p14:sldId id="271"/>
            <p14:sldId id="270"/>
          </p14:sldIdLst>
        </p14:section>
        <p14:section name="transporter screens" id="{AE40585C-434F-4D93-B9C3-D81EC02AF7E6}">
          <p14:sldIdLst>
            <p14:sldId id="268"/>
            <p14:sldId id="267"/>
            <p14:sldId id="266"/>
            <p14:sldId id="284"/>
            <p14:sldId id="265"/>
            <p14:sldId id="264"/>
            <p14:sldId id="274"/>
            <p14:sldId id="283"/>
          </p14:sldIdLst>
        </p14:section>
        <p14:section name="Buyer portal" id="{D4FF344D-6FA3-4025-B72C-CB993C148E0B}">
          <p14:sldIdLst>
            <p14:sldId id="285"/>
            <p14:sldId id="282"/>
            <p14:sldId id="281"/>
            <p14:sldId id="280"/>
          </p14:sldIdLst>
        </p14:section>
        <p14:section name="our control portal" id="{A0233EFB-1578-4B86-89E5-630C2F0DD1BA}">
          <p14:sldIdLst>
            <p14:sldId id="279"/>
            <p14:sldId id="278"/>
            <p14:sldId id="276"/>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59" autoAdjust="0"/>
  </p:normalViewPr>
  <p:slideViewPr>
    <p:cSldViewPr snapToGrid="0">
      <p:cViewPr varScale="1">
        <p:scale>
          <a:sx n="72" d="100"/>
          <a:sy n="72" d="100"/>
        </p:scale>
        <p:origin x="1104"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son mansoor" userId="70d45eb8f710c8b8" providerId="LiveId" clId="{52362DCD-B444-4CAD-A8F5-DD234D1E9987}"/>
    <pc:docChg chg="undo custSel addSld delSld modSld sldOrd addSection modSection">
      <pc:chgData name="bryson mansoor" userId="70d45eb8f710c8b8" providerId="LiveId" clId="{52362DCD-B444-4CAD-A8F5-DD234D1E9987}" dt="2026-06-05T14:03:13.020" v="3373" actId="14100"/>
      <pc:docMkLst>
        <pc:docMk/>
      </pc:docMkLst>
      <pc:sldChg chg="ord">
        <pc:chgData name="bryson mansoor" userId="70d45eb8f710c8b8" providerId="LiveId" clId="{52362DCD-B444-4CAD-A8F5-DD234D1E9987}" dt="2026-06-04T07:34:56.630" v="1029"/>
        <pc:sldMkLst>
          <pc:docMk/>
          <pc:sldMk cId="1102071205" sldId="256"/>
        </pc:sldMkLst>
      </pc:sldChg>
      <pc:sldChg chg="ord">
        <pc:chgData name="bryson mansoor" userId="70d45eb8f710c8b8" providerId="LiveId" clId="{52362DCD-B444-4CAD-A8F5-DD234D1E9987}" dt="2026-06-04T07:34:56.630" v="1029"/>
        <pc:sldMkLst>
          <pc:docMk/>
          <pc:sldMk cId="3386270447" sldId="257"/>
        </pc:sldMkLst>
      </pc:sldChg>
      <pc:sldChg chg="ord">
        <pc:chgData name="bryson mansoor" userId="70d45eb8f710c8b8" providerId="LiveId" clId="{52362DCD-B444-4CAD-A8F5-DD234D1E9987}" dt="2026-06-04T07:34:56.630" v="1029"/>
        <pc:sldMkLst>
          <pc:docMk/>
          <pc:sldMk cId="3360416720" sldId="258"/>
        </pc:sldMkLst>
      </pc:sldChg>
      <pc:sldChg chg="addSp delSp modSp mod ord">
        <pc:chgData name="bryson mansoor" userId="70d45eb8f710c8b8" providerId="LiveId" clId="{52362DCD-B444-4CAD-A8F5-DD234D1E9987}" dt="2026-06-04T07:34:56.630" v="1029"/>
        <pc:sldMkLst>
          <pc:docMk/>
          <pc:sldMk cId="2668924211" sldId="259"/>
        </pc:sldMkLst>
        <pc:spChg chg="mod">
          <ac:chgData name="bryson mansoor" userId="70d45eb8f710c8b8" providerId="LiveId" clId="{52362DCD-B444-4CAD-A8F5-DD234D1E9987}" dt="2026-05-24T12:55:39.015" v="169" actId="115"/>
          <ac:spMkLst>
            <pc:docMk/>
            <pc:sldMk cId="2668924211" sldId="259"/>
            <ac:spMk id="99" creationId="{6D62CC06-16DD-D305-563D-A877DD0C61A8}"/>
          </ac:spMkLst>
        </pc:spChg>
        <pc:picChg chg="mod">
          <ac:chgData name="bryson mansoor" userId="70d45eb8f710c8b8" providerId="LiveId" clId="{52362DCD-B444-4CAD-A8F5-DD234D1E9987}" dt="2026-05-23T16:03:50.085" v="3" actId="14100"/>
          <ac:picMkLst>
            <pc:docMk/>
            <pc:sldMk cId="2668924211" sldId="259"/>
            <ac:picMk id="3" creationId="{86521123-E070-D483-F1A4-538E689270C9}"/>
          </ac:picMkLst>
        </pc:picChg>
      </pc:sldChg>
      <pc:sldChg chg="ord">
        <pc:chgData name="bryson mansoor" userId="70d45eb8f710c8b8" providerId="LiveId" clId="{52362DCD-B444-4CAD-A8F5-DD234D1E9987}" dt="2026-06-04T07:34:56.630" v="1029"/>
        <pc:sldMkLst>
          <pc:docMk/>
          <pc:sldMk cId="1698729276" sldId="260"/>
        </pc:sldMkLst>
      </pc:sldChg>
      <pc:sldChg chg="ord">
        <pc:chgData name="bryson mansoor" userId="70d45eb8f710c8b8" providerId="LiveId" clId="{52362DCD-B444-4CAD-A8F5-DD234D1E9987}" dt="2026-06-04T07:34:56.630" v="1029"/>
        <pc:sldMkLst>
          <pc:docMk/>
          <pc:sldMk cId="3732348784" sldId="261"/>
        </pc:sldMkLst>
      </pc:sldChg>
      <pc:sldChg chg="ord">
        <pc:chgData name="bryson mansoor" userId="70d45eb8f710c8b8" providerId="LiveId" clId="{52362DCD-B444-4CAD-A8F5-DD234D1E9987}" dt="2026-06-04T07:34:56.630" v="1029"/>
        <pc:sldMkLst>
          <pc:docMk/>
          <pc:sldMk cId="2902100830" sldId="262"/>
        </pc:sldMkLst>
      </pc:sldChg>
      <pc:sldChg chg="ord">
        <pc:chgData name="bryson mansoor" userId="70d45eb8f710c8b8" providerId="LiveId" clId="{52362DCD-B444-4CAD-A8F5-DD234D1E9987}" dt="2026-06-04T07:34:56.630" v="1029"/>
        <pc:sldMkLst>
          <pc:docMk/>
          <pc:sldMk cId="3031185260" sldId="263"/>
        </pc:sldMkLst>
      </pc:sldChg>
      <pc:sldChg chg="modSp mod">
        <pc:chgData name="bryson mansoor" userId="70d45eb8f710c8b8" providerId="LiveId" clId="{52362DCD-B444-4CAD-A8F5-DD234D1E9987}" dt="2026-05-24T12:58:37.930" v="278" actId="20577"/>
        <pc:sldMkLst>
          <pc:docMk/>
          <pc:sldMk cId="2489173266" sldId="267"/>
        </pc:sldMkLst>
        <pc:spChg chg="mod">
          <ac:chgData name="bryson mansoor" userId="70d45eb8f710c8b8" providerId="LiveId" clId="{52362DCD-B444-4CAD-A8F5-DD234D1E9987}" dt="2026-05-24T12:58:37.930" v="278" actId="20577"/>
          <ac:spMkLst>
            <pc:docMk/>
            <pc:sldMk cId="2489173266" sldId="267"/>
            <ac:spMk id="16" creationId="{03CAF1E3-E2D2-8C28-5EBA-51A71342A64E}"/>
          </ac:spMkLst>
        </pc:spChg>
      </pc:sldChg>
      <pc:sldChg chg="modSp mod ord">
        <pc:chgData name="bryson mansoor" userId="70d45eb8f710c8b8" providerId="LiveId" clId="{52362DCD-B444-4CAD-A8F5-DD234D1E9987}" dt="2026-06-04T07:34:56.630" v="1029"/>
        <pc:sldMkLst>
          <pc:docMk/>
          <pc:sldMk cId="2621558971" sldId="270"/>
        </pc:sldMkLst>
        <pc:spChg chg="mod">
          <ac:chgData name="bryson mansoor" userId="70d45eb8f710c8b8" providerId="LiveId" clId="{52362DCD-B444-4CAD-A8F5-DD234D1E9987}" dt="2026-05-23T16:03:51.459" v="4" actId="20577"/>
          <ac:spMkLst>
            <pc:docMk/>
            <pc:sldMk cId="2621558971" sldId="270"/>
            <ac:spMk id="28" creationId="{28317FE7-AB22-BCB2-0570-66670FF396E1}"/>
          </ac:spMkLst>
        </pc:spChg>
      </pc:sldChg>
      <pc:sldChg chg="addSp delSp modSp mod ord">
        <pc:chgData name="bryson mansoor" userId="70d45eb8f710c8b8" providerId="LiveId" clId="{52362DCD-B444-4CAD-A8F5-DD234D1E9987}" dt="2026-06-04T07:34:56.630" v="1029"/>
        <pc:sldMkLst>
          <pc:docMk/>
          <pc:sldMk cId="500309614" sldId="271"/>
        </pc:sldMkLst>
        <pc:spChg chg="add mod">
          <ac:chgData name="bryson mansoor" userId="70d45eb8f710c8b8" providerId="LiveId" clId="{52362DCD-B444-4CAD-A8F5-DD234D1E9987}" dt="2026-05-24T12:52:05.377" v="153" actId="1076"/>
          <ac:spMkLst>
            <pc:docMk/>
            <pc:sldMk cId="500309614" sldId="271"/>
            <ac:spMk id="33" creationId="{CCE1436E-0AF7-FA96-71CC-9CB0BD88DDB9}"/>
          </ac:spMkLst>
        </pc:spChg>
        <pc:picChg chg="mod">
          <ac:chgData name="bryson mansoor" userId="70d45eb8f710c8b8" providerId="LiveId" clId="{52362DCD-B444-4CAD-A8F5-DD234D1E9987}" dt="2026-05-24T12:40:05.977" v="30" actId="1076"/>
          <ac:picMkLst>
            <pc:docMk/>
            <pc:sldMk cId="500309614" sldId="271"/>
            <ac:picMk id="26" creationId="{ED73161A-367B-CC5D-158F-D3F46A7659B4}"/>
          </ac:picMkLst>
        </pc:picChg>
        <pc:cxnChg chg="mod">
          <ac:chgData name="bryson mansoor" userId="70d45eb8f710c8b8" providerId="LiveId" clId="{52362DCD-B444-4CAD-A8F5-DD234D1E9987}" dt="2026-05-24T12:40:08.921" v="31" actId="14100"/>
          <ac:cxnSpMkLst>
            <pc:docMk/>
            <pc:sldMk cId="500309614" sldId="271"/>
            <ac:cxnSpMk id="28" creationId="{F990A8DE-4DB4-D49C-9A8F-EA3A907D9B28}"/>
          </ac:cxnSpMkLst>
        </pc:cxnChg>
      </pc:sldChg>
      <pc:sldChg chg="addSp modSp mod ord">
        <pc:chgData name="bryson mansoor" userId="70d45eb8f710c8b8" providerId="LiveId" clId="{52362DCD-B444-4CAD-A8F5-DD234D1E9987}" dt="2026-06-04T07:34:56.630" v="1029"/>
        <pc:sldMkLst>
          <pc:docMk/>
          <pc:sldMk cId="2209242182" sldId="272"/>
        </pc:sldMkLst>
        <pc:spChg chg="add mod">
          <ac:chgData name="bryson mansoor" userId="70d45eb8f710c8b8" providerId="LiveId" clId="{52362DCD-B444-4CAD-A8F5-DD234D1E9987}" dt="2026-05-24T12:50:29.093" v="149" actId="1076"/>
          <ac:spMkLst>
            <pc:docMk/>
            <pc:sldMk cId="2209242182" sldId="272"/>
            <ac:spMk id="28" creationId="{092F64E7-4878-2F6F-9AE1-970AECEACAED}"/>
          </ac:spMkLst>
        </pc:spChg>
      </pc:sldChg>
      <pc:sldChg chg="ord">
        <pc:chgData name="bryson mansoor" userId="70d45eb8f710c8b8" providerId="LiveId" clId="{52362DCD-B444-4CAD-A8F5-DD234D1E9987}" dt="2026-06-04T07:34:56.630" v="1029"/>
        <pc:sldMkLst>
          <pc:docMk/>
          <pc:sldMk cId="3285959282" sldId="273"/>
        </pc:sldMkLst>
      </pc:sldChg>
      <pc:sldChg chg="addSp delSp modSp mod ord modNotesTx">
        <pc:chgData name="bryson mansoor" userId="70d45eb8f710c8b8" providerId="LiveId" clId="{52362DCD-B444-4CAD-A8F5-DD234D1E9987}" dt="2026-06-05T13:53:16.812" v="3179" actId="20577"/>
        <pc:sldMkLst>
          <pc:docMk/>
          <pc:sldMk cId="4153692790" sldId="277"/>
        </pc:sldMkLst>
        <pc:spChg chg="add mod">
          <ac:chgData name="bryson mansoor" userId="70d45eb8f710c8b8" providerId="LiveId" clId="{52362DCD-B444-4CAD-A8F5-DD234D1E9987}" dt="2026-06-04T12:26:26.028" v="2295" actId="1076"/>
          <ac:spMkLst>
            <pc:docMk/>
            <pc:sldMk cId="4153692790" sldId="277"/>
            <ac:spMk id="2" creationId="{3AFC54D6-B490-A890-70DB-5E736C7C0930}"/>
          </ac:spMkLst>
        </pc:spChg>
        <pc:spChg chg="add mod">
          <ac:chgData name="bryson mansoor" userId="70d45eb8f710c8b8" providerId="LiveId" clId="{52362DCD-B444-4CAD-A8F5-DD234D1E9987}" dt="2026-06-04T11:38:57.618" v="1118" actId="20577"/>
          <ac:spMkLst>
            <pc:docMk/>
            <pc:sldMk cId="4153692790" sldId="277"/>
            <ac:spMk id="3" creationId="{C7289126-7415-00C1-46FD-D82B805FBB8B}"/>
          </ac:spMkLst>
        </pc:spChg>
        <pc:spChg chg="add mod">
          <ac:chgData name="bryson mansoor" userId="70d45eb8f710c8b8" providerId="LiveId" clId="{52362DCD-B444-4CAD-A8F5-DD234D1E9987}" dt="2026-06-04T11:41:47.556" v="1305" actId="1076"/>
          <ac:spMkLst>
            <pc:docMk/>
            <pc:sldMk cId="4153692790" sldId="277"/>
            <ac:spMk id="4" creationId="{F306870F-C830-A79D-6299-24EF28B8B334}"/>
          </ac:spMkLst>
        </pc:spChg>
        <pc:spChg chg="add mod">
          <ac:chgData name="bryson mansoor" userId="70d45eb8f710c8b8" providerId="LiveId" clId="{52362DCD-B444-4CAD-A8F5-DD234D1E9987}" dt="2026-06-04T11:49:05.789" v="1793" actId="1076"/>
          <ac:spMkLst>
            <pc:docMk/>
            <pc:sldMk cId="4153692790" sldId="277"/>
            <ac:spMk id="5" creationId="{3BF440C1-B953-C08B-0D48-40B121D58785}"/>
          </ac:spMkLst>
        </pc:spChg>
        <pc:spChg chg="add mod">
          <ac:chgData name="bryson mansoor" userId="70d45eb8f710c8b8" providerId="LiveId" clId="{52362DCD-B444-4CAD-A8F5-DD234D1E9987}" dt="2026-06-04T11:50:20.353" v="1805" actId="1076"/>
          <ac:spMkLst>
            <pc:docMk/>
            <pc:sldMk cId="4153692790" sldId="277"/>
            <ac:spMk id="6" creationId="{5E2B31F6-8F1A-1675-08C5-EBD0096C24AC}"/>
          </ac:spMkLst>
        </pc:spChg>
        <pc:spChg chg="add mod">
          <ac:chgData name="bryson mansoor" userId="70d45eb8f710c8b8" providerId="LiveId" clId="{52362DCD-B444-4CAD-A8F5-DD234D1E9987}" dt="2026-06-04T11:49:49.146" v="1801" actId="13822"/>
          <ac:spMkLst>
            <pc:docMk/>
            <pc:sldMk cId="4153692790" sldId="277"/>
            <ac:spMk id="7" creationId="{87306F57-7483-CB61-06F7-ACB182028DAF}"/>
          </ac:spMkLst>
        </pc:spChg>
        <pc:spChg chg="add mod">
          <ac:chgData name="bryson mansoor" userId="70d45eb8f710c8b8" providerId="LiveId" clId="{52362DCD-B444-4CAD-A8F5-DD234D1E9987}" dt="2026-06-04T11:50:18.016" v="1804" actId="1076"/>
          <ac:spMkLst>
            <pc:docMk/>
            <pc:sldMk cId="4153692790" sldId="277"/>
            <ac:spMk id="8" creationId="{ED2DE1A1-FFBB-D0DB-3285-8F1D0608E13A}"/>
          </ac:spMkLst>
        </pc:spChg>
        <pc:spChg chg="add mod">
          <ac:chgData name="bryson mansoor" userId="70d45eb8f710c8b8" providerId="LiveId" clId="{52362DCD-B444-4CAD-A8F5-DD234D1E9987}" dt="2026-06-04T11:54:03.374" v="2052" actId="14100"/>
          <ac:spMkLst>
            <pc:docMk/>
            <pc:sldMk cId="4153692790" sldId="277"/>
            <ac:spMk id="9" creationId="{43799381-EC86-B18D-7BE4-FF3801CE35EE}"/>
          </ac:spMkLst>
        </pc:spChg>
        <pc:spChg chg="add mod">
          <ac:chgData name="bryson mansoor" userId="70d45eb8f710c8b8" providerId="LiveId" clId="{52362DCD-B444-4CAD-A8F5-DD234D1E9987}" dt="2026-06-04T12:17:49.344" v="2105" actId="1076"/>
          <ac:spMkLst>
            <pc:docMk/>
            <pc:sldMk cId="4153692790" sldId="277"/>
            <ac:spMk id="10" creationId="{671B7CC2-0FE2-82E7-5114-EA679306BCD0}"/>
          </ac:spMkLst>
        </pc:spChg>
        <pc:spChg chg="add mod">
          <ac:chgData name="bryson mansoor" userId="70d45eb8f710c8b8" providerId="LiveId" clId="{52362DCD-B444-4CAD-A8F5-DD234D1E9987}" dt="2026-06-04T12:26:30.017" v="2296" actId="1076"/>
          <ac:spMkLst>
            <pc:docMk/>
            <pc:sldMk cId="4153692790" sldId="277"/>
            <ac:spMk id="11" creationId="{8A7FE307-01F8-8F93-12A8-D7B6216D7F2F}"/>
          </ac:spMkLst>
        </pc:spChg>
        <pc:spChg chg="add mod">
          <ac:chgData name="bryson mansoor" userId="70d45eb8f710c8b8" providerId="LiveId" clId="{52362DCD-B444-4CAD-A8F5-DD234D1E9987}" dt="2026-06-04T12:24:22.443" v="2284" actId="20577"/>
          <ac:spMkLst>
            <pc:docMk/>
            <pc:sldMk cId="4153692790" sldId="277"/>
            <ac:spMk id="12" creationId="{07591EEA-BB2E-02E5-8C5B-699285CD59A1}"/>
          </ac:spMkLst>
        </pc:spChg>
        <pc:spChg chg="add mod">
          <ac:chgData name="bryson mansoor" userId="70d45eb8f710c8b8" providerId="LiveId" clId="{52362DCD-B444-4CAD-A8F5-DD234D1E9987}" dt="2026-06-04T12:18:04.248" v="2108" actId="1076"/>
          <ac:spMkLst>
            <pc:docMk/>
            <pc:sldMk cId="4153692790" sldId="277"/>
            <ac:spMk id="13" creationId="{BF6A100F-A2E6-9495-DD84-81C572237448}"/>
          </ac:spMkLst>
        </pc:spChg>
        <pc:spChg chg="add mod ord">
          <ac:chgData name="bryson mansoor" userId="70d45eb8f710c8b8" providerId="LiveId" clId="{52362DCD-B444-4CAD-A8F5-DD234D1E9987}" dt="2026-06-04T12:29:42.279" v="2435" actId="166"/>
          <ac:spMkLst>
            <pc:docMk/>
            <pc:sldMk cId="4153692790" sldId="277"/>
            <ac:spMk id="22" creationId="{9D61E2D6-03B1-9C8D-6745-21E3A79D2DC3}"/>
          </ac:spMkLst>
        </pc:spChg>
        <pc:spChg chg="add mod">
          <ac:chgData name="bryson mansoor" userId="70d45eb8f710c8b8" providerId="LiveId" clId="{52362DCD-B444-4CAD-A8F5-DD234D1E9987}" dt="2026-06-04T12:27:14.984" v="2316" actId="20577"/>
          <ac:spMkLst>
            <pc:docMk/>
            <pc:sldMk cId="4153692790" sldId="277"/>
            <ac:spMk id="23" creationId="{684FC0F0-9F6E-A83E-E773-E4B564ACB1C6}"/>
          </ac:spMkLst>
        </pc:spChg>
        <pc:spChg chg="add mod">
          <ac:chgData name="bryson mansoor" userId="70d45eb8f710c8b8" providerId="LiveId" clId="{52362DCD-B444-4CAD-A8F5-DD234D1E9987}" dt="2026-06-04T12:30:16.439" v="2436" actId="1076"/>
          <ac:spMkLst>
            <pc:docMk/>
            <pc:sldMk cId="4153692790" sldId="277"/>
            <ac:spMk id="27" creationId="{F9C15A5C-A96F-A443-54D9-6E2DD00A58C5}"/>
          </ac:spMkLst>
        </pc:spChg>
        <pc:spChg chg="add mod">
          <ac:chgData name="bryson mansoor" userId="70d45eb8f710c8b8" providerId="LiveId" clId="{52362DCD-B444-4CAD-A8F5-DD234D1E9987}" dt="2026-06-04T12:31:10.823" v="2551" actId="1076"/>
          <ac:spMkLst>
            <pc:docMk/>
            <pc:sldMk cId="4153692790" sldId="277"/>
            <ac:spMk id="34" creationId="{259E900B-A1CE-F61C-A723-8140F2CA468B}"/>
          </ac:spMkLst>
        </pc:spChg>
        <pc:grpChg chg="del mod">
          <ac:chgData name="bryson mansoor" userId="70d45eb8f710c8b8" providerId="LiveId" clId="{52362DCD-B444-4CAD-A8F5-DD234D1E9987}" dt="2026-06-04T12:25:03.284" v="2290"/>
          <ac:grpSpMkLst>
            <pc:docMk/>
            <pc:sldMk cId="4153692790" sldId="277"/>
            <ac:grpSpMk id="16" creationId="{E1E847FA-2296-7F32-EE67-17F383EBFD5A}"/>
          </ac:grpSpMkLst>
        </pc:grpChg>
        <pc:grpChg chg="del mod">
          <ac:chgData name="bryson mansoor" userId="70d45eb8f710c8b8" providerId="LiveId" clId="{52362DCD-B444-4CAD-A8F5-DD234D1E9987}" dt="2026-06-04T12:25:07.193" v="2292"/>
          <ac:grpSpMkLst>
            <pc:docMk/>
            <pc:sldMk cId="4153692790" sldId="277"/>
            <ac:grpSpMk id="19" creationId="{27FF6BFB-66D6-FEFD-DD58-C5E2A089052B}"/>
          </ac:grpSpMkLst>
        </pc:grpChg>
        <pc:grpChg chg="del mod">
          <ac:chgData name="bryson mansoor" userId="70d45eb8f710c8b8" providerId="LiveId" clId="{52362DCD-B444-4CAD-A8F5-DD234D1E9987}" dt="2026-06-04T12:27:27.147" v="2322"/>
          <ac:grpSpMkLst>
            <pc:docMk/>
            <pc:sldMk cId="4153692790" sldId="277"/>
            <ac:grpSpMk id="21" creationId="{D3785000-713F-841A-0E96-380EEAA23AB6}"/>
          </ac:grpSpMkLst>
        </pc:grpChg>
        <pc:grpChg chg="mod">
          <ac:chgData name="bryson mansoor" userId="70d45eb8f710c8b8" providerId="LiveId" clId="{52362DCD-B444-4CAD-A8F5-DD234D1E9987}" dt="2026-06-04T12:29:15.799" v="2431"/>
          <ac:grpSpMkLst>
            <pc:docMk/>
            <pc:sldMk cId="4153692790" sldId="277"/>
            <ac:grpSpMk id="30" creationId="{9255D198-C33A-B128-7E69-ED8067C51BBD}"/>
          </ac:grpSpMkLst>
        </pc:grpChg>
        <pc:grpChg chg="mod">
          <ac:chgData name="bryson mansoor" userId="70d45eb8f710c8b8" providerId="LiveId" clId="{52362DCD-B444-4CAD-A8F5-DD234D1E9987}" dt="2026-06-04T12:29:19.613" v="2434"/>
          <ac:grpSpMkLst>
            <pc:docMk/>
            <pc:sldMk cId="4153692790" sldId="277"/>
            <ac:grpSpMk id="33" creationId="{809FD9FE-8218-D7E8-FFA0-CF05C8D7620D}"/>
          </ac:grpSpMkLst>
        </pc:grpChg>
        <pc:grpChg chg="mod">
          <ac:chgData name="bryson mansoor" userId="70d45eb8f710c8b8" providerId="LiveId" clId="{52362DCD-B444-4CAD-A8F5-DD234D1E9987}" dt="2026-06-04T12:31:18.245" v="2554"/>
          <ac:grpSpMkLst>
            <pc:docMk/>
            <pc:sldMk cId="4153692790" sldId="277"/>
            <ac:grpSpMk id="37" creationId="{1C79958D-349C-1BF8-8249-54DAB9BB879A}"/>
          </ac:grpSpMkLst>
        </pc:grpChg>
        <pc:inkChg chg="add del mod">
          <ac:chgData name="bryson mansoor" userId="70d45eb8f710c8b8" providerId="LiveId" clId="{52362DCD-B444-4CAD-A8F5-DD234D1E9987}" dt="2026-06-04T12:27:27.147" v="2322"/>
          <ac:inkMkLst>
            <pc:docMk/>
            <pc:sldMk cId="4153692790" sldId="277"/>
            <ac:inkMk id="14" creationId="{28782359-5C45-F2A7-556D-BA41CD8D1D8B}"/>
          </ac:inkMkLst>
        </pc:inkChg>
        <pc:inkChg chg="add del mod">
          <ac:chgData name="bryson mansoor" userId="70d45eb8f710c8b8" providerId="LiveId" clId="{52362DCD-B444-4CAD-A8F5-DD234D1E9987}" dt="2026-06-04T12:27:27.147" v="2323"/>
          <ac:inkMkLst>
            <pc:docMk/>
            <pc:sldMk cId="4153692790" sldId="277"/>
            <ac:inkMk id="15" creationId="{7FC984C1-89D9-684E-6407-6248A1431C91}"/>
          </ac:inkMkLst>
        </pc:inkChg>
        <pc:inkChg chg="add del mod">
          <ac:chgData name="bryson mansoor" userId="70d45eb8f710c8b8" providerId="LiveId" clId="{52362DCD-B444-4CAD-A8F5-DD234D1E9987}" dt="2026-06-04T12:27:27.140" v="2319"/>
          <ac:inkMkLst>
            <pc:docMk/>
            <pc:sldMk cId="4153692790" sldId="277"/>
            <ac:inkMk id="17" creationId="{A54FC2DE-7D22-10C5-D520-34C077672EE0}"/>
          </ac:inkMkLst>
        </pc:inkChg>
        <pc:inkChg chg="add del mod">
          <ac:chgData name="bryson mansoor" userId="70d45eb8f710c8b8" providerId="LiveId" clId="{52362DCD-B444-4CAD-A8F5-DD234D1E9987}" dt="2026-06-04T12:27:27.142" v="2320"/>
          <ac:inkMkLst>
            <pc:docMk/>
            <pc:sldMk cId="4153692790" sldId="277"/>
            <ac:inkMk id="18" creationId="{860840CC-5D77-FD07-2872-665D494AE79B}"/>
          </ac:inkMkLst>
        </pc:inkChg>
        <pc:inkChg chg="add del mod">
          <ac:chgData name="bryson mansoor" userId="70d45eb8f710c8b8" providerId="LiveId" clId="{52362DCD-B444-4CAD-A8F5-DD234D1E9987}" dt="2026-06-04T12:27:27.144" v="2321"/>
          <ac:inkMkLst>
            <pc:docMk/>
            <pc:sldMk cId="4153692790" sldId="277"/>
            <ac:inkMk id="20" creationId="{45E1A34D-ABC5-4CDC-74F3-40CABC7C2386}"/>
          </ac:inkMkLst>
        </pc:inkChg>
        <pc:inkChg chg="add del">
          <ac:chgData name="bryson mansoor" userId="70d45eb8f710c8b8" providerId="LiveId" clId="{52362DCD-B444-4CAD-A8F5-DD234D1E9987}" dt="2026-06-04T12:27:25.156" v="2318"/>
          <ac:inkMkLst>
            <pc:docMk/>
            <pc:sldMk cId="4153692790" sldId="277"/>
            <ac:inkMk id="24" creationId="{5055C8E4-7AE2-8137-2844-E40C942A1B9C}"/>
          </ac:inkMkLst>
        </pc:inkChg>
        <pc:inkChg chg="add">
          <ac:chgData name="bryson mansoor" userId="70d45eb8f710c8b8" providerId="LiveId" clId="{52362DCD-B444-4CAD-A8F5-DD234D1E9987}" dt="2026-06-04T12:27:39.003" v="2324" actId="9405"/>
          <ac:inkMkLst>
            <pc:docMk/>
            <pc:sldMk cId="4153692790" sldId="277"/>
            <ac:inkMk id="25" creationId="{C29336F1-5E97-FB7E-7517-E550DD18869C}"/>
          </ac:inkMkLst>
        </pc:inkChg>
        <pc:inkChg chg="add">
          <ac:chgData name="bryson mansoor" userId="70d45eb8f710c8b8" providerId="LiveId" clId="{52362DCD-B444-4CAD-A8F5-DD234D1E9987}" dt="2026-06-04T12:27:51.937" v="2325" actId="9405"/>
          <ac:inkMkLst>
            <pc:docMk/>
            <pc:sldMk cId="4153692790" sldId="277"/>
            <ac:inkMk id="26" creationId="{235F52FB-6F11-400F-9E13-6C0B44C24531}"/>
          </ac:inkMkLst>
        </pc:inkChg>
        <pc:inkChg chg="add mod">
          <ac:chgData name="bryson mansoor" userId="70d45eb8f710c8b8" providerId="LiveId" clId="{52362DCD-B444-4CAD-A8F5-DD234D1E9987}" dt="2026-06-04T12:29:15.799" v="2431"/>
          <ac:inkMkLst>
            <pc:docMk/>
            <pc:sldMk cId="4153692790" sldId="277"/>
            <ac:inkMk id="28" creationId="{083A3347-8002-21EA-4226-A54F99F10830}"/>
          </ac:inkMkLst>
        </pc:inkChg>
        <pc:inkChg chg="add mod">
          <ac:chgData name="bryson mansoor" userId="70d45eb8f710c8b8" providerId="LiveId" clId="{52362DCD-B444-4CAD-A8F5-DD234D1E9987}" dt="2026-06-04T12:29:15.799" v="2431"/>
          <ac:inkMkLst>
            <pc:docMk/>
            <pc:sldMk cId="4153692790" sldId="277"/>
            <ac:inkMk id="29" creationId="{D574C633-3623-D3E5-F077-06994BFE2038}"/>
          </ac:inkMkLst>
        </pc:inkChg>
        <pc:inkChg chg="add mod">
          <ac:chgData name="bryson mansoor" userId="70d45eb8f710c8b8" providerId="LiveId" clId="{52362DCD-B444-4CAD-A8F5-DD234D1E9987}" dt="2026-06-04T12:29:19.613" v="2434"/>
          <ac:inkMkLst>
            <pc:docMk/>
            <pc:sldMk cId="4153692790" sldId="277"/>
            <ac:inkMk id="31" creationId="{F7C53F3C-FB56-53DB-A1B2-957417A3F4B0}"/>
          </ac:inkMkLst>
        </pc:inkChg>
        <pc:inkChg chg="add mod">
          <ac:chgData name="bryson mansoor" userId="70d45eb8f710c8b8" providerId="LiveId" clId="{52362DCD-B444-4CAD-A8F5-DD234D1E9987}" dt="2026-06-04T12:29:19.613" v="2434"/>
          <ac:inkMkLst>
            <pc:docMk/>
            <pc:sldMk cId="4153692790" sldId="277"/>
            <ac:inkMk id="32" creationId="{8BB0F9A7-8004-9BB1-8A60-64B2F091D603}"/>
          </ac:inkMkLst>
        </pc:inkChg>
        <pc:inkChg chg="add mod">
          <ac:chgData name="bryson mansoor" userId="70d45eb8f710c8b8" providerId="LiveId" clId="{52362DCD-B444-4CAD-A8F5-DD234D1E9987}" dt="2026-06-04T12:31:18.245" v="2554"/>
          <ac:inkMkLst>
            <pc:docMk/>
            <pc:sldMk cId="4153692790" sldId="277"/>
            <ac:inkMk id="35" creationId="{115BB794-AB41-5962-3A5B-77326D063D07}"/>
          </ac:inkMkLst>
        </pc:inkChg>
        <pc:inkChg chg="add mod">
          <ac:chgData name="bryson mansoor" userId="70d45eb8f710c8b8" providerId="LiveId" clId="{52362DCD-B444-4CAD-A8F5-DD234D1E9987}" dt="2026-06-04T12:31:18.245" v="2554"/>
          <ac:inkMkLst>
            <pc:docMk/>
            <pc:sldMk cId="4153692790" sldId="277"/>
            <ac:inkMk id="36" creationId="{AB90BEB2-7B01-3E02-E80F-70E6FD5AAE31}"/>
          </ac:inkMkLst>
        </pc:inkChg>
      </pc:sldChg>
      <pc:sldChg chg="addSp modSp mod ord">
        <pc:chgData name="bryson mansoor" userId="70d45eb8f710c8b8" providerId="LiveId" clId="{52362DCD-B444-4CAD-A8F5-DD234D1E9987}" dt="2026-06-05T08:46:58.098" v="2605" actId="20577"/>
        <pc:sldMkLst>
          <pc:docMk/>
          <pc:sldMk cId="1470838901" sldId="278"/>
        </pc:sldMkLst>
        <pc:spChg chg="add mod">
          <ac:chgData name="bryson mansoor" userId="70d45eb8f710c8b8" providerId="LiveId" clId="{52362DCD-B444-4CAD-A8F5-DD234D1E9987}" dt="2026-06-05T08:46:26.139" v="2577" actId="20577"/>
          <ac:spMkLst>
            <pc:docMk/>
            <pc:sldMk cId="1470838901" sldId="278"/>
            <ac:spMk id="2" creationId="{D80C81CB-231E-0756-54E6-960E1F07D25F}"/>
          </ac:spMkLst>
        </pc:spChg>
        <pc:spChg chg="add mod">
          <ac:chgData name="bryson mansoor" userId="70d45eb8f710c8b8" providerId="LiveId" clId="{52362DCD-B444-4CAD-A8F5-DD234D1E9987}" dt="2026-06-05T08:46:58.098" v="2605" actId="20577"/>
          <ac:spMkLst>
            <pc:docMk/>
            <pc:sldMk cId="1470838901" sldId="278"/>
            <ac:spMk id="4" creationId="{60DD16F9-C698-8DB4-95AE-E83F0237C404}"/>
          </ac:spMkLst>
        </pc:spChg>
        <pc:picChg chg="add mod">
          <ac:chgData name="bryson mansoor" userId="70d45eb8f710c8b8" providerId="LiveId" clId="{52362DCD-B444-4CAD-A8F5-DD234D1E9987}" dt="2026-05-24T13:22:33.558" v="1025" actId="14100"/>
          <ac:picMkLst>
            <pc:docMk/>
            <pc:sldMk cId="1470838901" sldId="278"/>
            <ac:picMk id="3" creationId="{9D34A6ED-CDF7-ACB3-6C7B-E32AB51224B7}"/>
          </ac:picMkLst>
        </pc:picChg>
      </pc:sldChg>
      <pc:sldChg chg="addSp modSp mod ord">
        <pc:chgData name="bryson mansoor" userId="70d45eb8f710c8b8" providerId="LiveId" clId="{52362DCD-B444-4CAD-A8F5-DD234D1E9987}" dt="2026-06-05T08:49:05.506" v="2760" actId="20577"/>
        <pc:sldMkLst>
          <pc:docMk/>
          <pc:sldMk cId="3294877364" sldId="279"/>
        </pc:sldMkLst>
        <pc:spChg chg="add mod">
          <ac:chgData name="bryson mansoor" userId="70d45eb8f710c8b8" providerId="LiveId" clId="{52362DCD-B444-4CAD-A8F5-DD234D1E9987}" dt="2026-06-05T08:49:05.506" v="2760" actId="20577"/>
          <ac:spMkLst>
            <pc:docMk/>
            <pc:sldMk cId="3294877364" sldId="279"/>
            <ac:spMk id="2" creationId="{189F51A1-84CB-11B3-6F71-36CEE57EFD0C}"/>
          </ac:spMkLst>
        </pc:spChg>
      </pc:sldChg>
      <pc:sldChg chg="addSp modSp mod">
        <pc:chgData name="bryson mansoor" userId="70d45eb8f710c8b8" providerId="LiveId" clId="{52362DCD-B444-4CAD-A8F5-DD234D1E9987}" dt="2026-06-05T14:03:13.020" v="3373" actId="14100"/>
        <pc:sldMkLst>
          <pc:docMk/>
          <pc:sldMk cId="383810663" sldId="283"/>
        </pc:sldMkLst>
        <pc:spChg chg="mod">
          <ac:chgData name="bryson mansoor" userId="70d45eb8f710c8b8" providerId="LiveId" clId="{52362DCD-B444-4CAD-A8F5-DD234D1E9987}" dt="2026-05-24T12:46:04.076" v="85" actId="14100"/>
          <ac:spMkLst>
            <pc:docMk/>
            <pc:sldMk cId="383810663" sldId="283"/>
            <ac:spMk id="30" creationId="{ABC43301-BDB7-4FD5-AD22-A164ED0E2D73}"/>
          </ac:spMkLst>
        </pc:spChg>
        <pc:spChg chg="mod">
          <ac:chgData name="bryson mansoor" userId="70d45eb8f710c8b8" providerId="LiveId" clId="{52362DCD-B444-4CAD-A8F5-DD234D1E9987}" dt="2026-05-24T12:46:10.594" v="87" actId="1076"/>
          <ac:spMkLst>
            <pc:docMk/>
            <pc:sldMk cId="383810663" sldId="283"/>
            <ac:spMk id="33" creationId="{E54E103E-946D-7F38-1975-981059869B3F}"/>
          </ac:spMkLst>
        </pc:spChg>
        <pc:spChg chg="mod">
          <ac:chgData name="bryson mansoor" userId="70d45eb8f710c8b8" providerId="LiveId" clId="{52362DCD-B444-4CAD-A8F5-DD234D1E9987}" dt="2026-06-05T14:03:13.020" v="3373" actId="14100"/>
          <ac:spMkLst>
            <pc:docMk/>
            <pc:sldMk cId="383810663" sldId="283"/>
            <ac:spMk id="35" creationId="{58EE4C74-6EB3-54F4-2357-9C240094EA68}"/>
          </ac:spMkLst>
        </pc:spChg>
        <pc:spChg chg="add mod">
          <ac:chgData name="bryson mansoor" userId="70d45eb8f710c8b8" providerId="LiveId" clId="{52362DCD-B444-4CAD-A8F5-DD234D1E9987}" dt="2026-05-24T12:46:06.523" v="86" actId="1076"/>
          <ac:spMkLst>
            <pc:docMk/>
            <pc:sldMk cId="383810663" sldId="283"/>
            <ac:spMk id="45" creationId="{482D8AF2-E401-C95D-81A5-4EA125350AB9}"/>
          </ac:spMkLst>
        </pc:spChg>
        <pc:spChg chg="add mod">
          <ac:chgData name="bryson mansoor" userId="70d45eb8f710c8b8" providerId="LiveId" clId="{52362DCD-B444-4CAD-A8F5-DD234D1E9987}" dt="2026-05-24T12:48:18.962" v="140" actId="1076"/>
          <ac:spMkLst>
            <pc:docMk/>
            <pc:sldMk cId="383810663" sldId="283"/>
            <ac:spMk id="52" creationId="{7052BBEC-218B-D2A2-CB89-8CB78C1A4D7E}"/>
          </ac:spMkLst>
        </pc:spChg>
        <pc:cxnChg chg="mod">
          <ac:chgData name="bryson mansoor" userId="70d45eb8f710c8b8" providerId="LiveId" clId="{52362DCD-B444-4CAD-A8F5-DD234D1E9987}" dt="2026-06-05T14:03:13.020" v="3373" actId="14100"/>
          <ac:cxnSpMkLst>
            <pc:docMk/>
            <pc:sldMk cId="383810663" sldId="283"/>
            <ac:cxnSpMk id="37" creationId="{36175AC5-E445-F05D-AD30-D91A16A21F21}"/>
          </ac:cxnSpMkLst>
        </pc:cxnChg>
        <pc:cxnChg chg="add mod">
          <ac:chgData name="bryson mansoor" userId="70d45eb8f710c8b8" providerId="LiveId" clId="{52362DCD-B444-4CAD-A8F5-DD234D1E9987}" dt="2026-05-24T12:47:07.371" v="132" actId="13822"/>
          <ac:cxnSpMkLst>
            <pc:docMk/>
            <pc:sldMk cId="383810663" sldId="283"/>
            <ac:cxnSpMk id="50" creationId="{CDA94384-2F17-5960-EC94-DD78988098FF}"/>
          </ac:cxnSpMkLst>
        </pc:cxnChg>
      </pc:sldChg>
      <pc:sldChg chg="modSp add mod ord modNotesTx">
        <pc:chgData name="bryson mansoor" userId="70d45eb8f710c8b8" providerId="LiveId" clId="{52362DCD-B444-4CAD-A8F5-DD234D1E9987}" dt="2026-06-05T14:01:40.917" v="3372" actId="20577"/>
        <pc:sldMkLst>
          <pc:docMk/>
          <pc:sldMk cId="3693396538" sldId="286"/>
        </pc:sldMkLst>
        <pc:spChg chg="mod">
          <ac:chgData name="bryson mansoor" userId="70d45eb8f710c8b8" providerId="LiveId" clId="{52362DCD-B444-4CAD-A8F5-DD234D1E9987}" dt="2026-06-05T13:57:55.503" v="3332" actId="20577"/>
          <ac:spMkLst>
            <pc:docMk/>
            <pc:sldMk cId="3693396538" sldId="286"/>
            <ac:spMk id="5" creationId="{71452093-D6B4-69FF-FF10-92331DDFC5A4}"/>
          </ac:spMkLst>
        </pc:spChg>
      </pc:sldChg>
      <pc:sldChg chg="add del ord">
        <pc:chgData name="bryson mansoor" userId="70d45eb8f710c8b8" providerId="LiveId" clId="{52362DCD-B444-4CAD-A8F5-DD234D1E9987}" dt="2026-06-04T07:34:56.630" v="1029"/>
        <pc:sldMkLst>
          <pc:docMk/>
          <pc:sldMk cId="3164393002" sldId="287"/>
        </pc:sldMkLst>
      </pc:sldChg>
      <pc:sldChg chg="modSp add del mod ord">
        <pc:chgData name="bryson mansoor" userId="70d45eb8f710c8b8" providerId="LiveId" clId="{52362DCD-B444-4CAD-A8F5-DD234D1E9987}" dt="2026-06-04T07:34:56.630" v="1029"/>
        <pc:sldMkLst>
          <pc:docMk/>
          <pc:sldMk cId="2593554620" sldId="288"/>
        </pc:sldMkLst>
        <pc:spChg chg="mod">
          <ac:chgData name="bryson mansoor" userId="70d45eb8f710c8b8" providerId="LiveId" clId="{52362DCD-B444-4CAD-A8F5-DD234D1E9987}" dt="2026-05-24T12:25:53.574" v="29" actId="404"/>
          <ac:spMkLst>
            <pc:docMk/>
            <pc:sldMk cId="2593554620" sldId="288"/>
            <ac:spMk id="2" creationId="{4BAC8444-BEE6-6EBA-3FB5-89D71D08238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7:39.001"/>
    </inkml:context>
    <inkml:brush xml:id="br0">
      <inkml:brushProperty name="width" value="0.2" units="cm"/>
      <inkml:brushProperty name="height" value="0.2" units="cm"/>
      <inkml:brushProperty name="color" value="#008C3A"/>
    </inkml:brush>
  </inkml:definitions>
  <inkml:trace contextRef="#ctx0" brushRef="#br0">0 3123 24575,'5'-9'0,"0"0"0,1 1 0,0 0 0,0 0 0,1 0 0,0 1 0,0 0 0,12-8 0,9-6 0,35-18 0,4-3 0,135-111 0,-188 140 0,0-1 0,0 0 0,-2-1 0,14-19 0,27-32 0,0 11 0,-4-3 0,53-77 0,-85 109 0,-1-2 0,0 0 0,-3 0 0,0-1 0,-2-1 0,-1 0 0,-1-1 0,4-31 0,-6 14 0,-6 27 0,1 1 0,1-1 0,1 1 0,1 0 0,1 0 0,1 0 0,0 1 0,14-24 0,-20 40 0,16-22 0,25-55 0,-38 71 0,-1-1 0,0 1 0,0-1 0,-1 0 0,0 0 0,-1 0 0,0 0 0,-1 0 0,-1-20 0,-19-109 0,-11-158 0,30-357 0,3 299 0,-1 310-70,0 23-254,-1 1 0,0-1 1,-7-37-1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7:51.935"/>
    </inkml:context>
    <inkml:brush xml:id="br0">
      <inkml:brushProperty name="width" value="0.2" units="cm"/>
      <inkml:brushProperty name="height" value="0.2" units="cm"/>
      <inkml:brushProperty name="color" value="#008C3A"/>
    </inkml:brush>
  </inkml:definitions>
  <inkml:trace contextRef="#ctx0" brushRef="#br0">1 7801 24575,'10'-1'0,"0"-1"0,0-1 0,0 0 0,0 0 0,-1-1 0,1 0 0,-1 0 0,0-1 0,13-10 0,-16 12 0,203-137 0,37-27 0,-73 49 0,-168 114 0,323-225 0,-307 212 0,-1-1 0,0-1 0,-2-1 0,0 0 0,-2-1 0,0-1 0,-1-1 0,-1 0 0,-1-1 0,18-48 0,-3-11 0,-4-1 0,15-87 0,-20 78 0,41-122 0,-31 132 0,-4-1 0,-3-1 0,14-116 0,-22 119 0,38-119 0,-6 27 0,-40 148 0,16-68 0,-4 0 0,8-134 0,-25-283 0,-4 229 0,3 257 0,-2 0 0,-1 0 0,-2 0 0,-8-30 0,-38-92 0,31 93 0,-21-83 0,-30-220 0,45 262 0,17 68 0,1 0 0,-5-35 0,9 1 0,4-96 0,-1-16 0,-3 136 0,-1 0 0,-20-69 0,-35-66 0,50 136 0,0 0 0,3 0 0,-6-69 0,10 72 0,-1-1 0,-1 0 0,-2 1 0,-21-60 0,17 66 0,0-1 0,3 0 0,0-1 0,2 0 0,-4-37 0,7 50 0,-1-1 0,0 1 0,-1-1 0,-1 2 0,0-1 0,-2 1 0,-15-26 0,13 23 0,0 0 0,1 0 0,1-1 0,-9-32 0,4 3 0,7 26 0,1-1 0,-4-37 0,6 41 0,0 0 0,-2 0 0,0 1 0,-9-23 0,7 20 0,0 1 0,1-1 0,-4-31 0,8 37 0,-1 0 0,-1 0 0,0 1 0,-10-21 0,7 18 0,1 0 0,-8-33 0,8 22 0,-18-47 0,16 53 0,0-1 0,2 1 0,1-1 0,-3-24 0,8-127 0,-1 5 0,0 152 0,0 1 0,-2 0 0,0 0 0,-1 0 0,0 0 0,-8-16 0,12 30 0,-1 1 0,0-1 0,0 1 0,0 0 0,1-1 0,-1 1 0,-1 0 0,1-1 0,0 1 0,0 0 0,0 0 0,-1 0 0,1 0 0,-1 0 0,1 0 0,0 0 0,-1 1 0,0-1 0,1 0 0,-1 1 0,1 0 0,-1-1 0,0 1 0,1 0 0,-1 0 0,0-1 0,1 1 0,-1 1 0,0-1 0,1 0 0,-1 0 0,0 1 0,1-1 0,-1 0 0,1 1 0,-1 0 0,-2 1 0,0 0 0,0 0 0,0 1 0,0 0 0,0 0 0,0 0 0,1 0 0,-1 0 0,1 1 0,0-1 0,0 1 0,1 0 0,-4 6 0,-15 34 0,-3 0 0,-1-1 0,-58 74 0,77-108 0,0 0 0,0-1 0,1 2 0,0-1 0,1 0 0,-5 17 0,5-15 0,0 0 0,-1 0 0,0-1 0,-12 19 0,3-11 0,-2-1 0,0-1 0,-1 0 0,0-1 0,-1-1 0,-39 24 0,49-33 0,0 1 0,1 0 0,0 0 0,1 1 0,-1 0 0,1 0 0,0 0 0,1 1 0,0 0 0,0 0 0,1 0 0,0 1 0,0-1 0,1 1 0,0 0 0,-2 13 0,4-19 0,1-1 0,-1 0 0,1 1 0,0-1 0,0 0 0,0 0 0,0 1 0,0-1 0,0 0 0,1 1 0,-1-1 0,1 0 0,0 0 0,0 0 0,-1 1 0,1-1 0,1 0 0,-1 0 0,0 0 0,0 0 0,1-1 0,-1 1 0,1 0 0,-1-1 0,1 1 0,0-1 0,0 1 0,3 1 0,4 1 0,0 0 0,0 0 0,0-1 0,1 0 0,13 3 0,-1-1 0,38 9 0,1-2 0,122 6 0,127-17 0,-138-4 0,277 4 0,-411 0 0,63 13 0,-9-2 0,-90-11 0,1-1 0,-1 0 0,1 0 0,0 0 0,-1 0 0,1 0 0,-1 0 0,1-1 0,-1 1 0,1-1 0,3-1 0,-6 2 0,0 0 0,1-1 0,-1 1 0,0 0 0,0 0 0,1-1 0,-1 1 0,0 0 0,0-1 0,0 1 0,0 0 0,0 0 0,1-1 0,-1 1 0,0 0 0,0-1 0,0 1 0,0-1 0,0 1 0,0 0 0,0-1 0,0 1 0,0 0 0,0-1 0,0 1 0,0 0 0,-1-1 0,1 1 0,0-1 0,-12-17 0,-230-221 0,157 158 0,-206-210 0,153 166 0,119 110 0,0 0 0,-1 1 0,-1 1 0,-42-20 0,61 31 0,0 1 0,0 1 0,0-1 0,0 0 0,0 0 0,0 1 0,0-1 0,0 1 0,0-1 0,0 1 0,0 0 0,0 0 0,0 0 0,0 0 0,0 0 0,0 1 0,-3 0 0,4 0 0,-1 0 0,0 0 0,1 0 0,-1 1 0,1-1 0,-1 0 0,1 1 0,0-1 0,0 1 0,-1 0 0,1-1 0,0 1 0,1 0 0,-1 0 0,0 0 0,0 0 0,1 0 0,-1 2 0,-4 19 0,1 0 0,0 1 0,2-1 0,1 1 0,4 42 0,-1-33 0,-2-1 0,-5 40 0,5-68 0,0-1 0,0 0 0,-1 0 0,0 0 0,1 0 0,-1 0 0,0 1 0,-1-1 0,1-1 0,0 1 0,-1 0 0,0 0 0,1 0 0,-1-1 0,0 1 0,-1-1 0,1 0 0,0 0 0,-1 1 0,1-1 0,-1-1 0,1 1 0,-1 0 0,0-1 0,0 1 0,0-1 0,0 0 0,0 0 0,0 0 0,0 0 0,0-1 0,-1 1 0,-3-1 0,-15 2 0,0-1 0,-26-2 0,31-1 0,-1 2 0,0 0 0,1 1 0,-26 5 0,41-6 0,0 0 0,1 1 0,-1-1 0,0 1 0,0-1 0,1 1 0,-1 0 0,0-1 0,1 1 0,-1 0 0,1 0 0,-1 1 0,1-1 0,-1 0 0,1 0 0,0 1 0,0-1 0,0 0 0,0 1 0,0-1 0,0 1 0,0 0 0,0-1 0,0 1 0,1 0 0,-1-1 0,1 1 0,-1 0 0,1 0 0,0 0 0,-1-1 0,1 1 0,0 0 0,0 0 0,1 0 0,-1-1 0,0 1 0,0 0 0,1 0 0,-1 0 0,1-1 0,0 1 0,-1 0 0,1-1 0,2 3 0,2 6 0,0 0 0,1 0 0,1-1 0,0 1 0,14 14 0,150 165 0,-161-179 0,0-1 0,1-1 0,0 1 0,0-2 0,1 1 0,0-2 0,16 8 0,-24-12 0,0-1 0,0 1 0,1-1 0,-1 1 0,0-1 0,1 0 0,-1-1 0,0 1 0,1-1 0,-1 0 0,1 0 0,-1 0 0,0-1 0,1 0 0,-1 0 0,1 0 0,-1 0 0,0 0 0,0-1 0,0 0 0,0 0 0,0 0 0,0 0 0,0-1 0,6-5 0,17-19 0,1 0 0,1 2 0,45-30 0,-66 50 0,0-1 0,-1 1 0,1-2 0,-1 1 0,-1-1 0,1 0 0,-1 0 0,-1-1 0,1 1 0,-1-1 0,-1 0 0,1-1 0,3-10 0,-6 12 0,0 0 0,0 0 0,-1 0 0,0 0 0,0 0 0,0 0 0,-1 0 0,0 0 0,-1 0 0,1 0 0,-2 0 0,1 0 0,-1 0 0,0 0 0,0 1 0,0-1 0,-1 1 0,-4-8 0,2 7 0,1 0 0,-1 0 0,1 1 0,-2 0 0,1 0 0,-1 0 0,0 1 0,0 0 0,0 0 0,-1 0 0,0 1 0,0 0 0,0 0 0,-10-3 0,2 2 0,0 1 0,-1 1 0,0 0 0,1 1 0,-33 0 0,113 46 0,156 122 0,-163-128 0,2 0 0,-59-37 0,0-1 0,0 1 0,0 0 0,0 0 0,0 0 0,0-1 0,0 1 0,-1 0 0,1 0 0,0 0 0,0 0 0,-1 0 0,1 0 0,-1 1 0,1-1 0,-1 0 0,1 0 0,-1 0 0,0 1 0,1 1 0,-1-2 0,-1 0 0,1-1 0,-1 1 0,1 0 0,-1-1 0,1 1 0,-1 0 0,1-1 0,-1 1 0,0-1 0,1 1 0,-1-1 0,0 0 0,0 1 0,1-1 0,-1 0 0,0 1 0,0-1 0,1 0 0,-1 0 0,0 0 0,-1 1 0,-7 0 0,1-1 0,0 1 0,0-1 0,-15-3 0,-29-4 0,11 2 0,1-3 0,-56-16 0,49 9 0,22 8 0,0-1 0,1-2 0,-30-15 0,40 16 0,-1 1 0,-1 0 0,0 1 0,0 1 0,0 1 0,-1 0 0,0 1 0,0 1 0,0 0 0,0 1 0,0 1 0,0 1 0,-1 0 0,-23 4 0,15 0 0,0-1 0,-39-2 0,46-1 0,0 0 0,0 1 0,1 1 0,-1 0 0,0 2 0,-20 6 0,37-10 0,-1 1 0,1 0 0,-1 0 0,1 0 0,-1 1 0,1-1 0,0 1 0,0-1 0,0 1 0,0 0 0,0 0 0,0 0 0,0 0 0,0 0 0,1 0 0,-1 0 0,1 1 0,0-1 0,-1 1 0,1-1 0,0 1 0,0-1 0,0 5 0,1-4 0,0 0 0,0 0 0,0 0 0,1-1 0,-1 1 0,1 0 0,-1 0 0,1-1 0,0 1 0,1 0 0,-1-1 0,0 1 0,1-1 0,-1 0 0,1 1 0,0-1 0,-1 0 0,1 0 0,0 0 0,0 0 0,1 0 0,2 1 0,22 18 0,-16-12 0,1 0 0,0 0 0,1-1 0,0-1 0,15 7 0,-24-12 0,0-1 0,0 0 0,0 0 0,0 0 0,0-1 0,0 1 0,0-1 0,0 0 0,0 0 0,0-1 0,0 1 0,0-1 0,0 0 0,0 0 0,0 0 0,-1 0 0,1-1 0,0 1 0,-1-1 0,1 0 0,-1 0 0,1-1 0,4-4 0,0-1 0,0 0 0,0 0 0,-1-1 0,7-12 0,-7 11 0,1-1 0,0 2 0,12-14 0,10-2 0,1 0 0,1 3 0,1 0 0,1 2 0,48-21 0,-70 36 0,0-2 0,0 1 0,-1-1 0,0-1 0,-1 0 0,15-13 0,-21 16 0,1 0 0,-1-1 0,0 1 0,0-1 0,-1 0 0,1 1 0,-1-2 0,-1 1 0,1 0 0,-1 0 0,0-1 0,0 1 0,-1-1 0,1-11 0,-2 15 4,0 1 0,0 0 0,0-1 0,0 1 0,0-1 0,-1 1 0,1 0 0,-1-1 0,1 1 0,-1 0 0,0-1 0,0 1 0,0 0 0,0 0 0,-1 0 0,1 0 0,-1 0 0,1 0 0,-1 0 0,1 1 0,-1-1 0,0 0 0,0 1 0,0-1 0,0 1 0,0 0 0,0 0 0,0 0 0,-5-2 0,-2 1-216,0-1 0,-1 1 0,1 1-1,-1 0 1,1 0 0,-12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9:13.857"/>
    </inkml:context>
    <inkml:brush xml:id="br0">
      <inkml:brushProperty name="width" value="0.2" units="cm"/>
      <inkml:brushProperty name="height" value="0.2" units="cm"/>
      <inkml:brushProperty name="color" value="#008C3A"/>
    </inkml:brush>
  </inkml:definitions>
  <inkml:trace contextRef="#ctx0" brushRef="#br0">1 477 24575,'48'3'0,"0"1"0,73 18 0,-64-10 0,65 4 0,317-12 0,-229-6 0,-167-1 0,1-2 0,-1-2 0,-1-2 0,48-16 0,-87 25 0,-1-1 0,1 0 0,0 0 0,-1 0 0,1 0 0,-1 0 0,1-1 0,-1 1 0,0-1 0,1 1 0,-1-1 0,0 0 0,0 0 0,0 0 0,0 0 0,-1 0 0,1 0 0,-1-1 0,1 1 0,-1 0 0,0-1 0,1 0 0,-1 1 0,-1-1 0,1 1 0,0-1 0,-1 0 0,1 0 0,-1 1 0,0-1 0,0 0 0,0 0 0,0 1 0,0-1 0,-1 0 0,-1-4 0,-1-7 0,-1 1 0,-1 0 0,0 0 0,-1 1 0,0-1 0,-9-11 0,-8-9 0,16 24 0,1 1 0,0-1 0,0-1 0,1 1 0,0-1 0,0 1 0,1-1 0,1-1 0,-5-18 0,8 27 0,0 0 0,0-1 0,0 1 0,0 0 0,1 0 0,-1 0 0,1-1 0,-1 1 0,1 0 0,0 0 0,0 0 0,-1 0 0,2 0 0,-1 0 0,0 0 0,0 0 0,1 1 0,-1-1 0,1 0 0,-1 1 0,1-1 0,3-1 0,2-2 0,1 0 0,1 1 0,-1 0 0,13-3 0,-14 5 0,0-1 0,0 0 0,-1 0 0,1 0 0,10-8 0,-8 4 0,0 1 0,0 0 0,1 0 0,-1 1 0,1 0 0,0 1 0,1 0 0,-1 0 0,1 1 0,0 1 0,15-2 0,12 0 0,75 4 0,-65 2 0,38-3 0,85 5 0,-142 0 41,0 1-1,38 13 1,10 2-1528,-41-13-5339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9:15.262"/>
    </inkml:context>
    <inkml:brush xml:id="br0">
      <inkml:brushProperty name="width" value="0.2" units="cm"/>
      <inkml:brushProperty name="height" value="0.2" units="cm"/>
      <inkml:brushProperty name="color" value="#008C3A"/>
    </inkml:brush>
  </inkml:definitions>
  <inkml:trace contextRef="#ctx0" brushRef="#br0">99 2 24575,'28'-1'0,"-1"1"0,1 1 0,-1 2 0,1 1 0,-1 1 0,0 1 0,-1 2 0,29 11 0,-5 1 0,77 19 0,-93-31 0,-1 2 0,-1 0 0,0 3 0,-1 0 0,56 33 0,-84-44 0,0 0 0,-1 0 0,1 0 0,0 0 0,-1 0 0,1 1 0,-1-1 0,0 1 0,1-1 0,-1 1 0,-1 0 0,1 0 0,0 0 0,-1 0 0,1 0 0,-1 0 0,1 4 0,-2-5 0,-1 0 0,1 0 0,-1 0 0,1 0 0,-1 0 0,0 0 0,0 0 0,0 0 0,0 0 0,0 0 0,0 0 0,-1-1 0,1 1 0,-1 0 0,1-1 0,-1 1 0,1-1 0,-1 0 0,0 1 0,0-1 0,0 0 0,0 0 0,1 0 0,-1 0 0,-4 1 0,-13 5 0,1-1 0,-1-1 0,-1 0 0,1-1 0,-26 1 0,-22 6 0,-124 28 0,93-13 0,63-15 0,-1-2 0,-64 8 0,57-16-25,33-1-167,-1 0 1,0 0 0,1 1-1,-1 1 1,1 0-1,-16 5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9:17.115"/>
    </inkml:context>
    <inkml:brush xml:id="br0">
      <inkml:brushProperty name="width" value="0.2" units="cm"/>
      <inkml:brushProperty name="height" value="0.2" units="cm"/>
      <inkml:brushProperty name="color" value="#008C3A"/>
    </inkml:brush>
  </inkml:definitions>
  <inkml:trace contextRef="#ctx0" brushRef="#br0">1 1 24575,'95'45'0,"-19"-11"0,100 64 0,29 16 0,-89-54 0,71 29 0,-64-33 0,-77-35 0,2-2 0,-1-2 0,71 15 0,-86-23 0,58 25 0,12 3 0,-10-14 0,1-5 0,1-4 0,166 4 0,-244-16 0,-1 0 0,0 1 0,0 0 0,0 2 0,26 10 0,-24-8 0,-1-1 0,2-1 0,31 6 0,14-8-1365,-31-3-5461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29:18.663"/>
    </inkml:context>
    <inkml:brush xml:id="br0">
      <inkml:brushProperty name="width" value="0.2" units="cm"/>
      <inkml:brushProperty name="height" value="0.2" units="cm"/>
      <inkml:brushProperty name="color" value="#008C3A"/>
    </inkml:brush>
  </inkml:definitions>
  <inkml:trace contextRef="#ctx0" brushRef="#br0">507 29 24575,'2'0'0,"-1"0"0,1 0 0,-1-1 0,1 1 0,-1-1 0,0 1 0,1-1 0,-1 1 0,0-1 0,1 0 0,-1 0 0,0 0 0,0 0 0,0 0 0,0 0 0,2-1 0,-2 0 0,0 0 0,1 1 0,0 0 0,-1-1 0,1 1 0,0 0 0,0 0 0,-1 0 0,1 0 0,0 0 0,0 0 0,0 1 0,0-1 0,3 0 0,19 1 0,-1 2 0,1 0 0,0 1 0,-1 2 0,0 0 0,0 2 0,23 9 0,-13-2 0,-2 2 0,0 1 0,39 28 0,-19-13 0,-1 2 0,-1 1 0,-2 2 0,82 84 0,-123-114 0,0 0 0,0 0 0,0 1 0,4 8 0,-9-15 0,0 0 0,-1 0 0,1 0 0,-1 0 0,1 0 0,-1 0 0,1 0 0,-1 0 0,0 0 0,1 0 0,-1 0 0,0 0 0,0 0 0,0 0 0,0 0 0,0 0 0,0 0 0,0 0 0,0 0 0,0 0 0,0 0 0,-1 0 0,1 0 0,0 0 0,-1 0 0,1 0 0,-1 0 0,1 0 0,-1 0 0,0 0 0,1 0 0,-1 0 0,0-1 0,1 1 0,-1 0 0,0 0 0,0-1 0,0 1 0,0-1 0,0 1 0,0-1 0,0 1 0,0-1 0,0 1 0,-2-1 0,-11 3 0,0 0 0,-1-1 0,0-1 0,1-1 0,-1 0 0,-23-3 0,18 1 0,0 1 0,-32 3 0,-229 21 0,250-20 0,1 2 0,-52 14 0,49-10 0,-61 9 0,-266-12 25,207-9-1415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31:15.725"/>
    </inkml:context>
    <inkml:brush xml:id="br0">
      <inkml:brushProperty name="width" value="0.2" units="cm"/>
      <inkml:brushProperty name="height" value="0.2" units="cm"/>
      <inkml:brushProperty name="color" value="#008C3A"/>
    </inkml:brush>
  </inkml:definitions>
  <inkml:trace contextRef="#ctx0" brushRef="#br0">0 34 24575,'186'15'0,"-13"0"0,346-16 0,-459-2 0,0-3 0,-1-2 0,71-20 0,-80 20 0,0 2 0,1 2 0,99 6 0,-45 1 0,-36-3-1365,-36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12:31:17.245"/>
    </inkml:context>
    <inkml:brush xml:id="br0">
      <inkml:brushProperty name="width" value="0.2" units="cm"/>
      <inkml:brushProperty name="height" value="0.2" units="cm"/>
      <inkml:brushProperty name="color" value="#008C3A"/>
    </inkml:brush>
  </inkml:definitions>
  <inkml:trace contextRef="#ctx0" brushRef="#br0">52 1 24575,'24'0'0,"-1"2"0,0 0 0,1 2 0,-1 1 0,-1 0 0,26 10 0,-10 1 0,-1 1 0,57 36 0,-75-43 0,37 28 0,-52-35 0,0 0 0,0 0 0,-1 1 0,1 0 0,-1 0 0,0 0 0,0 0 0,0 0 0,-1 0 0,4 8 0,-6-11 0,0 1 0,0 0 0,0-1 0,0 1 0,0 0 0,0 0 0,0-1 0,0 1 0,-1 0 0,1-1 0,0 1 0,-1 0 0,0-1 0,1 1 0,-1-1 0,0 1 0,0-1 0,0 1 0,0-1 0,0 0 0,0 1 0,0-1 0,0 0 0,-1 0 0,1 0 0,0 0 0,-1 0 0,1 0 0,-4 1 0,-7 5 0,0 0 0,-23 8 0,18-8 0,-78 46 0,-1 1 0,-71 35 0,153-82-455,1 0 0,-24 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5.60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1,'368'28,"-44"0,397-26,-351-5,-330 3,-4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7.3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0,'29'2,"0"1,49 11,-7-1,80 10,434 50,179-63,-558-11,-1347 1,1105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8.2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659 39,'-4'0,"-7"0,-6 0,-9 0,-5 0,-7-5,-1-1,-8 0,-10 1,0 2,1 1,4 1,8 0,5 1,6 0,-2 1,-3-6,4-1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8.5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0,'5'0,"11"0,2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8.6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8.81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8.9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9.0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9.2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0,'4'0,"2"0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09.41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2.44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1717 0,'-8'1,"0"0,0 0,0 0,0 1,0 1,0-1,0 1,0 0,1 1,-7 4,-11 8,-32 27,37-27,-81 75,9-7,-401 342,34 35,399-394,-90 104,121-133,1 0,-37 70,57-92,1 0,0 1,1-1,1 1,-4 21,8-33,1 1,-1-1,1 0,-1 1,2-1,-1 1,0-1,1 0,0 1,0-1,1 0,0 0,0 0,0 0,0 0,1 0,-1-1,1 1,1-1,6 8,10 4,2-1,-1 0,2-2,25 11,13 9,112 59,-142-78,1-2,0-1,57 12,145 12,89 18,-263-39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3.3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5674 197,'-32'-16,"4"1,-2 1,-59-20,5 14,-1 4,-1 4,-121-3,-267 35,44 47,4 26,32-7,-400 78,764-158,-131 31,138-30,1 1,0 1,1 0,-37 23,55-30,0 0,-1 1,1-1,0 0,1 1,-1 0,0-1,1 1,-1 0,1 1,0-1,0 0,0 1,0-1,-1 5,3-6,0 1,0-1,0 1,0-1,0 1,1-1,-1 1,1-1,-1 1,1-1,0 0,0 0,0 1,0-1,1 0,-1 0,1 0,-1 0,1 0,0 0,-1-1,5 4,5 4,0-1,1 0,0-1,0 0,0-1,1-1,0 1,26 5,119 17,-153-28,376 30,12-25,-269-4,37 0,566-2,0-38,-244-24,533-138,-661 106,-281 71,-1-4,108-56,-175 81,13-8,0 0,24-19,-40 28,0 0,0-1,0 0,0 1,-1-1,1 0,-1 0,0-1,1 1,-1 0,-1-1,1 1,0-1,-1 0,0 1,0-1,0 0,0 0,0-7,-2 8,1 0,-1 0,0 0,0 1,0-1,-1 0,1 0,-1 1,1-1,-1 1,0-1,0 1,0 0,-4-4,-38-25,35 24,-9-4,0 1,-1 1,0 1,-1 0,1 1,-1 1,-1 2,-22-4,-25 1,-83 2,100 4,-199 0,-107 7,-137 16,-138 25,-126 39,-1806 352,1838-288,172-22,155-26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4.6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0,'9'0,"9"0,9 0,15 0,13 0,3 5,5 1,2 0,-7-1,-12-2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4.8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5.0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1,'0'4,"0"3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5.2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5.44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18.9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409 146,'-10'-9,"-11"-4,-8 2,-8 1,-7-6,0-1,-3 3,3 4,-1-6,-2 0,7 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22.612"/>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1,'4'2,"-1"1,1-1,0 0,0 0,-1 0,1 0,0 0,1-1,-1 0,0 0,0 0,5 0,57 3,-45-4,323 2,-179-3,-148 2,1 2,-1 0,0 1,0 1,0 0,-1 1,1 1,20 13,0-3,0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33.4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0,'1602'0,"-1563"0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34.2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1125 0,'-1125'0,"1180"3,87 16,-87-10,551 42,6-49,-339-5,-254 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3:17:34.92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1315 0,'-409'16,"-171"63,521-70,2 2,0 3,-59 23,113-36,0 0,1 0,-1 0,0 1,1-1,-1 1,1 0,0 0,0 0,-1 0,1 0,-3 5,5-6,0-1,-1 1,1-1,0 1,0 0,0-1,0 1,0-1,-1 1,1 0,0-1,1 1,-1 0,0-1,0 1,0-1,0 1,0 0,1-1,-1 1,0-1,0 1,1 0,1 1,-1-1,1 1,-1-1,1 0,-1 0,1 0,0 1,0-1,0-1,3 3,17 3,1 0,0-1,0-1,0-2,0 0,33-2,-12 1,923 1,-443-5,-491 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7:40.724"/>
    </inkml:context>
    <inkml:brush xml:id="br0">
      <inkml:brushProperty name="width" value="0.35" units="cm"/>
      <inkml:brushProperty name="height" value="0.35" units="cm"/>
      <inkml:brushProperty name="color" value="#FFFFFF"/>
    </inkml:brush>
  </inkml:definitions>
  <inkml:trace contextRef="#ctx0" brushRef="#br0">1 1 24575,'11'13'0,"0"0"0,0 1 0,-1 0 0,-1 1 0,10 21 0,31 82 0,-43-101 0,121 318 0,-118-311 0,-2 0 0,0 1 0,-2 0 0,0 0 0,3 41 0,-9-64 0,0-1 0,0 1 0,0 0 0,0-1 0,0 1 0,-1 0 0,1-1 0,0 1 0,-1 0 0,1-1 0,-1 1 0,0-1 0,1 1 0,-1-1 0,0 1 0,-1 1 0,1-3 0,1 1 0,-1-1 0,0 1 0,0-1 0,1 0 0,-1 1 0,0-1 0,0 0 0,1 1 0,-1-1 0,0 0 0,0 0 0,0 0 0,0 0 0,1 0 0,-1 0 0,0 0 0,0 0 0,0 0 0,0 0 0,1 0 0,-1 0 0,-1-1 0,-1 0 0,-1-1 0,1 0 0,-1 0 0,1 0 0,0 0 0,0 0 0,0-1 0,0 1 0,0-1 0,1 0 0,-1 0 0,1 0 0,-3-4 0,-15-28 0,1 0 0,2-2 0,-17-49 0,-22-124 0,6 22 0,47 177-273,0 0 0,-1 0 0,0 1 0,-11-20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7:52.847"/>
    </inkml:context>
    <inkml:brush xml:id="br0">
      <inkml:brushProperty name="width" value="0.35" units="cm"/>
      <inkml:brushProperty name="height" value="0.35" units="cm"/>
      <inkml:brushProperty name="color" value="#FFFFFF"/>
    </inkml:brush>
  </inkml:definitions>
  <inkml:trace contextRef="#ctx0" brushRef="#br0">30 111 24575,'-1'1'0,"0"-1"0,0 1 0,0 0 0,0 0 0,-1 0 0,2 0 0,-1 0 0,0 0 0,0 0 0,0 0 0,0 1 0,1-1 0,-1 0 0,0 0 0,1 1 0,-1-1 0,1 0 0,0 1 0,-1-1 0,1 0 0,0 1 0,0-1 0,0 2 0,-1 0 0,-5 37 0,2 0 0,1 0 0,3 42 0,1-44 0,1-3 0,2 0 0,2 0 0,1 0 0,14 39 0,-16-56 0,-3-11 0,0-1 0,-1 0 0,2 1 0,-1-1 0,1 0 0,0 0 0,0 0 0,1 0 0,5 5 0,-9-10 0,0-1 0,1 0 0,-1 0 0,0 1 0,1-1 0,-1 0 0,1 0 0,-1 0 0,0 0 0,1 1 0,-1-1 0,1 0 0,-1 0 0,0 0 0,1 0 0,-1 0 0,1 0 0,-1 0 0,1 0 0,-1 0 0,1 0 0,-1 0 0,0 0 0,1-1 0,-1 1 0,1 0 0,-1 0 0,0 0 0,1-1 0,-1 1 0,0 0 0,1 0 0,-1-1 0,0 1 0,1 0 0,-1-1 0,0 1 0,1 0 0,-1-1 0,0 1 0,0 0 0,0-1 0,1 1 0,-1 0 0,0-1 0,0 1 0,0-1 0,0 1 0,0-1 0,8-25 0,-8 25 0,7-62 0,-2 0 0,-4-85 0,-1 80 0,0 12 0,1 6 0,-1-1 0,-14-87 0,10 127 0,0 15 0,1 25 0,-6 441 0,10-314 0,0 387 0,-2-686 0,4-156 0,10 181 0,-10 101 0,0 0 0,2 1 0,0-1 0,12-26 0,-16 41 0,-1 1 0,1 0 0,-1 0 0,1 0 0,-1-1 0,1 1 0,0 0 0,0 0 0,-1 0 0,1 0 0,0 0 0,0 0 0,0 0 0,0 1 0,0-1 0,0 0 0,1 0 0,-1 1 0,0-1 0,0 1 0,0-1 0,1 1 0,-1-1 0,0 1 0,0 0 0,1 0 0,-1 0 0,0 0 0,1-1 0,-1 2 0,0-1 0,1 0 0,-1 0 0,0 0 0,0 1 0,1-1 0,-1 0 0,0 1 0,0-1 0,1 1 0,-1 0 0,0-1 0,0 1 0,0 0 0,0 0 0,0 0 0,1 1 0,3 3 0,0 0 0,0 0 0,0 1 0,-1-1 0,0 1 0,-1 0 0,7 13 0,-2 4 0,-6-15 0,1 0 0,0 0 0,0 0 0,1 0 0,9 14 0,-12-21 0,0 0 0,0 0 0,0 0 0,0 0 0,0 0 0,1 0 0,-1 0 0,0 0 0,1 0 0,-1-1 0,1 1 0,-1 0 0,0-1 0,1 1 0,-1-1 0,1 0 0,0 0 0,-1 1 0,1-1 0,-1 0 0,1 0 0,-1 0 0,1 0 0,-1-1 0,1 1 0,0 0 0,-1-1 0,0 1 0,1-1 0,-1 0 0,1 1 0,-1-1 0,0 0 0,1 0 0,-1 0 0,0 1 0,0-2 0,1 1 0,0-1 0,5-5 0,0 0 0,0 0 0,-1 0 0,0-1 0,0 0 0,-1 0 0,0-1 0,6-13 0,28-81 0,-24 60 0,-4 11 0,1 2 0,2-1 0,1 2 0,34-53 0,-47 80 0,-1 1 0,1-1 0,-1 1 0,1-1 0,0 1 0,0 0 0,-1 0 0,1 0 0,0 0 0,0 0 0,0 0 0,0 0 0,0 1 0,0-1 0,0 1 0,0-1 0,0 1 0,1 0 0,-1 0 0,0 0 0,0 0 0,0 0 0,0 1 0,0-1 0,0 0 0,0 1 0,3 1 0,6 2 0,-1 0 0,0 1 0,19 12 0,-21-12 0,-2-1 0,0 0 0,0 1 0,-1 0 0,1 1 0,-1-1 0,-1 1 0,5 6 0,16 19 0,156 161-1365,-125-139-5461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04.968"/>
    </inkml:context>
    <inkml:brush xml:id="br0">
      <inkml:brushProperty name="width" value="0.35" units="cm"/>
      <inkml:brushProperty name="height" value="0.35" units="cm"/>
      <inkml:brushProperty name="color" value="#FFFFFF"/>
    </inkml:brush>
  </inkml:definitions>
  <inkml:trace contextRef="#ctx0" brushRef="#br0">3 527 4915,'-1'-53'0,"0"5"0,1 0 0,3 1 0,1-1 0,13-51 0,-14 90 60,0-1 0,0 1 0,1 0 0,0 0 0,1 1-1,0-1 1,0 1 0,1 0 0,0 0 0,0 1 0,1-1 0,0 2 0,0-1 0,1 1 0,0 0-1,0 0 1,0 1 0,1 0 0,-1 1 0,1 0 0,0 0 0,1 1 0,-1 0 0,12-2 0,20-2 357,1 2 1,0 2 0,-1 1 0,60 6-1,-35-2-219,711 1 5022,-466-4-2901,-604 16 160,250-9-2094,0 2 0,0 2 0,0 1 0,-67 29 0,32-2 528,-115 71-1,2 24-442,183-127-470,-1 0 0,1 0 0,1 1 0,-10 10 0,15-16 0,1 1 0,0-1 0,0 0 0,0 0 0,0 0 0,0 1 0,0-1 0,0 1 0,1-1 0,-1 0 0,0 1 0,1-1 0,-1 1 0,1 0 0,-1-1 0,1 1 0,0-1 0,0 1 0,0 0 0,0-1 0,0 1 0,0 0 0,0-1 0,0 1 0,1-1 0,-1 1 0,1-1 0,-1 1 0,1 0 0,0-1 0,-1 0 0,1 1 0,0-1 0,0 1 0,0-1 0,1 1 0,3 2 0,0 0 0,0-1 0,0 1 0,1-1 0,-1-1 0,1 1 0,0-1 0,11 3 0,53 9 0,-50-11 0,49 8 0,298 53 0,-267-47 0,0-4 0,1-5 0,112-5 0,-133-4 0,-42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41.148"/>
    </inkml:context>
    <inkml:brush xml:id="br0">
      <inkml:brushProperty name="width" value="0.35" units="cm"/>
      <inkml:brushProperty name="height" value="0.35" units="cm"/>
      <inkml:brushProperty name="color" value="#FFFFFF"/>
    </inkml:brush>
  </inkml:definitions>
  <inkml:trace contextRef="#ctx0" brushRef="#br0">32 1 24575,'0'9'0,"-5"13"0,-1 7 0,0 7 0,-8-1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48.348"/>
    </inkml:context>
    <inkml:brush xml:id="br0">
      <inkml:brushProperty name="width" value="0.35" units="cm"/>
      <inkml:brushProperty name="height" value="0.35" units="cm"/>
      <inkml:brushProperty name="color" value="#FFFFFF"/>
    </inkml:brush>
  </inkml:definitions>
  <inkml:trace contextRef="#ctx0" brushRef="#br0">304 297 24575,'-1'0'0,"0"0"0,0 1 0,0-1 0,0 0 0,0 1 0,0 0 0,0-1 0,0 1 0,0-1 0,0 1 0,0 0 0,1 0 0,-1-1 0,0 1 0,0 0 0,1 0 0,-1 0 0,1 0 0,-1 0 0,1 0 0,-1 0 0,1 0 0,0 0 0,-1 0 0,1 0 0,0 0 0,0 0 0,0 2 0,-5 36 0,4-33 0,-1 385 0,3-374 0,0 0 0,1 0 0,1 0 0,0 0 0,1-1 0,1 0 0,1 1 0,0-2 0,15 28 0,-15-32 0,0 0 0,-1 1 0,0 0 0,0 0 0,4 24 0,-8-32 0,-1-1 0,1 0 0,-1 0 0,0 1 0,0-1 0,0 0 0,-1 0 0,1 1 0,-1-1 0,0 0 0,0 0 0,-1 4 0,1-5 0,0-1 0,0 0 0,0 1 0,0-1 0,-1 0 0,1 1 0,0-1 0,0 0 0,-1 0 0,1 0 0,-1 0 0,1-1 0,-1 1 0,0 0 0,1 0 0,-1-1 0,0 1 0,1-1 0,-1 0 0,0 1 0,1-1 0,-1 0 0,0 0 0,-2 0 0,1-1 0,-1 1 0,1 0 0,-1-1 0,1 0 0,-1 0 0,1 0 0,-1 0 0,1-1 0,0 1 0,0-1 0,0 0 0,0 0 0,0 0 0,0 0 0,-2-3 0,-38-45 0,27 29 0,-3-1 0,1-2 0,1 0 0,1-1 0,2-1 0,0 0 0,2-1 0,-11-33 0,-5-24 0,18 58 0,1 0 0,1 0 0,1-1 0,-5-53 0,11 64 0,1 0 0,0-1 0,1 1 0,1 0 0,1 0 0,0 0 0,10-26 0,-9 32 0,0 1 0,1-1 0,0 1 0,1 0 0,0 1 0,0-1 0,1 1 0,0 1 0,0-1 0,1 1 0,0 0 0,0 1 0,9-6 0,2 1 0,1 0 0,-1 1 0,2 2 0,-1 0 0,1 1 0,27-6 0,-13 8 0,0 0 0,0 2 0,42 2 0,512 6 0,-582-6 0,1 1 0,-1 0 0,0 0 0,0 1 0,0 0 0,0 0 0,0 1 0,0 0 0,0 0 0,0 1 0,-1-1 0,1 2 0,-1-1 0,0 1 0,0-1 0,9 9 0,38 44 0,-45-45 0,1-1 0,0 0 0,1 0 0,0-1 0,1-1 0,0 1 0,18 9 0,116 62 0,-58-42 0,-87-38 0,0 1 0,0-1 0,0 0 0,0 0 0,0 0 0,1 0 0,-1 0 0,0 0 0,0 1 0,0-1 0,0 0 0,0 0 0,0 0 0,0 0 0,0 0 0,1 1 0,-1-1 0,0 0 0,0 0 0,0 0 0,0 0 0,0 1 0,0-1 0,0 0 0,0 0 0,0 0 0,0 1 0,0-1 0,0 0 0,0 0 0,0 0 0,0 0 0,-1 1 0,1-1 0,0 0 0,0 0 0,0 0 0,0 0 0,0 0 0,0 1 0,0-1 0,-1 0 0,-8 10 0,-15 6 0,23-16 0,-23 14 0,-1-2 0,1-1 0,-2-1 0,-31 8 0,-110 20 0,143-34 0,-467 74 0,260-74 0,184-5 0,44 1 0,0 0 0,0 0 0,0 0 0,0 1 0,0-1 0,0 1 0,0-1 0,-4 3 0,6-3 0,0 1 0,1-1 0,-1 1 0,1-1 0,0 1 0,-1-1 0,1 1 0,-1 0 0,1-1 0,0 1 0,-1 0 0,1-1 0,0 1 0,0 0 0,0-1 0,-1 1 0,1 0 0,0 0 0,0-1 0,0 1 0,0 0 0,0-1 0,0 1 0,0 0 0,1 0 0,-1-1 0,0 1 0,0 0 0,0-1 0,1 1 0,-1 0 0,0-1 0,1 1 0,-1 0 0,1-1 0,-1 1 0,1-1 0,-1 1 0,2 0 0,2 5 0,0-1 0,0 0 0,1 0 0,0 0 0,0-1 0,0 0 0,1 0 0,7 4 0,56 28 0,-24-13 0,-4-3 0,1-1 0,1-2 0,78 20 0,-85-30 0,1 0 0,71 2 0,77-12 0,-64 0 0,-92 3 0,14-1 0,0 1 0,0 2 0,-1 3 0,50 10 0,-47-4 0,1-2 0,0-2 0,0-2 0,66-2 0,17-5 0,218 3 0,-241 12 0,9 0 0,161-12 0,-162-2 0,-1622 1 0,1487 0 0,1-2 0,0-1 0,0 0 0,-31-10 0,-77-34 0,46 16 0,32 13 0,-62-21 0,99 36 0,0 0 0,0-1 0,0-1 0,1 0 0,0-1 0,0-1 0,-18-12 0,24 14 0,1 0 0,-1 0 0,1-1 0,1 1 0,-1-1 0,1-1 0,0 1 0,0 0 0,1-1 0,0 0 0,0 0 0,1 0 0,-1 0 0,2 0 0,-2-9 0,0 0 0,1-1 0,1 1 0,1 0 0,0 0 0,1-1 0,1 1 0,0 0 0,1 0 0,1 0 0,1 0 0,0 1 0,1 0 0,0 0 0,17-27 0,-8 19 0,2 0 0,0 1 0,2 1 0,0 1 0,2 1 0,0 0 0,42-27 0,-40 30 0,1 1 0,1 1 0,0 2 0,0 0 0,1 2 0,49-13 0,3 7 0,-46 11 0,-1-2 0,36-12 0,-67 19 0,6-2 0,-1 1 0,0-2 0,0 1 0,0-1 0,0 1 0,7-6 0,-12 8 0,1-1 0,-1 1 0,0-1 0,1 1 0,-1-1 0,0 1 0,1 0 0,-1-1 0,0 1 0,0-1 0,1 1 0,-1-1 0,0 0 0,0 1 0,0-1 0,0 1 0,0-1 0,1 1 0,-1-1 0,0 1 0,0-1 0,-1 0 0,1 1 0,0-1 0,0 1 0,0-1 0,0 0 0,-1-1 0,-1 1 0,1-1 0,0 1 0,0-1 0,-1 1 0,1 0 0,-1-1 0,1 1 0,-1 0 0,1 0 0,-1 0 0,-3-1 0,-5-3 0,-1 1 0,1 0 0,-1 0 0,0 1 0,0 1 0,-1 0 0,1 0 0,0 1 0,-1 1 0,1 0 0,-1 0 0,-19 4 0,8 0 0,-1 2 0,1 0 0,1 1 0,-1 2 0,-24 12 0,12-3 0,1 2 0,1 1 0,0 2 0,2 1 0,-39 39 0,67-60 0,0 0 0,1 0 0,-1 0 0,0 1 0,1-1 0,0 1 0,0-1 0,0 1 0,0 0 0,-1 6 0,3-10 0,-1 1 0,1 0 0,0 0 0,0 0 0,0 0 0,0 0 0,1 0 0,-1-1 0,0 1 0,0 0 0,0 0 0,1 0 0,-1 0 0,0-1 0,1 1 0,-1 0 0,1 0 0,-1-1 0,1 1 0,0 0 0,0 1 0,1-1 0,0 0 0,0 0 0,-1 0 0,1 0 0,0 0 0,0 0 0,0-1 0,0 1 0,0 0 0,4 0 0,16 1 0,0 0 0,36-2 0,-36-1 0,0 1 0,43 6 0,-9 8 0,52 20 0,52 13 0,-122-39-1365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50.855"/>
    </inkml:context>
    <inkml:brush xml:id="br0">
      <inkml:brushProperty name="width" value="0.35" units="cm"/>
      <inkml:brushProperty name="height" value="0.35" units="cm"/>
      <inkml:brushProperty name="color" value="#FFFFFF"/>
    </inkml:brush>
  </inkml:definitions>
  <inkml:trace contextRef="#ctx0" brushRef="#br0">0 0 24575,'0'5'0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39.337"/>
    </inkml:context>
    <inkml:brush xml:id="br0">
      <inkml:brushProperty name="width" value="0.35" units="cm"/>
      <inkml:brushProperty name="height" value="0.35" units="cm"/>
      <inkml:brushProperty name="color" value="#FFFFFF"/>
    </inkml:brush>
  </inkml:definitions>
  <inkml:trace contextRef="#ctx0" brushRef="#br0">708 529 24575,'-10'0'0,"1"0"0,0 0 0,-1 1 0,1 0 0,-11 2 0,16-2 0,1 0 0,-1 1 0,1-1 0,-1 1 0,1 0 0,0 0 0,0 0 0,0 0 0,0 1 0,0-1 0,0 1 0,1 0 0,-5 5 0,-6 12 0,0 1 0,-14 32 0,-9 16 0,2-14 0,-3-2 0,-46 53 0,80-102 0,-1 0 0,1 0 0,-1-1 0,0 1 0,-1-1 0,1 0 0,0 0 0,-8 3 0,10-5 0,0 0 0,0-1 0,0 1 0,0-1 0,0 0 0,0 0 0,-1 1 0,1-1 0,0-1 0,0 1 0,0 0 0,0 0 0,-1-1 0,1 1 0,0-1 0,0 0 0,0 0 0,0 0 0,0 0 0,0 0 0,0 0 0,1 0 0,-3-2 0,-11-10 0,2-1 0,0 0 0,0-1 0,1-1 0,1 0 0,-10-19 0,10 16 0,-1 1 0,-1 0 0,0 1 0,-29-28 0,5 22 0,17 21 0,20 2 0,-1 0 0,1 0 0,-1 0 0,1 1 0,-1-1 0,1 0 0,-1 1 0,1-1 0,-1 0 0,1 1 0,-1-1 0,1 1 0,0-1 0,-1 1 0,1-1 0,0 1 0,-1-1 0,1 1 0,0-1 0,0 1 0,-1-1 0,1 1 0,0-1 0,0 1 0,0 0 0,0-1 0,0 1 0,0-1 0,0 2 0,0 1 0,1 0 0,-1 0 0,1-1 0,0 1 0,0 0 0,0 0 0,0-1 0,0 1 0,1 0 0,-1-1 0,1 1 0,0-1 0,0 0 0,0 1 0,0-1 0,2 2 0,39 31 0,-35-29 0,1-1 0,-1 0 0,1 0 0,0-1 0,0 0 0,1-1 0,-1 0 0,1 0 0,-1-1 0,1 0 0,0-1 0,12 1 0,-7-3 0,0 0 0,-1-1 0,1-1 0,-1 0 0,0-1 0,1 0 0,22-11 0,-16 7 0,1 1 0,-1 2 0,1 0 0,37-3 0,-35 5 0,0 0 0,0-2 0,39-13 0,-24 1 0,-2-2 0,0-2 0,-1-1 0,-1-2 0,-1-1 0,44-42 0,-69 58 0,-1-1 0,0 1 0,0-1 0,-1-1 0,0 1 0,-1-1 0,0 0 0,4-13 0,-8 20 0,-1 0 0,1-1 0,-1 1 0,0 0 0,0-1 0,0 1 0,-1-1 0,0 1 0,0-1 0,0 1 0,0-1 0,-1 1 0,1-1 0,-1 1 0,0-1 0,-1 1 0,1 0 0,-1-1 0,0 1 0,0 0 0,0 0 0,0 0 0,-1 1 0,0-1 0,-3-4 0,5 7 0,-1 0 0,1 0 0,0 0 0,-1-1 0,1 1 0,0 1 0,-1-1 0,1 0 0,-1 0 0,1 1 0,-1-1 0,0 0 0,1 1 0,-1 0 0,0-1 0,1 1 0,-1 0 0,0 0 0,1 0 0,-1 0 0,0 0 0,1 0 0,-1 1 0,0-1 0,1 0 0,-3 1 0,2 0 0,0 1 0,0-1 0,0 0 0,0 1 0,0-1 0,0 1 0,0 0 0,0 0 0,1-1 0,-1 1 0,1 0 0,-1 0 0,1 1 0,0-1 0,0 0 0,0 0 0,-1 3 0,2-4 0,0-1 0,0 0 0,0 1 0,0-1 0,0 0 0,0 1 0,0-1 0,0 0 0,-1 1 0,1-1 0,0 0 0,0 0 0,0 1 0,0-1 0,0 0 0,-1 1 0,1-1 0,0 0 0,0 0 0,-1 1 0,1-1 0,0 0 0,0 0 0,-1 1 0,1-1 0,0 0 0,0 0 0,-1 0 0,1 0 0,0 0 0,-1 1 0,1-1 0,0 0 0,-1 0 0,1 0 0,0 0 0,-1 0 0,1 0 0,0 0 0,-1 0 0,1 0 0,0 0 0,-1 0 0,1 0 0,0 0 0,-1-1 0,1 1 0,0 0 0,-1 0 0,1 0 0,0 0 0,0-1 0,-1 1 0,1 0 0,0 0 0,-1 0 0,1-1 0,0 1 0,0 0 0,0 0 0,-1-1 0,1 1 0,0 0 0,0-1 0,-18-30 0,6 8 0,-13-9 0,-2 2 0,-1 0 0,-1 2 0,-2 0 0,-55-36 0,68 50 0,-2 1 0,1 1 0,-2 1 0,1 1 0,-2 0 0,-31-8 0,44 15 0,0 1 0,-1 1 0,1-1 0,-1 2 0,0-1 0,1 1 0,-1 1 0,1-1 0,-1 2 0,1-1 0,-1 1 0,1 1 0,0 0 0,0 0 0,0 1 0,0 0 0,-16 10 0,17-8 0,1 1 0,0 0 0,0 0 0,0 0 0,1 1 0,0 0 0,1 0 0,0 0 0,0 1 0,1 0 0,0 0 0,0 0 0,1 0 0,0 1 0,1-1 0,0 1 0,0 0 0,1-1 0,0 1 0,2 15 0,-1-13 0,0 0 0,1 0 0,1 0 0,0 0 0,0 0 0,2 0 0,-1 0 0,1-1 0,1 0 0,0 0 0,1 0 0,0-1 0,0 1 0,1-1 0,1-1 0,10 11 0,-7-11 0,0 0 0,1-1 0,-1-1 0,2 0 0,-1 0 0,1-1 0,0-1 0,1 0 0,-1-1 0,1-1 0,0 0 0,14 1 0,22 0 0,1-2 0,53-5 0,25 1 0,-106 5 0,1 1 0,-1 1 0,0 1 0,-1 1 0,1 1 0,-1 1 0,21 12 0,-9-4 0,57 17 0,-41-21 0,0-2 0,0-3 0,1-1 0,0-3 0,96-5 0,-111-4 0,-36 5 0,0 0 0,0 0 0,1 0 0,-1 0 0,0 0 0,0 0 0,1 0 0,-1 0 0,0 0 0,0-1 0,1 1 0,-1 0 0,0 0 0,0 0 0,0 0 0,1 0 0,-1 0 0,0-1 0,0 1 0,0 0 0,0 0 0,1 0 0,-1-1 0,0 1 0,0 0 0,0 0 0,0 0 0,0-1 0,0 1 0,1 0 0,-1 0 0,0-1 0,0 1 0,0 0 0,0 0 0,0-1 0,0 1 0,0 0 0,0 0 0,0-1 0,0 1 0,0 0 0,0 0 0,-1-1 0,1 1 0,0 0 0,-12-12 0,-20-6 0,11 10 0,0 1 0,-1 1 0,1 0 0,-1 2 0,-40-3 0,54 9 0,16 2 0,15 4 0,-18-7 0,24 6 0,-24-3 0,-19-2 0,-51-1 0,40-1 0,0 0 0,0 2 0,-27 5 0,22 0 0,-72 18 0,90-21 0,0 0 0,1 1 0,0 0 0,-1 0 0,-19 15 0,30-19 0,0 0 0,-1 0 0,1 0 0,0 0 0,0 0 0,0 0 0,0 0 0,0 0 0,0 1 0,0-1 0,0 0 0,1 1 0,-1-1 0,0 0 0,1 1 0,-1-1 0,1 1 0,0-1 0,-1 1 0,1-1 0,0 1 0,0 0 0,0-1 0,0 3 0,1-1 0,0-1 0,0 1 0,0 0 0,0-1 0,1 0 0,-1 1 0,1-1 0,-1 0 0,1 1 0,0-1 0,0 0 0,3 3 0,4 2 0,0-1 0,0 0 0,1 0 0,-1-1 0,21 9 0,0-7 0,0 0 0,0-2 0,0-1 0,45 0 0,-24-1 0,451 14 0,-487-17 0,-3 0 0,0 0 0,-1-1 0,1 0 0,0-1 0,13-3 0,-25 5 0,0 0 0,-1-1 0,1 1 0,0 0 0,0 0 0,0 0 0,0 0 0,0 0 0,-1 0 0,1 0 0,0 0 0,0 0 0,0 0 0,0 0 0,0 0 0,0 0 0,-1-1 0,1 1 0,0 0 0,0 0 0,0 0 0,0 0 0,0 0 0,0 0 0,0-1 0,0 1 0,0 0 0,0 0 0,0 0 0,0 0 0,0 0 0,0-1 0,0 1 0,0 0 0,0 0 0,0 0 0,0 0 0,0-1 0,0 1 0,0 0 0,0 0 0,0 0 0,0 0 0,0 0 0,0-1 0,0 1 0,0 0 0,0 0 0,0 0 0,0 0 0,0 0 0,1 0 0,-1 0 0,0-1 0,0 1 0,0 0 0,0 0 0,0 0 0,0 0 0,1 0 0,-16-4 0,-24-1 0,0 2 0,-1 1 0,-55 6 0,-121 22 0,142-15 0,-474 72 0,522-79 0,1 0 0,0 3 0,-43 15 0,66-21 0,1-1 0,-1 1 0,1 0 0,0-1 0,-1 1 0,1 0 0,0 0 0,0 0 0,0 0 0,-1 0 0,1 0 0,0 0 0,-1 3 0,2-4 0,0 1 0,0-1 0,0 0 0,0 1 0,-1-1 0,1 1 0,0-1 0,0 1 0,0-1 0,1 1 0,-1-1 0,0 0 0,0 1 0,0-1 0,0 1 0,0-1 0,0 1 0,1-1 0,-1 0 0,0 1 0,0-1 0,1 0 0,-1 1 0,0-1 0,1 1 0,-1-1 0,0 0 0,1 1 0,3 1 0,0 0 0,0 0 0,0 0 0,0 0 0,0 0 0,0-1 0,8 2 0,60 7 0,0-3 0,117-4 0,-112-3 0,1500-3 0,-1546 2 0,0-1 0,0-2 0,0-1 0,0-2 0,0 0 0,-1-3 0,56-24 0,-81 32 0,-1 0 0,0-1 0,1 0 0,-1 1 0,0-1 0,6-6 0,-9 8 0,-1 0 0,1 1 0,-1-1 0,1 0 0,0 1 0,-1-1 0,0 0 0,1 0 0,-1 1 0,1-1 0,-1 0 0,0 0 0,1 0 0,-1 0 0,0 1 0,0-1 0,0 0 0,0 0 0,0 0 0,0 0 0,0 0 0,0 0 0,0 1 0,0-1 0,-1 0 0,1 0 0,0 0 0,0 0 0,-1 1 0,1-1 0,-1 0 0,1 0 0,-1 0 0,1 1 0,-1-1 0,1 0 0,-1 1 0,0-1 0,1 1 0,-1-1 0,0 0 0,1 1 0,-1 0 0,-1-1 0,-12-8 0,-1 0 0,0 2 0,0 0 0,-1 1 0,0 0 0,0 1 0,0 1 0,-1 1 0,-22-3 0,-23 2 0,-76 3 0,74 2 0,-657 19 0,142-9 0,1285-12 0,-666 0 0,0-2 0,0-2 0,0-2 0,74-23 0,-75 21 0,0 0 0,78-5 0,84 9 0,-141 5 0,157 0 0,372-20 0,-568 17 9,114-14-696,146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39.46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3:18:57.140"/>
    </inkml:context>
    <inkml:brush xml:id="br0">
      <inkml:brushProperty name="width" value="0.35" units="cm"/>
      <inkml:brushProperty name="height" value="0.35" units="cm"/>
      <inkml:brushProperty name="color" value="#FFFFFF"/>
    </inkml:brush>
  </inkml:definitions>
  <inkml:trace contextRef="#ctx0" brushRef="#br0">684 307 24575,'-12'0'0,"0"0"0,0 1 0,0 0 0,0 1 0,-23 7 0,29-7 0,0 1 0,0 0 0,0 0 0,1 1 0,-1 0 0,1 0 0,0 0 0,0 0 0,0 1 0,0 0 0,1 0 0,-5 7 0,-1 0 0,1 1 0,1 0 0,0 0 0,1 0 0,0 1 0,1 0 0,0 0 0,1 1 0,1 0 0,0 0 0,-2 23 0,5 129 0,2-29 0,-1-134 0,0 0 0,0 0 0,0 0 0,-1 0 0,0 0 0,0 0 0,0-1 0,0 1 0,0 0 0,-1 0 0,0-1 0,0 1 0,0-1 0,0 0 0,0 1 0,-1-1 0,1 0 0,-1-1 0,0 1 0,0 0 0,0-1 0,0 1 0,0-1 0,-1 0 0,1 0 0,-1 0 0,1-1 0,-1 1 0,0-1 0,0 0 0,1 0 0,-1 0 0,0 0 0,0-1 0,0 0 0,0 0 0,0 0 0,0 0 0,-7-1 0,-3-1 0,0 0 0,1 0 0,-1-2 0,1 1 0,-18-8 0,24 8 0,0 0 0,1-1 0,-1 0 0,1 0 0,0 0 0,0 0 0,0-1 0,0 0 0,1 0 0,0-1 0,-7-9 0,1-4 0,0-1 0,1 0 0,1 0 0,1-1 0,1 0 0,-5-25 0,-17-65 0,15 63 0,2 1 0,2-2 0,-6-82 0,17-195 0,-1 355 0,5 174 0,-2-168 0,1-1 0,2 0 0,1-1 0,16 43 0,-2-19 0,42 103 0,-52-137 0,2-1 0,0 0 0,1 0 0,29 33 0,-3-12 0,-11-14 0,-2 2 0,-1 0 0,-2 2 0,27 46 0,-20-17 0,-18-33 0,1 0 0,2-1 0,0-1 0,35 42 0,-47-64 0,1-1 0,1 1 0,-1-1 0,1 1 0,-1-2 0,1 1 0,1 0 0,-1-1 0,0-1 0,1 1 0,-1-1 0,1 0 0,0 0 0,11 1 0,-7-2 0,0-1 0,1-1 0,-1 1 0,0-2 0,0 0 0,0 0 0,0-1 0,14-5 0,10-7 0,0-2 0,-2-1 0,0-2 0,37-29 0,271-166 0,-302 190 0,-26 16 0,0 0 0,1 2 0,-1-1 0,1 2 0,23-8 0,37-6 0,205-49 0,-201 51 0,-20 5 0,0 2 0,66-4 0,297 13 0,-206 4 0,-207-2 0,38-2 0,-44 2 0,0-1 0,0 1 0,0 0 0,0-1 0,0 0 0,0 1 0,0-1 0,0 0 0,-1 0 0,1 0 0,0 0 0,0 0 0,-1 0 0,1-1 0,-1 1 0,1 0 0,-1-1 0,2-2 0,-3 4 0,0 0 0,1-1 0,-1 1 0,0 0 0,0-1 0,0 1 0,0 0 0,0-1 0,0 1 0,0-1 0,0 1 0,0 0 0,0-1 0,0 1 0,0-1 0,0 1 0,0 0 0,0-1 0,0 1 0,0-1 0,0 1 0,0 0 0,-1-1 0,1 1 0,0 0 0,0-1 0,0 1 0,-1 0 0,1-1 0,0 1 0,-1-1 0,-16-7 0,-21 1 0,-52 0 12,-168 9-1,-94 31-60,225-19-23,-767 138-422,767-121 494,-217 42 0,329-71 57,0-1 1,-24-1 0,37 0-45,0 0 0,-1 0 1,1-1-1,0 1 0,0-1 1,0 1-1,-1-1 1,1 0-1,0 0 0,0 0 1,-3-2-1,5 3-8,0-1-1,-1 1 1,1-1-1,-1 0 1,1 1 0,0-1-1,-1 0 1,1 1-1,0-1 1,0 0-1,-1 1 1,1-1 0,0 0-1,0 0 1,0 1-1,0-1 1,0 0 0,0 1-1,0-1 1,0 0-1,0 0 1,0 1 0,1-1-1,-1 0 1,0 1-1,0-1 1,1 0-1,-1 1 1,0-1 0,1 0-1,-1 1 1,1-1-1,-1 1 1,1-2 0,4-3 12,0 0 1,0-1-1,0 1 1,0 1-1,1-1 1,11-6 0,-12 8-21,0 0 1,0 0 0,-1-1 0,1 0 0,-1 1-1,1-2 1,-1 1 0,-1 0 0,1-1-1,3-6 1,-7 11 2,1-1 0,-1 1 0,0-1 0,0 1 0,0-1 0,0 0 0,0 1 0,0-1 0,0 1 0,0-1 0,0 0 0,0 1 0,0-1 0,0 1 0,0-1 0,0 1 0,-1-1 0,1 1 0,0-1 0,0 0 0,-1 1 0,1-1 0,0 1 0,-1 0 0,1-1 0,0 1 0,-1-1 0,1 1 0,-1-1 0,1 1 0,-1 0 0,1-1 0,-1 1 0,1 0 0,-1 0 0,1-1 0,-1 1 0,1 0 0,-1 0 0,1 0 0,-1 0 0,0 0 0,0-1 0,-30-3 0,29 4 0,-18-2 0,1 1 0,-1 1 0,0 1 0,1 0 0,-1 2 0,1 0 0,0 1 0,0 1 0,-34 14 0,18-3 0,1 1 0,0 2 0,1 1 0,1 2 0,-40 36 0,70-57 0,0 1 0,0 0 0,0 0 0,0 0 0,1 0 0,-1 0 0,1 0 0,0 0 0,-1 1 0,1-1 0,0 0 0,0 1 0,1-1 0,-1 1 0,0-1 0,1 1 0,-1-1 0,1 1 0,0 3 0,1-4 0,-1 0 0,1 1 0,0-1 0,0 0 0,0 0 0,0 0 0,0 0 0,0 0 0,1 0 0,-1 0 0,1 0 0,-1 0 0,1 0 0,0-1 0,0 1 0,3 2 0,4 1 0,0 0 0,1 0 0,-1-1 0,1 0 0,0-1 0,0 0 0,0-1 0,12 2 0,73 1-1365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0.33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1.16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1.57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1.90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2.57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3.03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16.05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3.857"/>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4.664"/>
    </inkml:context>
    <inkml:brush xml:id="br0">
      <inkml:brushProperty name="width" value="0.35" units="cm"/>
      <inkml:brushProperty name="height" value="0.35" units="cm"/>
      <inkml:brushProperty name="color" value="#004F8B"/>
    </inkml:brush>
  </inkml:definitions>
  <inkml:trace contextRef="#ctx0" brushRef="#br0">0 0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4.918"/>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5.108"/>
    </inkml:context>
    <inkml:brush xml:id="br0">
      <inkml:brushProperty name="width" value="0.35" units="cm"/>
      <inkml:brushProperty name="height" value="0.35" units="cm"/>
      <inkml:brushProperty name="color" value="#004F8B"/>
    </inkml:brush>
  </inkml:definitions>
  <inkml:trace contextRef="#ctx0" brushRef="#br0">0 0 24575,'0'10'0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5.303"/>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5.726"/>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6.298"/>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6.631"/>
    </inkml:context>
    <inkml:brush xml:id="br0">
      <inkml:brushProperty name="width" value="0.35" units="cm"/>
      <inkml:brushProperty name="height" value="0.35" units="cm"/>
      <inkml:brushProperty name="color" value="#004F8B"/>
    </inkml:brush>
  </inkml:definitions>
  <inkml:trace contextRef="#ctx0" brushRef="#br0">1 0 24575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6.901"/>
    </inkml:context>
    <inkml:brush xml:id="br0">
      <inkml:brushProperty name="width" value="0.35" units="cm"/>
      <inkml:brushProperty name="height" value="0.35" units="cm"/>
      <inkml:brushProperty name="color" value="#004F8B"/>
    </inkml:brush>
  </inkml:definitions>
  <inkml:trace contextRef="#ctx0" brushRef="#br0">1 0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7.044"/>
    </inkml:context>
    <inkml:brush xml:id="br0">
      <inkml:brushProperty name="width" value="0.35" units="cm"/>
      <inkml:brushProperty name="height" value="0.35" units="cm"/>
      <inkml:brushProperty name="color" value="#004F8B"/>
    </inkml:brush>
  </inkml:definitions>
  <inkml:trace contextRef="#ctx0" brushRef="#br0">1 1 24575,'0'0'-8191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7.218"/>
    </inkml:context>
    <inkml:brush xml:id="br0">
      <inkml:brushProperty name="width" value="0.35" units="cm"/>
      <inkml:brushProperty name="height" value="0.35" units="cm"/>
      <inkml:brushProperty name="color" value="#004F8B"/>
    </inkml:brush>
  </inkml:definitions>
  <inkml:trace contextRef="#ctx0" brushRef="#br0">1 1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7.440"/>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7.651"/>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7.884"/>
    </inkml:context>
    <inkml:brush xml:id="br0">
      <inkml:brushProperty name="width" value="0.35" units="cm"/>
      <inkml:brushProperty name="height" value="0.35" units="cm"/>
      <inkml:brushProperty name="color" value="#004F8B"/>
    </inkml:brush>
  </inkml:definitions>
  <inkml:trace contextRef="#ctx0" brushRef="#br0">1 1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8.107"/>
    </inkml:context>
    <inkml:brush xml:id="br0">
      <inkml:brushProperty name="width" value="0.35" units="cm"/>
      <inkml:brushProperty name="height" value="0.35" units="cm"/>
      <inkml:brushProperty name="color" value="#004F8B"/>
    </inkml:brush>
  </inkml:definitions>
  <inkml:trace contextRef="#ctx0" brushRef="#br0">1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8.313"/>
    </inkml:context>
    <inkml:brush xml:id="br0">
      <inkml:brushProperty name="width" value="0.35" units="cm"/>
      <inkml:brushProperty name="height" value="0.35" units="cm"/>
      <inkml:brushProperty name="color" value="#004F8B"/>
    </inkml:brush>
  </inkml:definitions>
  <inkml:trace contextRef="#ctx0" brushRef="#br0">1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8.503"/>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8.646"/>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8.787"/>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9.104"/>
    </inkml:context>
    <inkml:brush xml:id="br0">
      <inkml:brushProperty name="width" value="0.35" units="cm"/>
      <inkml:brushProperty name="height" value="0.35" units="cm"/>
      <inkml:brushProperty name="color" value="#004F8B"/>
    </inkml:brush>
  </inkml:definitions>
  <inkml:trace contextRef="#ctx0" brushRef="#br0">0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4:01:29.423"/>
    </inkml:context>
    <inkml:brush xml:id="br0">
      <inkml:brushProperty name="width" value="0.35" units="cm"/>
      <inkml:brushProperty name="height" value="0.35" units="cm"/>
      <inkml:brushProperty name="color" value="#004F8B"/>
    </inkml:brush>
  </inkml:definitions>
  <inkml:trace contextRef="#ctx0" brushRef="#br0">0 0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5:06:08.6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59,'182'14,"-116"-6,99 18,23 3,379-18,-396-12,710 21,-771-8,115 28,-79-12,-91-22,108-2,-81-4,-347-27,16 0,29 13,-139-3,336 16,0 0,1-2,-1-1,-35-10,-87-38,95 32,-94-24,78 32,-1 3,-113-1,141 10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5:06:09.82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1,'2111'0,"-2067"0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8T15:06:10.4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3593 148,'-63'-40,"26"14,22 16,-1 0,0 1,0 1,0 1,-1 0,0 1,-1 0,-30-4,-29 3,-132 6,-82 23,286-21,-1438 218,957-112,351-69,-195 82,281-98,-62 37,93-48,1 1,0 1,1 0,0 1,1 1,-16 21,25-27,0 1,0-1,1 1,1 0,-1 0,2 1,0-1,0 1,0 0,2 0,-1 0,1 0,1 0,0 0,1 0,0 0,0 0,1 0,1 0,0-1,0 1,6 10,-4-7,2 0,0 0,0-1,1 0,1-1,0 1,1-2,0 1,1-2,0 1,1-1,0-1,1 0,-1-1,20 9,3-2,0-2,1-1,62 11,-77-20,1 0,0-2,0 0,0-2,0 0,0-2,41-9,7-10,0-4,-2-2,70-40,-29 6,107-82,-143 87,-1-3,-3-3,-4-4,-2-2,-3-2,67-105,-7-23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21.034"/>
    </inkml:context>
    <inkml:brush xml:id="br0">
      <inkml:brushProperty name="width" value="0.35" units="cm"/>
      <inkml:brushProperty name="height" value="0.35" units="cm"/>
      <inkml:brushProperty name="color" value="#FFFFFF"/>
    </inkml:brush>
  </inkml:definitions>
  <inkml:trace contextRef="#ctx0" brushRef="#br0">131 560 24568,'-130'-560'0,"656"793"0,-1052-466 0,1204 1053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22.742"/>
    </inkml:context>
    <inkml:brush xml:id="br0">
      <inkml:brushProperty name="width" value="0.35" units="cm"/>
      <inkml:brushProperty name="height" value="0.35" units="cm"/>
      <inkml:brushProperty name="color" value="#FFFFFF"/>
    </inkml:brush>
  </inkml:definitions>
  <inkml:trace contextRef="#ctx0" brushRef="#br0">0 0 24575,'5'0'0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23.887"/>
    </inkml:context>
    <inkml:brush xml:id="br0">
      <inkml:brushProperty name="width" value="0.35" units="cm"/>
      <inkml:brushProperty name="height" value="0.35" units="cm"/>
      <inkml:brushProperty name="color" value="#FFFFFF"/>
    </inkml:brush>
  </inkml:definitions>
  <inkml:trace contextRef="#ctx0" brushRef="#br0">1 1 24575,'2'3'0,"0"0"0,0 0 0,1 0 0,0 0 0,-1 0 0,1 0 0,0-1 0,0 0 0,1 1 0,-1-1 0,0 0 0,1-1 0,-1 1 0,1-1 0,0 1 0,7 1 0,8 1 0,1 0 0,21 0 0,-17-1 0,44 8 0,-1 3 0,-1 4 0,88 34 0,-119-40 63,0-2 1,1-2-1,1-1 0,57 4 0,147-10-689,-145-3-429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24.992"/>
    </inkml:context>
    <inkml:brush xml:id="br0">
      <inkml:brushProperty name="width" value="0.35" units="cm"/>
      <inkml:brushProperty name="height" value="0.35" units="cm"/>
      <inkml:brushProperty name="color" value="#FFFFFF"/>
    </inkml:brush>
  </inkml:definitions>
  <inkml:trace contextRef="#ctx0" brushRef="#br0">0 202 24575,'21'-1'0,"-1"-1"0,22-5 0,10 0 0,20-4 0,85-23 0,1-1 0,-13 13 0,160-1 0,151 20 0,-436 3 0,-1-2 0,0 0 0,-1-1 0,1-1 0,0 0 0,27-12 0,-22 9 0,0 2 0,0 0 0,0 1 0,30 0 0,101 4 0,-77 2 0,216-1-1365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28.037"/>
    </inkml:context>
    <inkml:brush xml:id="br0">
      <inkml:brushProperty name="width" value="0.35" units="cm"/>
      <inkml:brushProperty name="height" value="0.35" units="cm"/>
      <inkml:brushProperty name="color" value="#FFFFFF"/>
    </inkml:brush>
  </inkml:definitions>
  <inkml:trace contextRef="#ctx0" brushRef="#br0">1166 175 24575,'-11'5'0,"0"-1"0,-1 0 0,1 0 0,-1-2 0,0 1 0,-14 0 0,-76 2 0,71-5 0,-89 0 0,144-1 0,28-1 0,0 2 0,0 3 0,-1 1 0,56 13 0,-54-5 0,1-3 0,86 4 0,107-13 0,-298-11 0,-91-2 0,-176 8 0,214 5 0,18 0 0,-613 12 0,691-12 0,-18 1 0,1 0 0,-1 2 0,1 1 0,0 0 0,0 2 0,-32 12 0,55-17 0,0 0 0,0-1 0,0 1 0,0 0 0,1 0 0,-1 0 0,0 0 0,0 0 0,1 0 0,-1 1 0,1-1 0,-1 1 0,1-1 0,0 1 0,-1-1 0,1 1 0,0 0 0,0 0 0,-1 3 0,2-4 0,0 0 0,0 1 0,0-1 0,0 0 0,1 0 0,-1 1 0,0-1 0,1 0 0,-1 0 0,1 0 0,-1 1 0,1-1 0,0 0 0,0 0 0,-1 0 0,1 0 0,0 0 0,0 0 0,0-1 0,0 1 0,0 0 0,2 1 0,5 3 0,0-1 0,0 1 0,0-1 0,1-1 0,0 0 0,17 5 0,23-2 0,-1-2 0,88-3 0,-71-1 0,174-1-102,948-24-1176,-949 12 1278,506-42 0,-694 50 0,-1-3 0,0-2 0,0-2 0,-1-2 0,88-40 0,-117 46 69,0 1 0,0 1 0,1 1-1,-1 1 1,1 0 0,28-1 0,123 6 681,-86 2-602,706-2-148,-593 14 0,-75-3 0,-116-9 0,-23 1 0,-33 2 0,-463 13 0,389-20 0,-1172 0 0,2844 1 0,-1495-3 0,-1-2 0,1-3 0,79-22 0,-35 7 0,-46 12 0,80-18 0,101-28 0,-188 46 0,1 2 0,0 1 0,67-1 0,145 10 0,-101 3 0,447-4-1365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30.606"/>
    </inkml:context>
    <inkml:brush xml:id="br0">
      <inkml:brushProperty name="width" value="0.35" units="cm"/>
      <inkml:brushProperty name="height" value="0.35" units="cm"/>
      <inkml:brushProperty name="color" value="#FFFFFF"/>
    </inkml:brush>
  </inkml:definitions>
  <inkml:trace contextRef="#ctx0" brushRef="#br0">1842 1 24575,'-26'1'0,"-1"2"0,1 1 0,-44 11 0,-25 5 0,47-11 0,1 1 0,1 2 0,0 3 0,-57 26 0,35-15 0,-96 23 0,-5 1 0,128-37 0,0-1 0,0-3 0,-49 6 0,-129-5 0,122-9 0,12 1 0,-118-13 0,195 10 0,-1-1 0,0 0 0,1 0 0,0-1 0,-1 0 0,-12-6 0,20 8 0,0 0 0,0 1 0,-1-1 0,1 0 0,0 0 0,0 0 0,0 0 0,0 0 0,0 0 0,0 0 0,1 0 0,-1-1 0,0 1 0,1 0 0,-1 0 0,0-1 0,1 1 0,-1 0 0,1-3 0,0 2 0,0 0 0,0 0 0,1 0 0,-1 0 0,1 0 0,0 0 0,0 0 0,-1 0 0,1 1 0,0-1 0,1 0 0,-1 0 0,0 1 0,0-1 0,1 1 0,-1-1 0,1 1 0,1-2 0,9-7 0,1 1 0,0 1 0,0 0 0,0 1 0,1 0 0,0 1 0,1 0 0,-1 1 0,1 1 0,0 1 0,24-4 0,19 1 0,99 3 0,-120 4 0,454 3 0,-458-3 0,-34-1 0,1 0 0,0 1 0,0-1 0,0 0 0,0 0 0,0 0 0,-1 0 0,1 1 0,0-1 0,0 0 0,0 0 0,0 0 0,0 1 0,0-1 0,0 0 0,0 0 0,0 0 0,0 1 0,0-1 0,0 0 0,0 0 0,0 0 0,0 1 0,0-1 0,0 0 0,0 0 0,0 0 0,0 1 0,0-1 0,0 0 0,0 0 0,0 0 0,0 1 0,1-1 0,-1 0 0,0 0 0,0 0 0,0 0 0,0 1 0,0-1 0,1 0 0,-1 0 0,0 0 0,0 0 0,0 0 0,0 0 0,1 0 0,-1 1 0,0-1 0,1 0 0,-29 11 0,20-7 0,-126 66 0,85-42 0,-56 23 0,68-36 99,-3 2-587,0-2 0,-53 12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33.524"/>
    </inkml:context>
    <inkml:brush xml:id="br0">
      <inkml:brushProperty name="width" value="0.35" units="cm"/>
      <inkml:brushProperty name="height" value="0.35" units="cm"/>
      <inkml:brushProperty name="color" value="#FFFFFF"/>
    </inkml:brush>
  </inkml:definitions>
  <inkml:trace contextRef="#ctx0" brushRef="#br0">0 496 24575,'101'-1'0,"7"0"0,128 14 0,-118 1 0,-192-10 0,54-4 0,1-1 0,-1-1 0,1 0 0,-1-2 0,-19-6 0,29 7 0,0-1 0,1 0 0,-1-1 0,0 0 0,1 0 0,0-1 0,1 0 0,-1-1 0,1 0 0,0 0 0,-6-9 0,-23-32 0,-47-81 0,67 101 0,15 25 0,-1-1 0,1 0 0,0 0 0,0 0 0,0 0 0,1 0 0,-1 0 0,1 0 0,0 0 0,0-1 0,1 1 0,-1 0 0,1-1 0,0 1 0,0-1 0,0 1 0,1 0 0,-1-1 0,1 1 0,0 0 0,1-1 0,-1 1 0,1 0 0,0 0 0,0 0 0,0 0 0,0 1 0,0-1 0,1 0 0,0 1 0,0 0 0,0 0 0,0 0 0,0 0 0,1 0 0,7-4 0,0-1 0,11-6 0,41-21 0,-54 31 0,0 0 0,0 1 0,1 1 0,-1-1 0,1 2 0,-1-1 0,1 1 0,13 0 0,2 4-170,0 1-1,0 1 0,0 0 1,-1 2-1,0 1 0,0 1 1,22 13-1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34.996"/>
    </inkml:context>
    <inkml:brush xml:id="br0">
      <inkml:brushProperty name="width" value="0.35" units="cm"/>
      <inkml:brushProperty name="height" value="0.35" units="cm"/>
      <inkml:brushProperty name="color" value="#FFFFFF"/>
    </inkml:brush>
  </inkml:definitions>
  <inkml:trace contextRef="#ctx0" brushRef="#br0">720 1 24575,'-719'0'0,"968"0"-1365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06:45.456"/>
    </inkml:context>
    <inkml:brush xml:id="br0">
      <inkml:brushProperty name="width" value="0.35" units="cm"/>
      <inkml:brushProperty name="height" value="0.35" units="cm"/>
      <inkml:brushProperty name="color" value="#FFFFFF"/>
    </inkml:brush>
  </inkml:definitions>
  <inkml:trace contextRef="#ctx0" brushRef="#br0">2 458 24575,'0'-17'0,"-1"5"0,1-1 0,0 1 0,1-1 0,0 1 0,1-1 0,1 1 0,0 0 0,0 0 0,6-13 0,5-4 0,-8 15 0,0 0 0,1 0 0,1 1 0,0 0 0,1 0 0,12-13 0,7-5 0,-24 25 0,1 0 0,0 0 0,0 0 0,1 1 0,0 0 0,0 0 0,0 0 0,0 1 0,1 0 0,0 0 0,-1 0 0,2 1 0,9-4 0,17 2 0,0 1 0,1 2 0,-1 1 0,48 4 0,-6 0 0,692-1 0,-766-2 0,37-3 0,-38 3 0,0 0 0,0 0 0,0 0 0,-1 0 0,1 0 0,0 0 0,0 0 0,0 0 0,-1-1 0,1 1 0,0 0 0,0-1 0,0 1 0,-1 0 0,1-1 0,0 1 0,-1-1 0,1 1 0,0-1 0,-1 1 0,1-1 0,-1 1 0,1-1 0,-1 0 0,1 1 0,-1-1 0,1 0 0,-1 1 0,0-1 0,1 0 0,-1 0 0,0 1 0,0-1 0,1 0 0,-1 0 0,0 0 0,0 1 0,0-1 0,0-1 0,-1 0 0,0 1 0,0 0 0,0-1 0,0 1 0,0 0 0,0-1 0,0 1 0,0 0 0,-1 0 0,1 0 0,0 0 0,-1 0 0,1 0 0,-1 1 0,1-1 0,-1 0 0,0 1 0,1-1 0,-3 1 0,-35-8 0,33 7 0,-79-7 0,0 4 0,-88 7 0,32 0 0,106-3 0,-25-1 0,0 3 0,0 2 0,-68 14 0,65-5 0,27-7 0,1 2 0,-1 1 0,1 2 0,1 1 0,-53 27 0,86-38 0,-1 0 0,0 0 0,0 0 0,0 0 0,1 0 0,-1 1 0,1-1 0,-1 0 0,1 1 0,-1 0 0,1-1 0,0 1 0,0 0 0,0-1 0,0 1 0,0 0 0,-1 4 0,2-5 0,0 0 0,0 1 0,0-1 0,0 1 0,0-1 0,1 0 0,-1 1 0,0-1 0,1 0 0,-1 1 0,1-1 0,-1 0 0,1 1 0,0-1 0,0 0 0,-1 0 0,1 0 0,0 0 0,2 2 0,2 2 0,1-1 0,0 0 0,-1 0 0,1-1 0,1 0 0,-1 0 0,0 0 0,1-1 0,7 3 0,150 40 0,-2 2 0,-121-37 0,1-1 0,0-3 0,0-1 0,73-2 0,-23-1 0,38 12 0,-83-8 0,90 1 0,-114-11 0,-23 4 0,0 0 0,1 0 0,-1 0 0,0 0 0,0 0 0,0 0 0,0-1 0,0 1 0,0 0 0,0 0 0,1 0 0,-1 0 0,0 0 0,0 0 0,0-1 0,0 1 0,0 0 0,0 0 0,0 0 0,0 0 0,0 0 0,0-1 0,0 1 0,0 0 0,0 0 0,0 0 0,0 0 0,0 0 0,0-1 0,0 1 0,0 0 0,0 0 0,0 0 0,0 0 0,0 0 0,0-1 0,0 1 0,0 0 0,0 0 0,-1 0 0,1 0 0,0 0 0,0 0 0,0-1 0,0 1 0,0 0 0,0 0 0,0 0 0,0 0 0,-1 0 0,1 0 0,0 0 0,0 0 0,0 0 0,-1 0 0,-2-2 0,-1 0 0,0 0 0,0 1 0,0 0 0,0-1 0,-1 1 0,-3 0 0,-92-7 0,-165 6 0,124 5 0,112-3 0,0 2 0,0 0 0,0 2 0,-37 11 0,4-2 0,0-3 0,-84 4 0,146-14 0,-36 6 0,36-6 0,0 0 0,0 0 0,-1 0 0,1 0 0,0 0 0,-1 1 0,1-1 0,0 0 0,-1 0 0,1 0 0,0 0 0,0 1 0,-1-1 0,1 0 0,0 0 0,0 1 0,-1-1 0,1 0 0,0 0 0,0 1 0,0-1 0,0 0 0,-1 1 0,1-1 0,0 0 0,0 0 0,0 1 0,0-1 0,0 0 0,0 1 0,14 12 0,5-4 0,0-1 0,1 0 0,0-1 0,0-1 0,1-1 0,0-1 0,26 1 0,154 1 0,-193-6 0,460-20 0,65 7 0,-338 15 0,-187-2 0,39-2 0,-45 2 0,0 0 0,-1 0 0,1 0 0,0-1 0,-1 1 0,1 0 0,-1-1 0,1 0 0,-1 1 0,1-1 0,-1 0 0,1 0 0,-1 0 0,1 0 0,-1 0 0,0 0 0,0 0 0,1 0 0,-1 0 0,0-1 0,0 1 0,1-3 0,-2 3 0,0 1 0,0-1 0,0 0 0,0 1 0,0-1 0,0 0 0,0 0 0,-1 1 0,1-1 0,0 0 0,-1 1 0,1-1 0,0 0 0,-1 1 0,1-1 0,-1 1 0,1-1 0,0 1 0,-1-1 0,0 1 0,1-1 0,-1 1 0,1-1 0,-1 1 0,1-1 0,-1 1 0,0 0 0,1 0 0,-1-1 0,-1 1 0,-24-10 0,20 9 0,6 1 0,0 0 0,0 0 0,0 0 0,0 0 0,0-1 0,0 1 0,0 0 0,0 0 0,0 0 0,1 0 0,-1 0 0,0 0 0,0 0 0,0 0 0,0 0 0,0 0 0,0 0 0,0 0 0,0-1 0,0 1 0,0 0 0,0 0 0,0 0 0,0 0 0,0 0 0,0 0 0,0 0 0,0 0 0,0 0 0,0 0 0,0-1 0,0 1 0,0 0 0,0 0 0,0 0 0,0 0 0,0 0 0,0 0 0,-1 0 0,1 0 0,0 0 0,0 0 0,0 0 0,0-1 0,0 1 0,0 0 0,0 0 0,0 0 0,0 0 0,0 0 0,0 0 0,16-2 0,28 0 0,2508 5 0,-1709-4 0,-794-1 0,54-10 0,29-1 0,-82 11 0,34-2 0,113 11 0,-161-2 0,51 16 0,-54-12 0,67 9 0,114-16 0,-204-2 0,-411 1 0,169-3 0,-2497 2 0,2705 2 0,0 0 0,1 2 0,-1 1 0,-31 10 0,27-7 0,1-1 0,-49 5 0,-333-8 0,210-7 0,191 3 15,-117-5-1395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5:22:36.697"/>
    </inkml:context>
    <inkml:brush xml:id="br0">
      <inkml:brushProperty name="width" value="0.35" units="cm"/>
      <inkml:brushProperty name="height" value="0.35" units="cm"/>
      <inkml:brushProperty name="color" value="#FFFFFF"/>
    </inkml:brush>
  </inkml:definitions>
  <inkml:trace contextRef="#ctx0" brushRef="#br0">111 1 24575,'27'16'0,"1"-1"0,47 19 0,-16-9 0,-24-10 0,2-2 0,0-1 0,0-2 0,1-2 0,71 7 0,197-8 0,-227-8 0,79-1 0,223 5 0,-356 0 0,0 1 0,0 2 0,-1 0 0,32 13 0,23 7 0,-19-11 0,0-3 0,1-2 0,1-3 0,64-1 0,-215-8 0,-51 2 0,121 1 0,0 1 0,0 1 0,1 1 0,-1 0 0,-22 10 0,-148 62 0,133-55 0,34-12 0,-1-1 0,-1 0 0,1-2 0,-39 6 0,6-10 0,0-3 0,-93-12 0,-28-2 0,-16 1 0,-8 0 0,161 15 0,-70 12 0,-13 1 0,42-14 0,45-1 0,0 2 0,-37 5 0,51 2 0,21-8 0,1 0 0,0 1 0,0-1 0,-1 0 0,1 0 0,0 1 0,0-1 0,-1 0 0,1 0 0,0 1 0,0-1 0,0 0 0,0 0 0,0 1 0,-1-1 0,1 0 0,0 1 0,0-1 0,0 0 0,0 1 0,0-1 0,0 0 0,0 1 0,0-1 0,0 0 0,0 1 0,0-1 0,0 0 0,1 1 0,-1-1 0,0 0 0,0 1 0,0-1 0,0 1 0,3 1 0,0 1 0,0 0 0,0 0 0,0-1 0,0 0 0,1 0 0,-1 0 0,8 4 0,52 22 0,101 32 0,76 7 0,-82-24 0,-90-25 0,2-2 0,0-4 0,1-3 0,119 1 0,1711-13 0,-1121 4 0,-742 2 0,1 1 0,-1 2 0,0 2 0,42 13 0,-37-8 0,1-3 0,75 9 0,-113-19 0,12 0 0,0 2 0,0-1 0,0 2 0,0 1 0,0 0 0,0 1 0,22 10 0,-20-6 0,1 0 0,0-1 0,0-1 0,0-1 0,1-1 0,0-1 0,27 1 0,160-3 0,-114-5 0,877 3 0,-960 0 0,-1 0 0,0 0 0,1 0 0,-1-1 0,0 0 0,0-1 0,19-6 0,-29 8 0,-1 0 0,1 0 0,-1 0 0,0 0 0,1-1 0,-1 1 0,1 0 0,-1 0 0,0 0 0,1-1 0,-1 1 0,1 0 0,-1 0 0,0-1 0,1 1 0,-1 0 0,0-1 0,1 1 0,-1 0 0,0-1 0,0 1 0,0-1 0,1 1 0,-1 0 0,0-1 0,0 1 0,0-1 0,0 1 0,1-1 0,-1 1 0,0-1 0,-11-10 0,-22-2 0,-138-23 0,-25-18 0,8 10 0,29 7 0,106 24 0,0 3 0,-1 2 0,-66-2 0,-167 10 0,127 3 0,-343-3 0,2414 0 0,-1874 3-191,0 2 0,-1 1-1,1 2 1,47 17 0,-72-22-218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6:14.249"/>
    </inkml:context>
    <inkml:brush xml:id="br0">
      <inkml:brushProperty name="width" value="0.35" units="cm"/>
      <inkml:brushProperty name="height" value="0.35" units="cm"/>
      <inkml:brushProperty name="color" value="#FFFFFF"/>
    </inkml:brush>
  </inkml:definitions>
  <inkml:trace contextRef="#ctx0" brushRef="#br0">508 514 24553,'-508'-269'0,"1028"24"0,-1040 490 0,1734-217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6:15.527"/>
    </inkml:context>
    <inkml:brush xml:id="br0">
      <inkml:brushProperty name="width" value="0.35" units="cm"/>
      <inkml:brushProperty name="height" value="0.35" units="cm"/>
      <inkml:brushProperty name="color" value="#FFFFFF"/>
    </inkml:brush>
  </inkml:definitions>
  <inkml:trace contextRef="#ctx0" brushRef="#br0">739 179 24575,'-34'-2'0,"1"-2"0,-1-1 0,1-2 0,-36-12 0,-7-1 0,3 5 0,38 9 0,0-2 0,-41-15 0,-43-12 0,40 13 0,37 10-1365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7:50.994"/>
    </inkml:context>
    <inkml:brush xml:id="br0">
      <inkml:brushProperty name="width" value="0.035" units="cm"/>
      <inkml:brushProperty name="height" value="0.035" units="cm"/>
    </inkml:brush>
  </inkml:definitions>
  <inkml:trace contextRef="#ctx0" brushRef="#br0">1161 69 24575,'-34'-2'0,"1"-1"0,0-2 0,-48-13 0,44 8 0,1 3 0,-57-5 0,-41 12 0,75 2 0,-76-8 0,110 3 0,0 0 0,0 2 0,0 1 0,0 1 0,-30 5 0,45-4 0,1 0 0,-1 1 0,1 0 0,0 1 0,0 0 0,0 0 0,1 1 0,0 0 0,0 0 0,0 1 0,0 0 0,1 1 0,0 0 0,0 0 0,1 0 0,-8 11 0,-3 8 0,1 0 0,1 1 0,2 0 0,-16 43 0,22-50 0,-7 19 0,2-1 0,1 2 0,2-1 0,-6 62 0,14 202 0,3-138 0,0-135 0,1-1 0,1 1 0,1-1 0,2 0 0,16 45 0,66 135 0,41 25 0,-89-166 0,-2 1 0,53 135 0,-41-83 0,-32-82 0,19 59 0,-13-20 0,4-2 0,69 132 0,16-7 0,27 51 0,-86-160 0,8 15 0,-30-47 0,3 0 0,49 60 0,-3-4 0,-40-58 0,65 69 0,0-2 0,130 146 0,-191-229 0,2-1 0,2-3 0,76 45 0,0 0 0,32 13 0,4 3 0,-110-61 0,2-3 0,1-1 0,1-4 0,2-2 0,97 33 0,-129-53 0,30 10 0,93 17 0,-28-20 0,205 0 0,-140-1 0,-127-7 0,89-1 0,-133-7 0,0 0 0,0-1 0,0 0 0,0-1 0,0-1 0,-1 0 0,1-1 0,-1 0 0,0-2 0,23-13 0,-22 9 0,-8 8 0,-1-1 0,0 0 0,0-1 0,0 1 0,-1-1 0,0 0 0,1-1 0,-2 1 0,1-1 0,-1 0 0,0 0 0,0-1 0,4-9 0,-3 3 0,0 1 0,1 0 0,0 0 0,1 0 0,0 1 0,1 0 0,0 0 0,1 1 0,0 0 0,0 1 0,16-12 0,1-2 120,-25 22-179,0 0-1,0 0 1,-1 0-1,1 0 1,0 0 0,0 0-1,-1 0 1,1 0-1,-1 0 1,1-1 0,-1 1-1,0 0 1,1 0-1,-1-1 1,0 1 0,0 0-1,0 0 1,0-1-1,0 1 1,0 0 0,0-1-1,0 1 1,0 0-1,-1-2 1,-8-10-6767</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7:52.417"/>
    </inkml:context>
    <inkml:brush xml:id="br0">
      <inkml:brushProperty name="width" value="0.035" units="cm"/>
      <inkml:brushProperty name="height" value="0.035" units="cm"/>
    </inkml:brush>
  </inkml:definitions>
  <inkml:trace contextRef="#ctx0" brushRef="#br0">1 1 24575,'4'3'0,"0"-1"0,0 1 0,1 0 0,0-1 0,-1 0 0,1 0 0,0 0 0,0-1 0,0 0 0,0 0 0,0 0 0,0 0 0,9-1 0,14 4 0,23 9 0,-1 2 0,0 2 0,72 37 0,-17-8 0,-9-13 0,-52-20 0,-39-12 0,-1 1 0,0-1 0,0 1 0,0 0 0,0 0 0,0 0 0,0 1 0,0-1 0,-1 1 0,1 0 0,-1 0 0,0 0 0,0 0 0,0 0 0,0 1 0,-1 0 0,1-1 0,-1 1 0,3 8 0,-3-7 0,-1 1 0,0 0 0,0 0 0,-1 0 0,1 0 0,-1 0 0,-1 0 0,1 0 0,-1 0 0,0 0 0,-1 0 0,1 0 0,-5 10 0,-20 44 0,-56 95 0,69-131 0,-94 132 0,27-44 0,52-69-101,11-13-215,-2-2 0,0 0 0,-39 40 0,41-53-6510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7:58.228"/>
    </inkml:context>
    <inkml:brush xml:id="br0">
      <inkml:brushProperty name="width" value="0.035" units="cm"/>
      <inkml:brushProperty name="height" value="0.035" units="cm"/>
    </inkml:brush>
  </inkml:definitions>
  <inkml:trace contextRef="#ctx0" brushRef="#br0">114 405 24575,'105'2'0,"-36"0"0,88-8 0,-151 5 0,1 0 0,-1-1 0,0 0 0,0 0 0,0-1 0,0 1 0,7-5 0,-12 6 0,0 1 0,0-1 0,0 1 0,0-1 0,0 0 0,0 0 0,-1 1 0,1-1 0,0 0 0,-1 0 0,1 0 0,0 0 0,-1 0 0,1 0 0,-1 0 0,1 0 0,-1 0 0,0 0 0,1-2 0,-1 2 0,-1 0 0,1 0 0,0-1 0,-1 1 0,1 0 0,-1 0 0,1 0 0,-1 0 0,0 0 0,1 0 0,-1 0 0,0 0 0,0 0 0,0 0 0,0 0 0,0 0 0,0 0 0,0 1 0,0-1 0,0 0 0,0 1 0,-2-1 0,-227-154 0,53 33 0,113 76-1365,39 27-5461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7:59.573"/>
    </inkml:context>
    <inkml:brush xml:id="br0">
      <inkml:brushProperty name="width" value="0.035" units="cm"/>
      <inkml:brushProperty name="height" value="0.035" units="cm"/>
    </inkml:brush>
  </inkml:definitions>
  <inkml:trace contextRef="#ctx0" brushRef="#br0">1 1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2.887"/>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3.52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4.074"/>
    </inkml:context>
    <inkml:brush xml:id="br0">
      <inkml:brushProperty name="width" value="0.35" units="cm"/>
      <inkml:brushProperty name="height" value="0.35" units="cm"/>
      <inkml:brushProperty name="color" value="#FFFFFF"/>
    </inkml:brush>
  </inkml:definitions>
  <inkml:trace contextRef="#ctx0" brushRef="#br0">0 0 24575,'5'0'0,"11"0"0,13 0 0,5 0 0,8 0 0,1 0 0,2 0 0,4 0 0,-2 0 0,1 0 0,-4 0 0,-3 0 0,-5 0 0,-3 0 0,2 0 0,4 0 0,2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5.214"/>
    </inkml:context>
    <inkml:brush xml:id="br0">
      <inkml:brushProperty name="width" value="0.35" units="cm"/>
      <inkml:brushProperty name="height" value="0.35" units="cm"/>
      <inkml:brushProperty name="color" value="#FFFFFF"/>
    </inkml:brush>
  </inkml:definitions>
  <inkml:trace contextRef="#ctx0" brushRef="#br0">1 58 24575,'66'1'0,"0"-4"0,112-17 0,-88 5 0,0 4 0,170 1 0,920 13 132,-679-4-1629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6.769"/>
    </inkml:context>
    <inkml:brush xml:id="br0">
      <inkml:brushProperty name="width" value="0.35" units="cm"/>
      <inkml:brushProperty name="height" value="0.35" units="cm"/>
      <inkml:brushProperty name="color" value="#FFFFFF"/>
    </inkml:brush>
  </inkml:definitions>
  <inkml:trace contextRef="#ctx0" brushRef="#br0">1 62 24575,'0'-2'0,"0"1"0,1-1 0,-1 0 0,1 1 0,0-1 0,-1 1 0,1 0 0,0-1 0,0 1 0,0-1 0,0 1 0,0 0 0,0 0 0,1 0 0,-1-1 0,0 1 0,1 0 0,-1 1 0,0-1 0,1 0 0,-1 0 0,1 1 0,3-2 0,39-11 0,-43 12 0,52-7 0,0 2 0,1 2 0,94 6 0,-58 0 0,1763 1 148,-1036-4-1661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8.261"/>
    </inkml:context>
    <inkml:brush xml:id="br0">
      <inkml:brushProperty name="width" value="0.35" units="cm"/>
      <inkml:brushProperty name="height" value="0.35" units="cm"/>
      <inkml:brushProperty name="color" value="#FFFFFF"/>
    </inkml:brush>
  </inkml:definitions>
  <inkml:trace contextRef="#ctx0" brushRef="#br0">1 119 24575,'1'-3'0,"0"0"0,0 0 0,0 0 0,1 1 0,-1-1 0,1 1 0,0-1 0,-1 1 0,1 0 0,0 0 0,0-1 0,1 1 0,-1 1 0,0-1 0,1 0 0,-1 0 0,1 1 0,5-3 0,8-6 0,-5 2 0,1 0 0,0 1 0,1 1 0,-1 0 0,1 1 0,0 0 0,1 1 0,-1 0 0,1 1 0,16-1 0,16 0 0,81 5 0,-60 1 0,858 0 0,-852 2 0,120 21 0,40 2 0,-47-26-1365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09.371"/>
    </inkml:context>
    <inkml:brush xml:id="br0">
      <inkml:brushProperty name="width" value="0.35" units="cm"/>
      <inkml:brushProperty name="height" value="0.35" units="cm"/>
      <inkml:brushProperty name="color" value="#FFFFFF"/>
    </inkml:brush>
  </inkml:definitions>
  <inkml:trace contextRef="#ctx0" brushRef="#br0">1747 0 24575,'-1746'0'-1365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10.892"/>
    </inkml:context>
    <inkml:brush xml:id="br0">
      <inkml:brushProperty name="width" value="0.35" units="cm"/>
      <inkml:brushProperty name="height" value="0.35" units="cm"/>
      <inkml:brushProperty name="color" value="#FFFFFF"/>
    </inkml:brush>
  </inkml:definitions>
  <inkml:trace contextRef="#ctx0" brushRef="#br0">1 0 24575,'67'17'0,"148"53"0,-68-21 0,724 224 0,-660-225 0,-179-43 0,0-2 0,0-1 0,0-1 0,49-6 0,77-7 0,179 10 0,-182 4 0,-204-6 0,-1-1 0,1-3 0,-93-28 0,29 7 0,-70 2 0,-6-2 0,50 2-1365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16:03:13.157"/>
    </inkml:context>
    <inkml:brush xml:id="br0">
      <inkml:brushProperty name="width" value="0.35" units="cm"/>
      <inkml:brushProperty name="height" value="0.35" units="cm"/>
      <inkml:brushProperty name="color" value="#FFFFFF"/>
    </inkml:brush>
  </inkml:definitions>
  <inkml:trace contextRef="#ctx0" brushRef="#br0">1419 144 24575,'-25'-10'0,"0"0"0,0 2 0,-1 1 0,0 2 0,0 0 0,-28-1 0,-10-3 0,40 4 0,1-1 0,-26-10 0,-26-7 0,21 12 0,-1 2 0,-1 2 0,-76 1 0,-212 8 0,327-1 0,0 1 0,0 1 0,0 0 0,1 1 0,-21 8 0,15-4 0,0-2 0,-28 5 0,-70 2-1365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7:50.406"/>
    </inkml:context>
    <inkml:brush xml:id="br0">
      <inkml:brushProperty name="width" value="0.35" units="cm"/>
      <inkml:brushProperty name="height" value="0.35" units="cm"/>
      <inkml:brushProperty name="color" value="#FFFFFF"/>
    </inkml:brush>
  </inkml:definitions>
  <inkml:trace contextRef="#ctx0" brushRef="#br0">0 89 24575,'94'2'0,"100"-5"0,-162-1 0,0-2 0,53-17 0,0 1 0,-43 12 0,-18 4 0,0 1 0,47-4 0,583 7 0,-322 4 0,1311-2 0,-1618 2 68,0 1-1,1 1 1,-2 1-1,34 11 1,-31-8-636,1-1 1,57 7-1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7:52.254"/>
    </inkml:context>
    <inkml:brush xml:id="br0">
      <inkml:brushProperty name="width" value="0.35" units="cm"/>
      <inkml:brushProperty name="height" value="0.35" units="cm"/>
      <inkml:brushProperty name="color" value="#FFFFFF"/>
    </inkml:brush>
  </inkml:definitions>
  <inkml:trace contextRef="#ctx0" brushRef="#br0">1 0 24575,'1505'0'-1365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7:54.770"/>
    </inkml:context>
    <inkml:brush xml:id="br0">
      <inkml:brushProperty name="width" value="0.35" units="cm"/>
      <inkml:brushProperty name="height" value="0.35" units="cm"/>
      <inkml:brushProperty name="color" value="#FFFFFF"/>
    </inkml:brush>
  </inkml:definitions>
  <inkml:trace contextRef="#ctx0" brushRef="#br0">0 0 24575,'4'1'0,"-1"-1"0,1 1 0,-1 0 0,1 0 0,-1 0 0,0 1 0,1-1 0,-1 1 0,0-1 0,0 1 0,0 0 0,0 0 0,0 1 0,-1-1 0,1 0 0,-1 1 0,4 5 0,6 7 0,-1 0 0,10 21 0,-8-13 0,7 8 0,-3-1 0,2-2 0,1 0 0,29 32 0,-41-52 0,0 0 0,1-1 0,-1 0 0,1-1 0,1 0 0,-1 0 0,1-1 0,0 0 0,0-1 0,0 0 0,1-1 0,-1 0 0,1 0 0,16 1 0,23-1 0,-24-1 0,1 1 0,45 10 0,-31-3 0,0-2 0,78 5 0,83-10 0,-138-4 0,-21-1 0,74-15 0,-72 9 0,-14 2-1365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7:57.360"/>
    </inkml:context>
    <inkml:brush xml:id="br0">
      <inkml:brushProperty name="width" value="0.35" units="cm"/>
      <inkml:brushProperty name="height" value="0.35" units="cm"/>
      <inkml:brushProperty name="color" value="#FFFFFF"/>
    </inkml:brush>
  </inkml:definitions>
  <inkml:trace contextRef="#ctx0" brushRef="#br0">1085 0 24575,'-23'10'0,"6"-2"0,-42 11 0,23-6 0,-1-2 0,-1-2 0,-60 8 0,-202-14 0,147-6 0,-171 3-1365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8:01.037"/>
    </inkml:context>
    <inkml:brush xml:id="br0">
      <inkml:brushProperty name="width" value="0.35" units="cm"/>
      <inkml:brushProperty name="height" value="0.35" units="cm"/>
      <inkml:brushProperty name="color" value="#FFFFFF"/>
    </inkml:brush>
  </inkml:definitions>
  <inkml:trace contextRef="#ctx0" brushRef="#br0">1 4 24575,'0'3'0,"0"0"0,1 0 0,0-1 0,0 1 0,0 0 0,0 0 0,0-1 0,1 1 0,-1-1 0,1 1 0,0-1 0,-1 1 0,1-1 0,0 0 0,0 0 0,1 0 0,-1 0 0,4 2 0,54 33 0,-34-23 0,-12-6 0,0-1 0,1 0 0,0-1 0,0-1 0,28 7 0,82 6 0,-92-15 0,0 2 0,0 0 0,48 16 0,-52-12 0,0 0 0,0-3 0,1 0 0,50 2 0,122-9 0,-86-1 0,-107 2 0,1-1 0,-1 0 0,1 0 0,-1-1 0,10-2 0,-18 3 0,0 1 0,1 0 0,-1 0 0,0-1 0,1 1 0,-1-1 0,0 1 0,0-1 0,0 0 0,1 1 0,-1-1 0,0 0 0,0 0 0,0 0 0,0 0 0,0 0 0,0 0 0,-1 0 0,1 0 0,0 0 0,0 0 0,-1-1 0,1 1 0,-1 0 0,1 0 0,-1-1 0,1 1 0,-1 0 0,0-1 0,0 1 0,0 0 0,0-1 0,0 1 0,0 0 0,0-1 0,0 1 0,0 0 0,0-1 0,-1 1 0,1 0 0,-1-1 0,1 1 0,-1 0 0,1 0 0,-3-3 0,1 0 0,-1 1 0,0-1 0,0 1 0,-1 0 0,1 0 0,-1 0 0,1 0 0,-1 0 0,0 1 0,0 0 0,0-1 0,-1 2 0,-3-3 0,-67-18 0,51 16 0,-18-3 0,-1 3 0,1 1 0,-1 2 0,0 3 0,-43 3 0,34 0 0,1-3 0,-95-11 0,134 8 0,0-1 0,0 0 0,0-1 0,1 0 0,-14-9 0,11 7 0,1 0 0,-23-8 0,34 15 0,-26-10 0,28 10 0,0 0 0,0 0 0,0 0 0,0 0 0,-1 0 0,1 0 0,0 0 0,0 0 0,0 0 0,0 0 0,0 0 0,0 0 0,0 0 0,0 0 0,0 0 0,0 0 0,0 0 0,0 0 0,-1 0 0,1-1 0,0 1 0,0 0 0,0 0 0,0 0 0,0 0 0,0 0 0,0 0 0,0 0 0,0 0 0,0 0 0,0 0 0,0 0 0,0 0 0,0 0 0,0-1 0,0 1 0,0 0 0,0 0 0,0 0 0,0 0 0,0 0 0,0 0 0,0 0 0,0 0 0,0 0 0,0 0 0,0 0 0,0-1 0,0 1 0,0 0 0,0 0 0,0 0 0,0 0 0,0 0 0,0 0 0,0 0 0,0 0 0,0 0 0,1 0 0,-1 0 0,0 0 0,0 0 0,0 0 0,0 0 0,0-1 0,0 1 0,0 0 0,0 0 0,17-1 0,759 4 0,-760-3-455,0 1 0,22 3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9:48:05.551"/>
    </inkml:context>
    <inkml:brush xml:id="br0">
      <inkml:brushProperty name="width" value="0.35" units="cm"/>
      <inkml:brushProperty name="height" value="0.35" units="cm"/>
      <inkml:brushProperty name="color" value="#FFFFFF"/>
    </inkml:brush>
  </inkml:definitions>
  <inkml:trace contextRef="#ctx0" brushRef="#br0">0 0 24479,'1299'0'0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35:51.378"/>
    </inkml:context>
    <inkml:brush xml:id="br0">
      <inkml:brushProperty name="width" value="0.035" units="cm"/>
      <inkml:brushProperty name="height" value="0.035" units="cm"/>
      <inkml:brushProperty name="color" value="#140298"/>
    </inkml:brush>
  </inkml:definitions>
  <inkml:trace contextRef="#ctx0" brushRef="#br0">678 147 24575,'-56'-3'0,"0"-3"0,0-2 0,-90-25 0,75 16 0,27 9 0,-1 2 0,-86 1 0,59 3 0,279 4 0,-108-3 0,-73-1 26,0-1-1,-1-1 1,1-1-1,29-10 1,-28 7-400,1 1 1,0 1 0,36-3 0,-27 8-6453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35:57.273"/>
    </inkml:context>
    <inkml:brush xml:id="br0">
      <inkml:brushProperty name="width" value="0.35" units="cm"/>
      <inkml:brushProperty name="height" value="0.35" units="cm"/>
      <inkml:brushProperty name="color" value="#140298"/>
    </inkml:brush>
  </inkml:definitions>
  <inkml:trace contextRef="#ctx0" brushRef="#br0">631 177 24575,'-14'-1'0,"1"-1"0,-1 0 0,1-1 0,0 0 0,-25-10 0,-29-8 0,-364-85 0,405 94 0,26 12 0,0 0 0,-1 0 0,1-1 0,0 1 0,0 0 0,0 0 0,0 0 0,0 0 0,0-1 0,0 1 0,0 0 0,0 0 0,0 0 0,0-1 0,0 1 0,0 0 0,0 0 0,0 0 0,0-1 0,0 1 0,0 0 0,0 0 0,0 0 0,0-1 0,0 1 0,0 0 0,0 0 0,0 0 0,0 0 0,0-1 0,1 1 0,-1 0 0,0 0 0,0 0 0,0 0 0,0-1 0,0 1 0,1 0 0,-1 0 0,0 0 0,0 0 0,0 0 0,0 0 0,1 0 0,-1 0 0,0 0 0,0 0 0,0-1 0,1 1 0,-1 0 0,0 0 0,0 0 0,0 0 0,1 0 0,8-1 0,-1-1 0,1 1 0,17 0 0,792 2 0,-326 1 0,-423-4 0,-27 0 0,83 8 0,-112-4 0,0 1 0,0-1 0,0 2 0,-1 0 0,1 1 0,-1 0 0,0 0 0,-1 2 0,1-1 0,16 14 0,7 11 0,-2 1 0,-2 2 0,-1 1 0,-1 1 0,31 54 0,-51-76 0,-1 0 0,0 1 0,-1 0 0,-1 0 0,-1 1 0,0 0 0,0-1 0,2 24 0,-7-38 0,0 0 0,0 0 0,1 0 0,-1 0 0,0 0 0,0 0 0,0 0 0,-1 0 0,1 0 0,0 0 0,0 0 0,0-1 0,-1 1 0,1 0 0,0 0 0,-1 0 0,1 0 0,-1 0 0,0 1 0,0-2 0,1 0 0,-1 0 0,1 1 0,-1-1 0,0 0 0,1 0 0,-1 0 0,1 0 0,-1 0 0,1 0 0,-1 0 0,1 0 0,-1 0 0,1 0 0,-1 0 0,0-1 0,1 1 0,-1 0 0,1 0 0,-1 0 0,1-1 0,-1 1 0,0-1 0,-2-1 0,-1-1 0,1 1 0,0-1 0,0 0 0,0 0 0,0 0 0,-3-6 0,-16-40 0,19 42 0,1 0 0,-1 0 0,0 1 0,-1-1 0,0 0 0,0 1 0,0 0 0,-1 0 0,0 0 0,-8-7 0,-48-34 0,-111-65 0,153 102 0,0 2 0,0 0 0,-1 1 0,0 1 0,-34-5 0,-26-9 0,-154-43 0,183 54 0,0 1 0,-87-1 0,-542 12-1365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36:00.033"/>
    </inkml:context>
    <inkml:brush xml:id="br0">
      <inkml:brushProperty name="width" value="0.35" units="cm"/>
      <inkml:brushProperty name="height" value="0.35" units="cm"/>
      <inkml:brushProperty name="color" value="#140298"/>
    </inkml:brush>
  </inkml:definitions>
  <inkml:trace contextRef="#ctx0" brushRef="#br0">152 0 24575,'-4'1'0,"-1"-1"0,1 1 0,-1 1 0,1-1 0,0 0 0,0 1 0,-1 0 0,1 0 0,0 0 0,1 0 0,-1 1 0,0 0 0,-4 4 0,0 0 0,-1 1 0,2 1 0,-1-1 0,-6 12 0,7-7 0,1-1 0,0 2 0,1-1 0,0 0 0,1 1 0,1 0 0,0 0 0,1 0 0,1 1 0,0-1 0,0 0 0,2 1 0,0-1 0,0 0 0,2 0 0,-1 0 0,2 0 0,5 15 0,-5-23 0,-1 0 0,1-1 0,0 0 0,0 1 0,0-1 0,1-1 0,0 1 0,0-1 0,0 1 0,0-1 0,1-1 0,0 1 0,0-1 0,0 0 0,0-1 0,0 1 0,0-1 0,1 0 0,-1-1 0,1 1 0,-1-1 0,1-1 0,11 1 0,0-1 0,1 0 0,-1-2 0,1 0 0,-1-1 0,0-1 0,0 0 0,26-11 0,-16 2 0,-1-2 0,0-1 0,38-30 0,-3 3 0,-52 36 0,0 0 0,0 1 0,1 1 0,0 0 0,0 0 0,1 1 0,21-5 0,4 2 0,87-13 0,-112 19 0,-1-1 0,0-1 0,1 0 0,-1-1 0,-1 0 0,12-6 0,-9 4 0,0 1 0,0 0 0,24-5 0,6 5 0,1 2 0,62 4 0,-53 0 0,-29 1 0,0 1 0,0 1 0,0 2 0,0 0 0,44 19 0,-35-12 0,68 15 0,188 30 0,-285-58 0,18 3 0,1 2 0,0 0 0,40 15 0,-63-20 0,0-1 0,1 2 0,-1-1 0,0 0 0,1 0 0,-1 0 0,0 0 0,1 0 0,-1 0 0,0 0 0,1 0 0,-1 0 0,0 0 0,0 1 0,1-1 0,-1 0 0,0 0 0,0 0 0,1 1 0,-1-1 0,0 0 0,0 0 0,0 1 0,1-1 0,-1 0 0,0 0 0,0 1 0,0-1 0,0 0 0,0 1 0,1-1 0,-1 0 0,0 1 0,0-1 0,0 0 0,0 1 0,0-1 0,0 0 0,0 1 0,0-1 0,0 0 0,0 0 0,-1 1 0,1-1 0,0 1 0,-18 6 0,-27-1 0,-382-2 0,225-6 0,-201 2 0,410 1 0,0 0 0,0 1 0,0-1 0,14 7 0,8 2 0,306 60 0,-231-52 0,-16-3 0,142 7 0,-185-22 0,0-1 0,-1-2 0,1-2 0,-1-2 0,48-14 0,-83 19 0,-1-1 0,1-1 0,-1 1 0,0-2 0,0 1 0,10-8 0,-16 10 0,1 0 0,0 0 0,-1 0 0,1-1 0,-1 1 0,0-1 0,0 0 0,0 1 0,0-1 0,0 0 0,-1 0 0,1 0 0,-1-1 0,0 1 0,0 0 0,0 0 0,0-1 0,-1 1 0,1-5 0,-1 5 0,-1 1 0,0-1 0,0 0 0,0 1 0,0 0 0,0-1 0,0 1 0,-1 0 0,1-1 0,-1 1 0,1 0 0,-1 0 0,0 0 0,0 1 0,0-1 0,0 0 0,0 1 0,0-1 0,-1 1 0,1 0 0,0-1 0,-1 1 0,1 0 0,-4 0 0,-7-4 0,-1 0 0,-28-5 0,8 5-1365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36:07.747"/>
    </inkml:context>
    <inkml:brush xml:id="br0">
      <inkml:brushProperty name="width" value="0.35" units="cm"/>
      <inkml:brushProperty name="height" value="0.35" units="cm"/>
      <inkml:brushProperty name="color" value="#140298"/>
    </inkml:brush>
  </inkml:definitions>
  <inkml:trace contextRef="#ctx0" brushRef="#br0">2760 89 24575,'-48'1'0,"-99"-4"0,124 0 0,0 0 0,1-1 0,-1-1 0,-29-10 0,22 3 0,-1 1 0,0 2 0,-1 2 0,0 0 0,-55-3 0,-338 10 0,181 2 0,-701-2 0,896 3 0,0 2 0,-63 15 0,3-1 0,88-16 0,1 1 0,-1 1 0,1 0 0,0 1 0,0 2 0,1 0 0,0 1 0,0 0 0,-27 20 0,45-28 0,-1 0 0,1 0 0,-1 0 0,1 0 0,0 1 0,-1-1 0,1 0 0,0 1 0,0-1 0,0 1 0,0-1 0,0 1 0,0-1 0,0 1 0,1 0 0,-1-1 0,0 1 0,1 0 0,0 0 0,-1 1 0,1-1 0,1 0 0,-1-1 0,0 1 0,1 0 0,-1-1 0,1 1 0,0-1 0,0 1 0,-1-1 0,1 1 0,0-1 0,0 1 0,0-1 0,1 0 0,-1 0 0,0 0 0,2 2 0,4 2 0,-1-1 0,1 0 0,0 0 0,0-1 0,1 0 0,-1 0 0,15 3 0,22 0 0,0-1 0,0-3 0,81-6 0,-21 1 0,-76 3 0,-1-1 0,0-1 0,0-1 0,52-14 0,51-11 0,-76 19 0,33-15 0,-60 15 0,52-9 0,1 11 0,149 6 0,-98 4 0,396-3 0,-502 1 0,-1 0 0,0 2 0,0 1 0,34 10 0,86 38 0,-96-34 0,26 7 0,-101-24 0,0-2 0,0-1 0,0-2 0,0 0 0,1-2 0,-30-10 0,0 1 0,11 8 0,0 1 0,0 2 0,-1 2 0,-54 5 0,22-1 0,-64-3 0,-122 4 0,261-2 0,-58 7 0,59-7 0,0-1 0,-1 1 0,1-1 0,0 1 0,0 0 0,0-1 0,0 1 0,0 1 0,0-1 0,0 0 0,0 0 0,0 1 0,0-1 0,0 1 0,1-1 0,-1 1 0,1 0 0,-1 0 0,1 0 0,0-1 0,0 1 0,-2 4 0,3-5 0,0 1 0,0 0 0,0-1 0,0 1 0,1-1 0,-1 1 0,0-1 0,1 1 0,-1-1 0,1 1 0,0-1 0,-1 1 0,1-1 0,0 0 0,0 1 0,0-1 0,0 0 0,0 0 0,0 1 0,0-1 0,1 0 0,-1 0 0,0 0 0,1-1 0,-1 1 0,0 0 0,4 1 0,45 18 0,-41-18 0,26 10 0,2-3 0,-1-1 0,1-1 0,0-2 0,55 0 0,634-8 0,-695 1 0,1-1 0,31-7 0,44-4 0,-106 14 0,10-1 0,1 0 0,-1 0 0,16-5 0,-26 6 0,0 0 0,0 0 0,0-1 0,0 1 0,0-1 0,0 1 0,0-1 0,0 1 0,-1-1 0,1 1 0,0-1 0,0 0 0,0 1 0,-1-1 0,1 0 0,0 0 0,-1 1 0,1-1 0,-1 0 0,2-1 0,-2 0 0,-1 1 0,1 0 0,0 0 0,0 0 0,-1-1 0,1 1 0,0 0 0,-1 0 0,0 0 0,1 0 0,-1 0 0,1 0 0,-1 0 0,0 0 0,0 0 0,0 0 0,0 0 0,1 0 0,-1 0 0,0 1 0,0-1 0,-2-1 0,-6-3 0,0-1 0,0 1 0,0 1 0,-1 0 0,1 0 0,-1 0 0,0 2 0,0-1 0,-1 1 0,-15-1 0,-17 0 0,-54 4 0,55 1 0,-138-2 0,-84 3 0,154 7 0,0 4 0,1 6 0,-112 34 0,64-23 0,10-4 0,99-18 0,0-3 0,0-1 0,-1-3 0,-68-5 0,19 0 0,-23 5 0,-117-4 0,169-9-1365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4:32.601"/>
    </inkml:context>
    <inkml:brush xml:id="br0">
      <inkml:brushProperty name="width" value="0.35" units="cm"/>
      <inkml:brushProperty name="height" value="0.35" units="cm"/>
      <inkml:brushProperty name="color" value="#FFFFFF"/>
    </inkml:brush>
  </inkml:definitions>
  <inkml:trace contextRef="#ctx0" brushRef="#br0">1 1 24575,'0'671'0,"2"-629"0,10 60 0,1-1 0,-9-66 0,3 0 0,12 45 0,-10-50 0,-1 1 0,-2-1 0,4 58 0,-10-47 0,-1-8 0,7 49 0,-4-70 0,0 0 0,1-1 0,0 1 0,1-1 0,0 0 0,1 0 0,12 19 0,-5-9 0,-1 0 0,0 1 0,-2 0 0,0 1 0,-1 0 0,-2 0 0,0 1 0,-2 0 0,0 0 0,-2 0 0,-1 46 0,0-60 0,0 1 0,1 0 0,0-1 0,1 0 0,0 1 0,0-1 0,1 0 0,8 14 0,13 37 0,-23-55 0,1 2 0,0 1 0,-1 0 0,0-1 0,0 1 0,-1 0 0,0 0 0,-1 0 0,1 0 0,-2 0 0,-1 13 0,2-21 0,-1-1 0,1 1 0,0-1 0,0 1 0,0-1 0,-1 0 0,1 1 0,0-1 0,0 1 0,-1-1 0,1 0 0,-1 1 0,1-1 0,0 0 0,-1 1 0,1-1 0,0 0 0,-1 0 0,1 1 0,-1-1 0,1 0 0,-1 0 0,1 0 0,-1 0 0,1 1 0,-1-1 0,1 0 0,-1 0 0,1 0 0,-1 0 0,1 0 0,-1 0 0,1 0 0,-1-1 0,1 1 0,0 0 0,-1 0 0,1 0 0,-1 0 0,1-1 0,-1 1 0,1 0 0,-1 0 0,1-1 0,0 1 0,-1 0 0,1-1 0,0 1 0,-1 0 0,1-1 0,0 1 0,-1 0 0,1-1 0,0 0 0,-19-22 0,2-4 0,1 0 0,2-2 0,1 0 0,1 0 0,-10-38 0,15 19 0,7 40 0,-1-1 0,0 1 0,0 0 0,-1 1 0,0-1 0,0 0 0,-6-11 0,8 18 0,0 0 0,0 1 0,0-1 0,-1 0 0,1 1 0,0-1 0,-1 0 0,1 1 0,-1-1 0,1 1 0,-1-1 0,1 1 0,-1-1 0,1 1 0,-1-1 0,0 1 0,1-1 0,-1 1 0,0 0 0,1-1 0,-1 1 0,0 0 0,1 0 0,-1-1 0,0 1 0,1 0 0,-1 0 0,0 0 0,0 0 0,1 0 0,-1 0 0,0 0 0,0 0 0,1 0 0,-1 0 0,0 1 0,0-1 0,1 0 0,-1 0 0,0 1 0,1-1 0,-1 0 0,0 1 0,1-1 0,-1 1 0,1-1 0,-1 1 0,1-1 0,-1 1 0,1-1 0,-1 2 0,-4 3 0,1 0 0,1 1 0,-1 0 0,-3 9 0,5-12 0,-8 19 0,2 1 0,0-1 0,-8 38 0,13-48 0,1 0 0,0 0 0,1 0 0,1 1 0,0-1 0,1 0 0,0 0 0,5 22 0,-5-30 0,0-1 0,1 0 0,-1 0 0,1 1 0,0-2 0,0 1 0,1 0 0,-1 0 0,0-1 0,1 1 0,-1-1 0,1 1 0,0-1 0,0 0 0,0 0 0,0-1 0,0 1 0,1-1 0,-1 1 0,0-1 0,1 0 0,-1 0 0,1 0 0,4 0 0,11 1 0,0 0 0,0-2 0,27-2 0,-18 1 0,1024-5 0,-990 6 0,-21 3 0,0 2 0,-1 1 0,0 3 0,0 1 0,43 17 0,-24-8 0,69 13 0,-102-27 0,0 2 0,-1 1 0,0 1 0,27 14 0,-25-12 0,0-1 0,1-1 0,57 10 0,89 1 0,-51-8 0,-71-3 0,64 19 0,-21-3 0,-45-16 0,-31-6 0,-1 0 0,0 2 0,33 12 0,-21-4 0,0-1 0,1-2 0,54 11 0,-62-17 0,1 2 0,-1 0 0,35 14 0,-57-20 0,0 1 0,0-1 0,0 1 0,0-1 0,0 1 0,0 0 0,0-1 0,0 1 0,0 0 0,0-1 0,0 1 0,-1 0 0,1 0 0,0 0 0,0 1 0,-1-1 0,0-1 0,0 0 0,0 1 0,0-1 0,0 0 0,0 1 0,0-1 0,0 0 0,0 1 0,0-1 0,0 0 0,0 1 0,-1-1 0,1 0 0,0 0 0,0 1 0,0-1 0,-1 0 0,1 1 0,0-1 0,0 0 0,-1 0 0,1 0 0,0 1 0,-1-1 0,1 0 0,0 0 0,-1 0 0,1 0 0,-1 1 0,-3 0 0,1 0 0,-1 0 0,0 0 0,0 0 0,0 0 0,0-1 0,-4 0 0,-26-2 0,0-2 0,-51-13 0,-27-3 0,-308 4 0,-22-1 0,373 8 0,-300-42 0,337 44 0,-1-2 0,1-1 0,1-2 0,0-1 0,0-1 0,2-2 0,0-1 0,0-1 0,2-2 0,-33-29 0,51 41 0,0-1 0,1 1 0,0-1 0,0-1 0,1 1 0,-9-18 0,14 25 0,1 1 0,0-1 0,1 0 0,-1-1 0,0 1 0,0 0 0,1 0 0,-1 0 0,1 0 0,0 0 0,0-1 0,0 1 0,0 0 0,0 0 0,0-1 0,0 1 0,1 0 0,-1 0 0,1 0 0,0 0 0,0 0 0,-1 0 0,1 0 0,0 0 0,1 0 0,-1 0 0,0 0 0,1 0 0,-1 1 0,1-1 0,-1 1 0,1-1 0,0 1 0,-1-1 0,1 1 0,0 0 0,0 0 0,0 0 0,0 0 0,0 0 0,0 1 0,4-2 0,8-3 0,1 1 0,0 1 0,18-2 0,21-5 0,2-4 0,2 2 0,105-9 0,-112 15 0,-49 5 0,0 1 0,-1-1 0,1 0 0,0 0 0,0 1 0,0-1 0,-1 0 0,1-1 0,0 1 0,1-2 0,-2 2 0,-1 1 0,1-1 0,-1 1 0,0-1 0,1 0 0,-1 1 0,0-1 0,1 0 0,-1 0 0,0 1 0,0-1 0,0 0 0,0 1 0,0-1 0,0 0 0,0 0 0,0 1 0,0-1 0,0 0 0,0 0 0,0 1 0,0-1 0,-1 0 0,1 0 0,0 1 0,0-1 0,-2-1 0,1 0 0,-1 0 0,0 0 0,0-1 0,0 1 0,0 1 0,0-1 0,0 0 0,0 0 0,-1 1 0,1 0 0,-1-1 0,1 1 0,-5-2 0,-41-10 0,34 10 0,-192-34 0,76 16 0,85 10 0,-81-30 0,39 10 0,-111-30 0,156 47 0,1-2 0,0-2 0,-48-30 0,49 27 0,-39-23 0,-48-25 0,106 59 0,1-1 0,0-1 0,1-1 0,1-1 0,-29-26 0,36 29 0,2 0 0,-1 0 0,2-1 0,-1 0 0,1 0 0,1-1 0,1 0 0,-1 0 0,2-1 0,-5-16 0,8 20 0,1 1 0,0-1 0,0 0 0,1 1 0,0-1 0,1 0 0,0 1 0,1-1 0,0 1 0,0-1 0,1 1 0,0 0 0,1 0 0,7-14 0,-1 5 0,1 0 0,1 0 0,1 1 0,0 1 0,26-26 0,-28 31 0,-2 0 0,1-1 0,14-27 0,6-6 0,-5 9 0,-14 20 0,1-1 0,1 1 0,19-18 0,-27 30 0,0 0 0,0 0 0,0 0 0,1 1 0,-1 0 0,1 0 0,0 0 0,0 1 0,0 0 0,0 0 0,0 0 0,0 1 0,1 0 0,12-1 0,-10 3 0,1 0 0,0 0 0,-1 1 0,1 0 0,-1 0 0,1 1 0,-1 1 0,0 0 0,0 0 0,-1 0 0,1 1 0,-1 1 0,0-1 0,0 1 0,-1 1 0,0-1 0,0 1 0,0 1 0,-1-1 0,0 1 0,-1 0 0,1 0 0,-2 1 0,1-1 0,6 19 0,12 43 0,21 106 0,-42-168 0,-1-1 0,-1 1 0,1-1 0,-1 0 0,-1 1 0,1-1 0,-1 1 0,-1-1 0,1 0 0,-1 0 0,0 0 0,-1 0 0,0 0 0,0 0 0,-6 9 0,2-5 0,-1-1 0,-1 0 0,0 0 0,0-1 0,-1 0 0,0 0 0,-20 12 0,29-20 0,-1 0 0,0 1 0,0-1 0,0 0 0,0-1 0,0 1 0,0 0 0,0 0 0,0-1 0,0 1 0,0-1 0,-1 0 0,1 0 0,0 0 0,0 0 0,0 0 0,-1 0 0,1 0 0,0-1 0,0 1 0,0-1 0,0 0 0,0 0 0,0 1 0,0-1 0,0 0 0,0-1 0,0 1 0,0 0 0,1 0 0,-1-1 0,1 1 0,-1-1 0,1 0 0,-1 1 0,1-1 0,0 0 0,0 0 0,-2-2 0,-2-5 0,0-1 0,1 1 0,-1-1 0,2 0 0,0 0 0,-4-21 0,5 20 13,-1-14-243,-1 1 1,-2 0-1,0 1 0,-1-1 1,-17-35-1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4:55.083"/>
    </inkml:context>
    <inkml:brush xml:id="br0">
      <inkml:brushProperty name="width" value="0.35" units="cm"/>
      <inkml:brushProperty name="height" value="0.35" units="cm"/>
      <inkml:brushProperty name="color" value="#FFFFFF"/>
    </inkml:brush>
  </inkml:definitions>
  <inkml:trace contextRef="#ctx0" brushRef="#br0">1 90 24575,'550'0'0,"-511"-2"0,1-3 0,-1-1 0,0-1 0,47-17 0,-45 12 0,0 1 0,1 3 0,59-5 0,358 12 0,-218 3 0,1202-2 0,-1406 3 0,0 1 0,0 2 0,57 16 0,-41-8 0,91 21 0,-88-11 0,-46-18 0,2-1 0,-1 0 0,17 5 0,-20-9 0,0 1 0,0-1 0,-1 2 0,1-1 0,-1 1 0,1 1 0,-1-1 0,0 1 0,0 0 0,0 1 0,-1 0 0,0 0 0,0 0 0,0 1 0,6 7 0,-10-10 0,95 133 0,-86-119 0,-2 2 0,0-1 0,-1 1 0,-1 0 0,0 1 0,3 22 0,17 148 0,-15-84 0,-4-50 0,0 61 0,-9 449 0,2-551 0,1 1 0,0-1 0,1 1 0,1-1 0,1 0 0,7 17 0,-5-15 0,-1 2 0,-1-1 0,5 31 0,-5 32 0,-6 98 0,-2-57 0,2-112 0,0 0 0,-1 1 0,0-1 0,-1 0 0,0 0 0,-1 0 0,0-1 0,0 1 0,-1-1 0,0 0 0,-1 0 0,0-1 0,0 0 0,-14 15 0,2-6 0,-1 1 0,0-2 0,-1-1 0,0 0 0,-25 12 0,-168 79 0,177-88 0,-1-1 0,0-1 0,-51 14 0,2-17 0,65-11 0,1 1 0,-1 0 0,-30 11 0,22-5 0,-1-1 0,-51 6 0,45-9 0,12 0 0,0 1 0,-22 10 0,23-8 0,-1-1 0,-30 6 0,-8-1 0,-96 33 0,105-28 0,-14 5 0,36-10 0,-1-2 0,1-2 0,-2 0 0,1-2 0,-35 1 0,56-6 0,1 1 0,-1 0 0,1 0 0,0 1 0,0 1 0,-20 8 0,15-5 0,0-1 0,-20 5 0,-22 0 0,1-2 0,-60 1 0,-118-7 0,231-3 0,-645 0-1365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5:09.105"/>
    </inkml:context>
    <inkml:brush xml:id="br0">
      <inkml:brushProperty name="width" value="0.35" units="cm"/>
      <inkml:brushProperty name="height" value="0.35" units="cm"/>
      <inkml:brushProperty name="color" value="#FFFFFF"/>
    </inkml:brush>
  </inkml:definitions>
  <inkml:trace contextRef="#ctx0" brushRef="#br0">0 0 24573,'0'2488'0,"3926"-2488"0,-3926-2488 0,-3926 2488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5:13.631"/>
    </inkml:context>
    <inkml:brush xml:id="br0">
      <inkml:brushProperty name="width" value="0.35" units="cm"/>
      <inkml:brushProperty name="height" value="0.35" units="cm"/>
      <inkml:brushProperty name="color" value="#FFFFFF"/>
    </inkml:brush>
  </inkml:definitions>
  <inkml:trace contextRef="#ctx0" brushRef="#br0">606 546 24575,'14'-7'0,"0"0"0,0 0 0,0-2 0,-1 1 0,0-2 0,-1 0 0,0 0 0,14-17 0,-20 21 0,-1-1 0,1 1 0,-1-1 0,0 0 0,0-1 0,6-12 0,-11 19 0,1 0 0,-1-1 0,0 1 0,1 0 0,-1-1 0,0 1 0,0 0 0,0-1 0,0 1 0,0-1 0,0 1 0,0 0 0,0-1 0,-1 1 0,1 0 0,0-1 0,-1 1 0,1 0 0,-1-1 0,1 1 0,-1 0 0,0 0 0,0 0 0,0 0 0,1-1 0,-1 1 0,0 0 0,0 1 0,0-1 0,0 0 0,-1 0 0,1 0 0,0 1 0,0-1 0,0 0 0,-1 1 0,1-1 0,0 1 0,-1 0 0,1-1 0,0 1 0,-1 0 0,-1 0 0,-5-3 0,0 1 0,0 1 0,0 0 0,0 0 0,-1 0 0,1 1 0,0 1 0,0-1 0,-1 1 0,-15 4 0,20-4 0,0 1 0,1 0 0,-1-1 0,0 1 0,0 0 0,1 1 0,-1-1 0,1 1 0,0 0 0,0 0 0,0 0 0,0 0 0,0 0 0,0 0 0,1 1 0,0 0 0,0-1 0,0 1 0,0 0 0,0 0 0,1 0 0,-2 8 0,-2 22 0,1-1 0,2 1 0,2 0 0,6 63 0,-3-76 0,1 1 0,1-1 0,1 1 0,1-2 0,1 1 0,20 37 0,-10-26 0,1-1 0,2-1 0,34 39 0,-48-62 0,1 0 0,0-1 0,0 0 0,1 0 0,-1-1 0,1 0 0,0-1 0,1 1 0,11 2 0,-6-1 0,-1 0 0,22 13 0,-31-16 0,-1 1 0,-1-1 0,1 1 0,0 0 0,-1 0 0,0 0 0,0 0 0,0 1 0,0-1 0,-1 1 0,0-1 0,0 1 0,0 0 0,-1 0 0,1 0 0,-1 0 0,0 0 0,0 7 0,1 9 0,-2 1 0,-3 41 0,3-58 0,-1 5 0,0-1 0,0 1 0,-1-1 0,-1 1 0,1-1 0,-1 0 0,-1 0 0,0 0 0,0 0 0,0-1 0,-1 0 0,-1 0 0,1 0 0,-1 0 0,-1-1 0,1 0 0,-1 0 0,-1-1 0,1 0 0,-1 0 0,0 0 0,0-1 0,-1-1 0,1 1 0,-1-1 0,0-1 0,0 0 0,0 0 0,-1-1 0,-14 2 0,1 1 0,0 2 0,1 0 0,0 1 0,0 1 0,0 1 0,1 1 0,-33 23 0,49-31 0,-1 0 0,1-1 0,-1 1 0,0-1 0,-12 3 0,17-5 0,1 1 0,-1-1 0,0 0 0,0 0 0,0 0 0,1 0 0,-1 1 0,0-1 0,0 0 0,0 0 0,1-1 0,-1 1 0,0 0 0,0 0 0,0 0 0,1 0 0,-1-1 0,0 1 0,0 0 0,1-1 0,-1 1 0,0-1 0,1 1 0,-1-1 0,0 1 0,1-1 0,-1 1 0,1-1 0,-1 1 0,1-1 0,-1 0 0,1 1 0,-1-1 0,1 0 0,0 1 0,-1-1 0,1 0 0,0 0 0,0 0 0,-1 1 0,1-1 0,0 0 0,0 0 0,0 0 0,0 1 0,0-1 0,0 0 0,0 0 0,0 0 0,1 1 0,-1-1 0,0 0 0,0 0 0,1 1 0,-1-1 0,0 0 0,1-1 0,11-29 0,1 0 0,32-57 0,-18 45 0,-20 33 0,0-1 0,0 0 0,-1 0 0,-1-1 0,8-21 0,-10 15 0,0 0 0,0-21 0,-3 25 0,2-1 0,-1 1 0,2-1 0,7-26 0,-9 37 0,1 0 0,0 1 0,0-1 0,0 1 0,0 0 0,0-1 0,1 1 0,-1 0 0,1 0 0,0 0 0,0 1 0,0-1 0,0 1 0,1 0 0,-1-1 0,1 2 0,-1-1 0,1 0 0,0 1 0,-1-1 0,1 1 0,6-1 0,16-6 0,-22 7 0,0-1 0,0 1 0,0 0 0,0 0 0,0 1 0,0-1 0,1 1 0,4 0 0,-8 0 0,1 1 0,0-1 0,-1 1 0,1 0 0,-1-1 0,1 1 0,-1 0 0,1 0 0,-1 0 0,0 0 0,1 0 0,-1 1 0,0-1 0,0 0 0,0 1 0,0-1 0,0 0 0,0 1 0,0-1 0,-1 1 0,1 0 0,0-1 0,-1 1 0,1 2 0,5 15 0,-1 1 0,-1-1 0,-1 1 0,0 23 0,-2 84 0,-2-68 0,-2 25 0,0-47 0,2 0 0,2-1 0,8 55 0,-9-87 0,1-1 0,0 0 0,0 0 0,1 1 0,-1-1 0,1 0 0,-1 0 0,1 0 0,0-1 0,0 1 0,0 0 0,1-1 0,-1 1 0,1-1 0,-1 0 0,1 0 0,0 0 0,0 0 0,0 0 0,0 0 0,0-1 0,0 0 0,0 1 0,0-1 0,1-1 0,3 2 0,8 0 0,0 0 0,1-1 0,-1-1 0,24-2 0,-21 1 0,80-8 0,180-43 0,-274 52 0,0-1 0,1-1 0,0 1 0,-1-1 0,1 1 0,-1-1 0,6-4 0,-10 6 0,0 0 0,0 0 0,1 0 0,-1 0 0,0-1 0,0 1 0,1 0 0,-1 0 0,0 0 0,0 0 0,0 0 0,0-1 0,0 1 0,1 0 0,-1 0 0,0-1 0,0 1 0,0 0 0,0 0 0,0 0 0,0-1 0,0 1 0,0 0 0,0 0 0,0-1 0,0 1 0,0 0 0,0 0 0,0-1 0,0 1 0,0 0 0,0 0 0,0-1 0,0 1 0,0 0 0,0 0 0,0 0 0,0-1 0,0 1 0,-1 0 0,-19-7 0,-44 1 0,0 3 0,-98 7 0,-78 23 0,43-2 0,132-19 0,1 4 0,0 2 0,1 2 0,-90 35 0,140-44 0,0 0 0,-1-2 0,-21 5 0,33-7 0,-1-1 0,1 0 0,-1 1 0,1-1 0,-1 0 0,1 0 0,-1 0 0,1 0 0,0-1 0,-1 1 0,1-1 0,-1 1 0,1-1 0,0 0 0,-1 0 0,1 0 0,0 0 0,0-1 0,0 1 0,0 0 0,0-1 0,0 1 0,0-1 0,0 0 0,0 0 0,1 0 0,-1 0 0,-1-4 0,0-2 0,0-1 0,1 1 0,0-1 0,0 0 0,1 0 0,0-13 0,3-61 0,0 45 0,-1-7 0,-3 1 0,-10-70 0,6 57 0,1-111 0,5 111 0,-11-106 0,-10 35 0,-6-196 0,29 9 0,-4 301-69,0 0 0,0-1-1,-1 1 1,-1 0 0,-1 1-1,0-1 1,0 1 0,-1 0-1,-10-15 1,9 13-603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5:28.430"/>
    </inkml:context>
    <inkml:brush xml:id="br0">
      <inkml:brushProperty name="width" value="0.35" units="cm"/>
      <inkml:brushProperty name="height" value="0.35" units="cm"/>
      <inkml:brushProperty name="color" value="#FFFFFF"/>
    </inkml:brush>
  </inkml:definitions>
  <inkml:trace contextRef="#ctx0" brushRef="#br0">175 386 24575,'-6'-6'0,"1"-1"0,1 1 0,-1-1 0,1 0 0,-6-14 0,-8-14 0,0 9 0,0 1 0,-28-30 0,42 50 0,-1 0 0,1-1 0,1 1 0,-1-1 0,1 0 0,0 0 0,0-1 0,1 1 0,-1-1 0,2 1 0,-1-1 0,1 0 0,-1-12 0,1 16 0,1 0 0,0-1 0,0 1 0,1 0 0,-1-1 0,1 1 0,0 0 0,0 0 0,0 0 0,0 0 0,0 0 0,0 0 0,1 0 0,0 0 0,0 0 0,-1 0 0,2 1 0,-1-1 0,0 1 0,0-1 0,1 1 0,-1 0 0,1 0 0,0 0 0,0 1 0,-1-1 0,1 0 0,0 1 0,7-2 0,11-1-6,1 0-1,-1 2 1,1 0 0,0 2-1,0 0 1,23 4-1,7-1-1313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4:46.700"/>
    </inkml:context>
    <inkml:brush xml:id="br0">
      <inkml:brushProperty name="width" value="0.35" units="cm"/>
      <inkml:brushProperty name="height" value="0.35" units="cm"/>
      <inkml:brushProperty name="color" value="#FFFFFF"/>
    </inkml:brush>
  </inkml:definitions>
  <inkml:trace contextRef="#ctx0" brushRef="#br0">286 245 24575,'-4'-1'0,"-1"0"0,1 0 0,0-1 0,0 1 0,0-1 0,0 0 0,0 0 0,0-1 0,-5-3 0,-11-7 0,-3 3 0,0 1 0,-1 1 0,1 1 0,-1 1 0,-1 1 0,1 1 0,-30-1 0,104 6 0,50 2 0,162-16 0,-202 7 0,-39 5 0,1-1 0,0-1 0,31-8 0,-50 10-27,-1 0 0,1-1-1,0 1 1,0 0 0,-1-1-1,1 0 1,-1 1 0,0-1 0,1 0-1,-1-1 1,0 1 0,0 0-1,0 0 1,0-1 0,-1 1-1,1-1 1,-1 0 0,0 1-1,1-1 1,-1 0 0,0 0 0,-1 0-1,1 0 1,0 0 0,-1 0-1,0 0 1,1 0 0,-1 0-1,0 0 1,-1 0 0,1 0-1,0 0 1,-1 0 0,0 0 0,0 0-1,0 1 1,0-1 0,0 0-1,0 0 1,-1 1 0,1-1-1,-1 1 1,0-1 0,0 1-1,0 0 1,0-1 0,0 1 0,-1 0-1,-3-2 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4:48.271"/>
    </inkml:context>
    <inkml:brush xml:id="br0">
      <inkml:brushProperty name="width" value="0.35" units="cm"/>
      <inkml:brushProperty name="height" value="0.35" units="cm"/>
      <inkml:brushProperty name="color" value="#FFFFFF"/>
    </inkml:brush>
  </inkml:definitions>
  <inkml:trace contextRef="#ctx0" brushRef="#br0">1 209 24575,'8'0'0,"223"-5"0,-178 1 0,-1-3 0,71-17 0,-36 4 0,-42 11 0,84-31 0,-109 32 0,1 1 0,0 1 0,1 1 0,-1 0 0,44-2 0,-54 6 0,-1 0 0,1 0 0,-1-1 0,0 0 0,1-1 0,-1 0 0,-1-1 0,1 0 0,18-10 0,-27 14-41,0-1 0,0 1-1,0-1 1,-1 1-1,1-1 1,0 1 0,0-1-1,-1 1 1,1-1 0,0 0-1,-1 1 1,1-1-1,0 0 1,-1 0 0,1 1-1,-1-1 1,1 0 0,-1 0-1,0 0 1,1 0-1,-1 0 1,0 0 0,0 0-1,1 1 1,-1-1 0,0 0-1,0 0 1,0 0-1,0 0 1,0 0 0,0 0-1,-1-1 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1:45:31.092"/>
    </inkml:context>
    <inkml:brush xml:id="br0">
      <inkml:brushProperty name="width" value="0.35" units="cm"/>
      <inkml:brushProperty name="height" value="0.35" units="cm"/>
      <inkml:brushProperty name="color" value="#FFFFFF"/>
    </inkml:brush>
  </inkml:definitions>
  <inkml:trace contextRef="#ctx0" brushRef="#br0">1 89 24575,'929'0'0,"-926"0"0,0 0 0,0 0 0,0 0 0,0 0 0,0-1 0,0 0 0,0 1 0,0-1 0,2-2 0,-4 3 0,-1 0 0,0 0 0,0 0 0,0 0 0,0 0 0,0 0 0,0 0 0,0 0 0,0 0 0,1 0 0,-1-1 0,0 1 0,0 0 0,0 0 0,0 0 0,0 0 0,0 0 0,0 0 0,0 0 0,0-1 0,0 1 0,0 0 0,0 0 0,0 0 0,0 0 0,0 0 0,0-1 0,0 1 0,0 0 0,0 0 0,0 0 0,0 0 0,0 0 0,0 0 0,0-1 0,0 1 0,0 0 0,0 0 0,0 0 0,0 0 0,-1 0 0,1 0 0,0 0 0,0 0 0,0-1 0,0 1 0,0 0 0,0 0 0,0 0 0,-1 0 0,1 0 0,0 0 0,0 0 0,-19-6 0,-203-41 0,188 39 0,0 2 0,-1 1 0,1 1 0,-1 3 0,0 0 0,0 3 0,1 0 0,-1 3 0,1 0 0,-1 3 0,-33 11 0,67-19 0,-1 1 0,0-1 0,0 1 0,1 0 0,-1-1 0,0 1 0,1 0 0,-1 0 0,1 0 0,-1 0 0,1 0 0,0 1 0,-1-1 0,1 0 0,0 1 0,-2 2 0,3-3 0,0-1 0,0 1 0,0 0 0,0 0 0,0 0 0,0-1 0,0 1 0,0 0 0,0 0 0,0-1 0,1 1 0,-1 0 0,0 0 0,1-1 0,-1 1 0,0 0 0,1-1 0,-1 1 0,1 0 0,-1-1 0,1 1 0,0 0 0,-1-1 0,1 1 0,1 0 0,7 5 0,1 0 0,1 0 0,-1-1 0,13 4 0,-5-1 0,5 3 0,0 1 0,0 1 0,-1 1 0,-1 1 0,-1 1 0,0 1 0,-1 1 0,0 0 0,-2 1 0,25 35 0,-36-44 0,1 0 0,-2 0 0,1 0 0,-1 1 0,-1 0 0,0 0 0,0 1 0,-1-1 0,-1 1 0,0-1 0,1 13 0,-2-10 0,-1 0 0,1 0 0,1 0 0,0-1 0,6 17 0,-6-25 0,0 1 0,0-1 0,1-1 0,0 1 0,0 0 0,0-1 0,1 1 0,-1-1 0,1 0 0,0 0 0,0 0 0,1-1 0,8 6 0,39 25 0,48 39 0,-78-54 0,-7-8 0,-1 1 0,0 1 0,-1 0 0,0 0 0,12 18 0,-17-21 0,1 1 0,1-2 0,-1 1 0,2-1 0,-1-1 0,1 0 0,1 0 0,-1-1 0,24 10 0,22 15 0,-35-19 35,0-1 0,1-1 1,0-1-1,1-2 0,0 0 0,1-1 0,-1-1 0,37 3 0,16-3-350,110-6 0,-81-2-736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05:57.367"/>
    </inkml:context>
    <inkml:brush xml:id="br0">
      <inkml:brushProperty name="width" value="0.1" units="cm"/>
      <inkml:brushProperty name="height" value="0.1" units="cm"/>
      <inkml:brushProperty name="color" value="#004F8B"/>
    </inkml:brush>
  </inkml:definitions>
  <inkml:trace contextRef="#ctx0" brushRef="#br0">1 291 8192,'17'-1'11344,"0"-2"-5777,3-2-2986,12-4-3605,22-6 578,67-14 446,166-60 0,-4 5 0,-161 51 0,-90 26 0,-1 1 0,1 2 0,56-1 0,-37 5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05:59.055"/>
    </inkml:context>
    <inkml:brush xml:id="br0">
      <inkml:brushProperty name="width" value="0.1" units="cm"/>
      <inkml:brushProperty name="height" value="0.1" units="cm"/>
      <inkml:brushProperty name="color" value="#004F8B"/>
    </inkml:brush>
  </inkml:definitions>
  <inkml:trace contextRef="#ctx0" brushRef="#br0">348 1 8192,'53'2'15027,"0"4"-10415,-27-2-5768,0 2 1,0 1 0,49 20 0,-56-19-6769,11 5 1308,-4 3 5584,-22-13 1125,0 0-1,-1 0 1,1 1 0,-1 0 0,0-1-1,0 1 1,0 0 0,0 1 0,-1-1 0,1 0-1,1 7 1,2 3 60,-1 0-1,0 1 0,-1 0 1,-1-1-1,0 1 1,1 30-1,-4-38-237,-1-1-1,0 1 0,0-1 1,0 1-1,-1-1 1,0 1-1,0-1 0,0 0 1,-1 0-1,0 0 1,0 0-1,-1-1 0,1 1 1,-1-1-1,0 0 1,-1 0-1,1 0 0,-10 7 1,-35 24 85,-64 37 0,76-51 0,-31 16 0,-96 37 0,58-28 0,-17 0 0,92-29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16:34.370"/>
    </inkml:context>
    <inkml:brush xml:id="br0">
      <inkml:brushProperty name="width" value="0.35" units="cm"/>
      <inkml:brushProperty name="height" value="0.35" units="cm"/>
      <inkml:brushProperty name="color" value="#140298"/>
    </inkml:brush>
  </inkml:definitions>
  <inkml:trace contextRef="#ctx0" brushRef="#br0">1 1 24575,'799'0'-1365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16:35.923"/>
    </inkml:context>
    <inkml:brush xml:id="br0">
      <inkml:brushProperty name="width" value="0.35" units="cm"/>
      <inkml:brushProperty name="height" value="0.35" units="cm"/>
      <inkml:brushProperty name="color" value="#140298"/>
    </inkml:brush>
  </inkml:definitions>
  <inkml:trace contextRef="#ctx0" brushRef="#br0">218 0 24575,'0'5'0,"1"0"0,-1-1 0,1 1 0,1 0 0,-1-1 0,1 1 0,0-1 0,0 0 0,0 1 0,5 6 0,34 41 0,-29-38 0,17 21 0,118 129 0,-92-117 0,-33-29 0,-1 1 0,36 40 0,-55-56 0,0 1 0,1-1 0,-1 1 0,0 0 0,-1 0 0,1 0 0,-1 0 0,1 0 0,-1 0 0,-1 0 0,1 0 0,0 0 0,-1 1 0,0-1 0,0 0 0,0 0 0,-1 0 0,1 1 0,-1-1 0,0 0 0,0 0 0,-1 0 0,1 0 0,-1 0 0,0 0 0,0-1 0,-3 5 0,-6 9 0,-1-1 0,-1 0 0,-1-1 0,-21 19 0,32-32 0,-39 35 0,-59 38 0,-14 12 0,38-27-682,-124 72-1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26.795"/>
    </inkml:context>
    <inkml:brush xml:id="br0">
      <inkml:brushProperty name="width" value="0.35" units="cm"/>
      <inkml:brushProperty name="height" value="0.35" units="cm"/>
      <inkml:brushProperty name="color" value="#140298"/>
    </inkml:brush>
  </inkml:definitions>
  <inkml:trace contextRef="#ctx0" brushRef="#br0">0 1 24575,'0'9'0,"0"9"0,0 6 0,0 4 0,0 2 0,0 5 0,0 8 0,0 0 0,0 3 0,0 4 0,10-7 0,3 4 0,-1 4 0,-2 3 0,-3-3 0,-2-5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29.440"/>
    </inkml:context>
    <inkml:brush xml:id="br0">
      <inkml:brushProperty name="width" value="0.35" units="cm"/>
      <inkml:brushProperty name="height" value="0.35" units="cm"/>
      <inkml:brushProperty name="color" value="#140298"/>
    </inkml:brush>
  </inkml:definitions>
  <inkml:trace contextRef="#ctx0" brushRef="#br0">0 1 24575,'0'5'0,"0"11"0,0 8 0,0 10 0,0 9 0,0 11 0,0 7 0,0 3 0,0 0 0,0-1 0,0-1 0,0-1 0,0-7 0,0-2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31.308"/>
    </inkml:context>
    <inkml:brush xml:id="br0">
      <inkml:brushProperty name="width" value="0.35" units="cm"/>
      <inkml:brushProperty name="height" value="0.35" units="cm"/>
      <inkml:brushProperty name="color" value="#140298"/>
    </inkml:brush>
  </inkml:definitions>
  <inkml:trace contextRef="#ctx0" brushRef="#br0">31 1 24575,'1'113'0,"-3"126"0,-12-120 0,-1 25 0,15-97-1365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36.367"/>
    </inkml:context>
    <inkml:brush xml:id="br0">
      <inkml:brushProperty name="width" value="0.035" units="cm"/>
      <inkml:brushProperty name="height" value="0.035" units="cm"/>
      <inkml:brushProperty name="color" value="#140298"/>
    </inkml:brush>
  </inkml:definitions>
  <inkml:trace contextRef="#ctx0" brushRef="#br0">0 110 24575,'16'1'0,"-1"0"0,1 1 0,-1 0 0,0 2 0,0-1 0,0 2 0,0 0 0,-1 1 0,0 0 0,0 1 0,16 11 0,9 9 0,-2 2 0,45 45 0,44 35 0,-118-103 0,-1-1 0,1 0 0,1 0 0,-1-1 0,1 0 0,-1 0 0,15 3 0,-17-6 0,-1 0 0,1-1 0,-1 1 0,1-1 0,0-1 0,-1 1 0,1-1 0,-1 0 0,0 0 0,1-1 0,-1 0 0,0 0 0,0 0 0,6-3 0,36-21 0,-2-2 0,51-42 0,78-76 0,-137 114 0,-18 17 34,0 2-1,1 0 1,25-12-1,-20 12-783,29-21 1,-30 15-6077</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38.422"/>
    </inkml:context>
    <inkml:brush xml:id="br0">
      <inkml:brushProperty name="width" value="0.035" units="cm"/>
      <inkml:brushProperty name="height" value="0.035" units="cm"/>
      <inkml:brushProperty name="color" value="#140298"/>
    </inkml:brush>
  </inkml:definitions>
  <inkml:trace contextRef="#ctx0" brushRef="#br0">1 0 24575,'0'8'0,"1"0"0,0 0 0,1-1 0,0 1 0,0 0 0,0-1 0,1 0 0,7 13 0,37 57 0,-14-28 0,41 68 0,-40-66 0,52 105 0,-76-133 0,0-2 0,2 0 0,0 0 0,1-1 0,1 0 0,1-1 0,1-1 0,0-1 0,2 0 0,0-1 0,0-1 0,30 19 0,-45-32 0,1 0 0,-1 0 0,1 0 0,-1-1 0,1 1 0,0-1 0,0 0 0,-1 0 0,1-1 0,0 1 0,0-1 0,0 1 0,0-1 0,0 0 0,7-2 0,-2 0 0,0-1 0,-1-1 0,1 0 0,-1 0 0,0 0 0,7-6 0,139-103 0,20-12 0,-166 120 0,0-1 0,-1 0 0,0 0 0,9-11 0,-9 10 0,0 0 0,0 1 0,0 0 0,9-6 0,0 2-107,-5 4-144,0-1-1,-1 0 0,1-1 1,9-10-1,0-3-6574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3:46:40.854"/>
    </inkml:context>
    <inkml:brush xml:id="br0">
      <inkml:brushProperty name="width" value="0.035" units="cm"/>
      <inkml:brushProperty name="height" value="0.035" units="cm"/>
      <inkml:brushProperty name="color" value="#140298"/>
    </inkml:brush>
  </inkml:definitions>
  <inkml:trace contextRef="#ctx0" brushRef="#br0">1 1 24575,'2'77'0,"23"138"0,-19-188 0,2 0 0,1-1 0,17 38 0,8 19 0,-33-79 0,1 1 0,1 0 0,-1-1 0,1 1 0,0-1 0,0 0 0,0 0 0,0 0 0,1 0 0,-1-1 0,1 1 0,7 4 0,4 1 0,-1 0 0,25 9 0,-5-2 0,-27-12 0,-1-1 0,1 0 0,-1 0 0,1 0 0,0-1 0,0 0 0,0-1 0,1 1 0,-1-1 0,0-1 0,0 1 0,1-1 0,-1-1 0,0 1 0,0-1 0,1-1 0,-1 1 0,0-1 0,0 0 0,0-1 0,-1 0 0,1 0 0,-1 0 0,1-1 0,-1 0 0,9-7 0,25-18 0,-3-1 0,0-2 0,-2-1 0,-1-2 0,-2-1 0,-1-2 0,-3-1 0,0-1 0,-3-1 0,25-56 0,-44 83-195,0 1 0,1 1 0,0-1 0,1 1 0,0 0 0,18-18 0,-4 9-6631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2:57:28.13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15:33.112"/>
    </inkml:context>
    <inkml:brush xml:id="br0">
      <inkml:brushProperty name="width" value="0.35" units="cm"/>
      <inkml:brushProperty name="height" value="0.35" units="cm"/>
      <inkml:brushProperty name="color" value="#140298"/>
    </inkml:brush>
  </inkml:definitions>
  <inkml:trace contextRef="#ctx0" brushRef="#br0">236 2634 24575,'1'-1'0,"0"1"0,0 0 0,0 0 0,-1-1 0,1 1 0,0 0 0,0-1 0,-1 1 0,1-1 0,0 1 0,0-1 0,-1 1 0,1-1 0,-1 1 0,1-1 0,0 0 0,-1 1 0,1-1 0,-1 0 0,1 0 0,-1 1 0,0-1 0,1 0 0,-1 0 0,0 1 0,0-1 0,1-1 0,4-27 0,-5 23 0,20-134 0,41-160 0,0 35 0,-53 202 0,-3 0 0,-6-117 0,-2 68 0,3 44 0,-3 0 0,-2 0 0,-4 0 0,-3 1 0,-3 0 0,-40-110 0,29 110 0,3 0 0,-21-96 0,8-17 0,26 143 0,2 1 0,-5-62 0,14 96 0,3 7 0,4 10 0,17 59 0,-4 2 0,-2 0 0,-4 1 0,-4 1 0,4 121 0,-17 246 0,0-145 0,1-288 0,0 0 0,0 0 0,-2 0 0,1 0 0,-1-1 0,-7 18 0,-36 67 0,3-6 0,25-35 0,14-41 0,0 0 0,-1 1 0,-1-2 0,0 1 0,-1-1 0,0 0 0,-13 17 0,10-19 0,0 0 0,1 2 0,1-1 0,-1 1 0,2 0 0,-9 21 0,8-19 0,7-37 0,10-43 0,31-116 0,-23 116 0,68-247 0,-22 83 0,-54 190 0,-2 0 0,4-79 0,-13-79 0,-1 70 0,1 100 0,-1-1 0,-1 1 0,-15-51 0,9 41 0,-5-40 0,8-12 0,4-1 0,8-97 0,-5 181 0,1 1 0,-1-1 0,1 0 0,0 1 0,0-1 0,1 1 0,0 0 0,0-1 0,0 1 0,1 0 0,-1 0 0,1 1 0,0-1 0,7-8 0,-5 9 0,-1 1 0,1-1 0,0 1 0,0 0 0,1 0 0,-1 1 0,0-1 0,1 1 0,-1 0 0,1 1 0,0 0 0,0-1 0,10 1 0,53-3 0,99 7 0,-44 0 0,-80-2 0,1 1 0,-1 2 0,0 2 0,-1 2 0,1 2 0,76 29 0,-44-13 0,1-2 0,129 21 0,-167-35 0,0 2 0,72 34 0,-61-25 0,-49-17 0,-10-1 0,-22 4 0,6-2 0,-119 34 0,-49 13 0,106-25 0,-1-4 0,-1-4 0,-140 11 0,229-30 0,0 0 0,0 0 0,0 0 0,0 0 0,0 0 0,0 0 0,0 0 0,0 0 0,0 0 0,0 0 0,0 0 0,0 0 0,0 0 0,0-1 0,0 1 0,0 0 0,0 0 0,0 0 0,0 0 0,0 0 0,0 0 0,0 0 0,-1 0 0,1 0 0,0 0 0,0 0 0,0 0 0,0 0 0,0 0 0,0 0 0,0 0 0,0 0 0,0 0 0,0 0 0,0-1 0,0 1 0,0 0 0,0 0 0,0 0 0,-1 0 0,14-5 0,20-6 0,30 3 0,2 2 0,-1 3 0,66 5 0,-34 0 0,2-3 0,98 3 0,-189-2 0,-1 1 0,0-1 0,1 1 0,-1 0 0,0 0 0,0 1 0,0 0 0,0 0 0,0 0 0,0 1 0,0 0 0,-1 0 0,8 5 0,-13-8 0,0 1 0,1-1 0,-1 0 0,0 1 0,1-1 0,-1 0 0,0 1 0,1-1 0,-1 1 0,0-1 0,0 1 0,1-1 0,-1 1 0,0-1 0,0 1 0,0-1 0,0 1 0,0-1 0,0 1 0,0-1 0,0 1 0,0-1 0,0 1 0,0-1 0,0 1 0,0-1 0,0 1 0,0-1 0,0 1 0,-1-1 0,1 0 0,0 1 0,0-1 0,-1 1 0,1-1 0,0 1 0,-1-1 0,1 0 0,0 1 0,-1-1 0,1 0 0,0 1 0,-1-1 0,1 0 0,-1 1 0,1-1 0,-1 0 0,1 0 0,-1 0 0,1 1 0,-1-1 0,1 0 0,-1 0 0,1 0 0,-1 0 0,-34 8 0,30-7 0,-72 15 0,-126 45 0,138-41 0,42-15 0,1 2 0,-36 15 0,57-21 0,-1 0 0,0-1 0,1 1 0,-1 0 0,1 0 0,-1 0 0,1 0 0,-1 0 0,1 0 0,0 0 0,0 1 0,-1-1 0,1 0 0,0 1 0,0-1 0,0 1 0,1-1 0,-1 1 0,0 0 0,0-1 0,0 3 0,2-3 0,-1 1 0,0 0 0,1-1 0,-1 1 0,1-1 0,-1 1 0,1 0 0,0-1 0,0 0 0,0 1 0,0-1 0,0 0 0,0 1 0,0-1 0,0 0 0,0 0 0,1 0 0,-1 0 0,0 0 0,1 0 0,2 1 0,14 9 0,2-1 0,-1 0 0,1-2 0,0 0 0,1-2 0,39 8 0,-40-9 0,-1 2 0,-1-1 0,1 2 0,-1 1 0,-1 0 0,0 1 0,0 1 0,-1 0 0,0 1 0,-1 1 0,21 23 0,-33-33 0,0 0 0,-1 0 0,0 1 0,1-1 0,-1 1 0,0 0 0,-1-1 0,1 1 0,-1 0 0,1 0 0,-1 0 0,0 0 0,-1 0 0,1 1 0,-1-1 0,0 7 0,-1-5 0,0 0 0,-1-1 0,0 1 0,0-1 0,0 1 0,-1-1 0,0 0 0,0 0 0,0 0 0,0 0 0,-6 5 0,-9 10 0,-1-1 0,-1-1 0,-1 0 0,0-2 0,-1-1 0,-1 0 0,0-1 0,-1-2 0,-29 11 0,-16 3 0,0-4 0,-85 16 0,113-31 0,-55 2 0,47-5 0,41-3 0,0 0 0,0 1 0,1 0 0,-10 3 0,16-4 0,0-1 0,0 1 0,0-1 0,0 1 0,0-1 0,0 1 0,0-1 0,0 1 0,0 0 0,1 0 0,-1-1 0,0 1 0,0 0 0,1 0 0,-2 2 0,2-3 0,0 1 0,0 0 0,0-1 0,0 1 0,0 0 0,1-1 0,-1 1 0,0 0 0,0-1 0,1 1 0,-1-1 0,0 1 0,1 0 0,-1-1 0,0 1 0,1-1 0,-1 1 0,1-1 0,-1 1 0,1-1 0,-1 0 0,1 1 0,-1-1 0,1 1 0,0-1 0,-1 0 0,1 0 0,-1 1 0,2-1 0,14 8 0,1-2 0,1 1 0,-1-2 0,1-1 0,24 4 0,33 8 0,-4 1 0,0-3 0,2-4 0,-1-2 0,1-4 0,105-8 0,-237 4 0,42-1 0,51 1 0,689 0 0,-694 0 0,0-1 0,-1-2 0,1-1 0,-1-1 0,0-1 0,36-13 0,-61 18 0,1 0 0,-1-1 0,0 1 0,1-1 0,-1 0 0,0 0 0,0 0 0,-1 0 0,1-1 0,0 1 0,-1-1 0,1 1 0,-1-1 0,0 0 0,0 0 0,0 0 0,0 0 0,-1 0 0,1-1 0,-1 1 0,0 0 0,0-1 0,0 1 0,0-1 0,0 1 0,-1-1 0,0 0 0,0 1 0,0-1 0,0 1 0,0-1 0,-1 0 0,0-3 0,-4-12 0,-1 1 0,-1 0 0,0 0 0,-1 1 0,-11-18 0,5 8 0,-20-51 0,31 70 0,1 0 0,0 0 0,0 0 0,1 0 0,0 0 0,0-1 0,1 1 0,0-9 0,1 15 0,-1 0 0,0 0 0,1 0 0,0 1 0,-1-1 0,1 0 0,0 0 0,0 1 0,0-1 0,0 0 0,0 1 0,0-1 0,0 1 0,1-1 0,-1 1 0,1 0 0,-1 0 0,4-3 0,-1 2 0,1 0 0,-1 0 0,1 0 0,0 0 0,0 1 0,0 0 0,5-1 0,9 0 0,0 1 0,35 3 0,-53-2 0,2 0 0,18 1 0,0 1 0,1 1 0,37 10 0,-54-12 0,0 1 0,0 0 0,0 0 0,0 0 0,-1 1 0,1-1 0,-1 1 0,0 0 0,0 1 0,0-1 0,0 1 0,0 0 0,-1-1 0,0 1 0,1 1 0,-2-1 0,1 1 0,0-1 0,-1 1 0,0 0 0,2 6 0,1 8 0,-1 1 0,-2-1 0,0 0 0,-1 1 0,0-1 0,-2 1 0,-4 28 0,0-19 0,-1-1 0,-2 0 0,0 0 0,-17 35 0,-1-5 0,-3-2 0,-2-1 0,-2-1 0,-59 71 0,74-104 0,0 1 0,2 1 0,1 0 0,0 1 0,-17 41 0,29-58 0,0 0 0,1 1 0,0 0 0,0-1 0,0 1 0,1 0 0,0 0 0,1 0 0,0-1 0,0 1 0,1 0 0,0 0 0,0 0 0,1-1 0,0 1 0,0 0 0,1-1 0,0 0 0,0 1 0,0-1 0,1-1 0,1 1 0,-1 0 0,10 10 0,96 86 0,-7-6 0,-20-1 0,93 141 0,-117-153 0,-50-73 0,20 33 0,-28-42 0,0 0 0,1 1 0,-1-1 0,0 1 0,0 0 0,-1-1 0,1 1 0,0 0 0,-1 0 0,0-1 0,0 1 0,1 0 0,-2 0 0,1 5 0,-1-7 0,0 1 0,0-1 0,0 0 0,0 1 0,0-1 0,0 0 0,0 1 0,0-1 0,-1 0 0,1 0 0,0 0 0,-1 0 0,1 0 0,0-1 0,-1 1 0,1 0 0,-1-1 0,0 1 0,1-1 0,-1 1 0,0-1 0,1 0 0,-1 1 0,-3-1 0,-49 0 0,41-1 0,-26 0 0,-1-1 0,1-2 0,-1-2 0,1-1 0,1-2 0,-71-27 0,62 18 0,-1 2 0,-73-15 0,47 14 0,-36-6 0,-182-13 0,218 29 0,8-2 0,-81-23 0,7 1 0,94 21 0,-59-22 0,45 13 0,22 5 0,-59-30 0,95 44 0,0-1 0,1 1 0,-1-1 0,1 0 0,-1 0 0,1 0 0,-1 0 0,1 0 0,-1 0 0,1 0 0,0 0 0,-1-1 0,1 1 0,0 0 0,0-1 0,0 1 0,0-1 0,0 1 0,1-1 0,-1 0 0,0 1 0,1-1 0,-1-3 0,1 4 0,1-1 0,0 1 0,0-1 0,-1 1 0,1-1 0,0 1 0,0 0 0,1 0 0,-1-1 0,0 1 0,0 0 0,1 0 0,-1 0 0,0 0 0,1 0 0,-1 0 0,1 1 0,-1-1 0,1 0 0,0 1 0,-1-1 0,1 1 0,0 0 0,-1-1 0,3 1 0,244-52 0,22-5 0,-212 43 0,1 3 0,71-5 0,121 11 0,-232 5 0,-14-1 0,0 1 0,1-1 0,-1 1 0,0 0 0,0 1 0,0-1 0,0 1 0,0 0 0,0 1 0,8 2 0,-13-4 0,0 0 0,0 1 0,0-1 0,0 1 0,0-1 0,0 0 0,0 1 0,0-1 0,0 0 0,0 1 0,0-1 0,0 1 0,0-1 0,0 0 0,0 1 0,0-1 0,0 0 0,0 1 0,-1-1 0,1 0 0,0 1 0,0-1 0,0 0 0,-1 1 0,1-1 0,0 0 0,0 0 0,-1 1 0,1-1 0,0 0 0,-1 0 0,1 1 0,0-1 0,-1 0 0,1 0 0,0 0 0,-1 0 0,1 0 0,0 1 0,-1-1 0,1 0 0,-1 0 0,1 0 0,-21 10 0,19-10 0,-128 51 0,98-38 0,0-2 0,-1-1 0,-34 5 0,-105 11 0,58-11 0,-10 2 0,-236 0 0,204-17 0,173 3 0,0 1 0,31 12 0,-28-9 0,0 0 0,25 3 0,56 0 0,0-4 0,106-9 0,-66 0 0,559 3 0,-690 0 0,1 0 0,-1-1 0,0 0 0,1-1 0,-1 0 0,0 0 0,0-1 0,16-7 0,-21 8 0,-1-1 0,0 0 0,1 0 0,-1 0 0,-1 0 0,1-1 0,0 0 0,-1 1 0,0-1 0,0 0 0,0-1 0,0 1 0,-1 0 0,1-1 0,-1 0 0,0 1 0,-1-1 0,1 0 0,1-9 0,1-17 0,-2 0 0,-1 0 0,-5-61 0,1 16 0,3-43 0,1 45 0,-9-83 0,7 147 0,0 0 0,-1 1 0,-1-1 0,0 1 0,0 0 0,-1-1 0,0 1 0,0 1 0,-10-15 0,6 13 0,-1-1 0,-1 1 0,1 1 0,-2 0 0,1 0 0,-17-10 0,-1 1 0,0 2 0,-1 1 0,-1 1 0,-50-16 0,36 16 0,-233-65 0,28 8 0,23 4 0,75 31 0,136 30 0,1 0 0,-1-2 0,1 0 0,1 0 0,-1-1 0,2-1 0,-1 0 0,-13-15 0,-87-79 0,104 95 0,1-1 0,-1 1 0,2-2 0,-1 1 0,1-1 0,1 0 0,-9-20 0,5 6 0,2-1 0,-9-42 0,14 54 0,-1 0 0,-1 1 0,0 0 0,-1 0 0,0 0 0,-8-12 0,-55-70 0,11 16 0,-14-44-1365</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15:43.717"/>
    </inkml:context>
    <inkml:brush xml:id="br0">
      <inkml:brushProperty name="width" value="0.35" units="cm"/>
      <inkml:brushProperty name="height" value="0.35" units="cm"/>
      <inkml:brushProperty name="color" value="#140298"/>
    </inkml:brush>
  </inkml:definitions>
  <inkml:trace contextRef="#ctx0" brushRef="#br0">204 375 24575,'0'9'0,"0"0"0,-1 0 0,0 0 0,0-1 0,-1 1 0,-3 10 0,4-16 0,-1 1 0,0-1 0,0 1 0,0-1 0,0 1 0,0-1 0,-1 0 0,1 0 0,-1 0 0,0 0 0,0-1 0,0 1 0,0-1 0,0 0 0,0 0 0,-5 2 0,-101 43 0,108-46 0,-1 0 0,0 0 0,1 0 0,-1-1 0,1 1 0,-1-1 0,0 1 0,1-1 0,-1 0 0,0 0 0,0 0 0,1 0 0,-1 0 0,0 0 0,1 0 0,-1 0 0,-2-1 0,4 0 0,-1 0 0,0 0 0,1 0 0,-1 0 0,1-1 0,-1 1 0,1 0 0,0 0 0,-1 0 0,1 0 0,0-1 0,0 1 0,0 0 0,0 0 0,0-1 0,0 1 0,0 0 0,0 0 0,1 0 0,-1-1 0,0 1 0,1 0 0,-1 0 0,1-2 0,11-31 0,1-1 0,1 2 0,32-54 0,-24 47 0,28-69 0,-41 84 0,0 1 0,2 0 0,1 1 0,17-27 0,-24 44-273,0 0 0,1 1 0,-1 0 0,12-8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16:46.714"/>
    </inkml:context>
    <inkml:brush xml:id="br0">
      <inkml:brushProperty name="width" value="0.35" units="cm"/>
      <inkml:brushProperty name="height" value="0.35" units="cm"/>
      <inkml:brushProperty name="color" value="#FFFFFF"/>
    </inkml:brush>
  </inkml:definitions>
  <inkml:trace contextRef="#ctx0" brushRef="#br0">1928 419 24565,'698'-418'0,"-3324"418"0,2659 418 0,1862-418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16:48.707"/>
    </inkml:context>
    <inkml:brush xml:id="br0">
      <inkml:brushProperty name="width" value="0.35" units="cm"/>
      <inkml:brushProperty name="height" value="0.35" units="cm"/>
      <inkml:brushProperty name="color" value="#FFFFFF"/>
    </inkml:brush>
  </inkml:definitions>
  <inkml:trace contextRef="#ctx0" brushRef="#br0">29 435 24575,'0'-10'0,"0"-8"0,0-6 0,0-3 0,0-3 0,0-1 0,0 0 0,0 1 0,-5-5 0,-1-1 0,0 0 0,1-3 0,1-5 0,2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16:54.074"/>
    </inkml:context>
    <inkml:brush xml:id="br0">
      <inkml:brushProperty name="width" value="0.35" units="cm"/>
      <inkml:brushProperty name="height" value="0.35" units="cm"/>
      <inkml:brushProperty name="color" value="#FFFFFF"/>
    </inkml:brush>
  </inkml:definitions>
  <inkml:trace contextRef="#ctx0" brushRef="#br0">1 1 24575,'2123'0'0,"-2153"18"0,-49 23 0,-2-4 0,-1-3 0,-149 39 0,149-55 0,4-2 0,-108 37 0,-58 27 0,219-72 0,-1 0 0,-1-2 0,1 0 0,-54 3 0,-110-10 0,86-1 0,-7 2 0,-134 17 0,226-16 0,15-1 0,-1 0 0,0 0 0,1 1 0,-1-1 0,0 1 0,1 0 0,-1 0 0,1 1 0,-1-1 0,1 1 0,-7 4 0,11-6 0,0 0 0,-1 1 0,1-1 0,0 0 0,0 1 0,0-1 0,0 0 0,0 0 0,0 1 0,0-1 0,0 0 0,0 1 0,0-1 0,0 0 0,0 0 0,0 1 0,0-1 0,0 0 0,1 0 0,-1 1 0,0-1 0,0 0 0,0 1 0,0-1 0,0 0 0,1 0 0,-1 0 0,0 1 0,0-1 0,0 0 0,1 0 0,-1 0 0,0 1 0,0-1 0,1 0 0,-1 0 0,0 0 0,0 0 0,1 0 0,-1 0 0,0 0 0,0 0 0,1 1 0,-1-1 0,1 0 0,15 4 0,-16-4 0,312 59 0,-130-29 0,-84-13 0,0-6 0,1-3 0,0-5 0,0-4 0,1-5 0,125-23 0,-106 7 0,-10 0 0,0 5 0,156-4 0,2270 22 0,-2508 1 0,0 1 0,0 1 0,-1 1 0,32 11 0,-31-8 0,0-1 0,1-2 0,55 5 0,464-11 0,-212-1 0,-332 2 0,47-2 0,-48 2 0,0 0 0,0-1 0,0 1 0,0 0 0,0-1 0,0 1 0,0-1 0,0 0 0,0 1 0,0-1 0,-1 0 0,1 0 0,0 0 0,-1-1 0,1 1 0,-1 0 0,1 0 0,-1-1 0,1 1 0,0-3 0,-1 3 0,-1 1 0,0-1 0,0 0 0,0 1 0,0-1 0,-1 0 0,1 1 0,0-1 0,0 0 0,0 1 0,0-1 0,-1 0 0,1 1 0,0-1 0,-1 0 0,1 1 0,0-1 0,-1 1 0,1-1 0,-1 1 0,1-1 0,-1 1 0,1-1 0,-1 1 0,1 0 0,-1-1 0,0 1 0,1 0 0,-1-1 0,1 1 0,-1 0 0,-1-1 0,-25-8 0,21 7 0,-36-9 0,-1 2 0,-1 1 0,-70-3 0,-137 11 0,129 3 0,85-4 0,21 0 0,0 1 0,-25 3 0,41-3 0,-1 0 0,1 0 0,0 1 0,0-1 0,-1 0 0,1 0 0,0 0 0,-1 1 0,1-1 0,0 0 0,0 0 0,0 0 0,-1 1 0,1-1 0,0 0 0,0 1 0,0-1 0,0 0 0,-1 0 0,1 1 0,0-1 0,0 0 0,0 1 0,0-1 0,0 0 0,0 1 0,0-1 0,0 0 0,0 1 0,0-1 0,0 0 0,0 1 0,0-1 0,0 0 0,0 1 0,0-1 0,1 0 0,-1 0 0,0 1 0,0-1 0,0 0 0,0 1 0,1-1 0,-1 0 0,0 0 0,0 1 0,1-1 0,-1 0 0,0 0 0,0 0 0,1 1 0,-1-1 0,0 0 0,0 0 0,1 0 0,18 19 0,-16-17 0,13 16 0,-1 1 0,26 38 0,-4-3 0,-29-43 0,0 2 0,-1-1 0,0 1 0,-1 0 0,0 0 0,-1 1 0,-1-1 0,0 1 0,-1 0 0,2 16 0,-2 4 0,-2 1 0,-1-1 0,-5 37 0,5-67 0,0 0 0,-1 0 0,1 1 0,-1-1 0,0 0 0,0 0 0,0 0 0,-1 0 0,1 0 0,-1-1 0,0 1 0,0 0 0,0-1 0,-1 1 0,1-1 0,-1 0 0,0 0 0,0 0 0,0 0 0,0 0 0,0-1 0,-1 1 0,1-1 0,-1 0 0,1 0 0,-1 0 0,0-1 0,0 1 0,0-1 0,0 0 0,0 0 0,0 0 0,0-1 0,0 1 0,-1-1 0,1 0 0,0 0 0,-8-2 0,-70-12 131,47 8-1627</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1:13.261"/>
    </inkml:context>
    <inkml:brush xml:id="br0">
      <inkml:brushProperty name="width" value="0.1" units="cm"/>
      <inkml:brushProperty name="height" value="0.1" units="cm"/>
      <inkml:brushProperty name="color" value="#004F8B"/>
    </inkml:brush>
  </inkml:definitions>
  <inkml:trace contextRef="#ctx0" brushRef="#br0">0 65 8192,'154'-1'11986,"-1"1"-6437,30 0-3467,93 0-3826,105 0 1893,-362-1-149,0-1 0,-1-1 0,1 0 0,0-2 0,24-9 0,38-9 0,-39 17-387,1 2 1,0 2 0,68 5-1,-23 0-7663,41 4 462,-58 3 7309,-1 3-1,81 25 1,40 13 279,77 25 0,-24-7 0,-139-43 0,-57-13 0,-18-6 0,0 1 0,35 15 0,-37-13 0,-1-2 0,2-1 0,-1-1 0,0-1 0,58 2 0,30 5 0,-83-5 0,-1 1 0,0 3 0,57 25 0,-86-35 0,60 20 2355,34-7 7602,-21-4-4038,-27 2-6128,4 4 209,1-2 0,1-3 0,0-2 0,98 4 0,-7-12-1993,193-3-10165,-170 1 12024,-84 1 3766,0 0 3310,-5-4-17973,-55 1 9938,-1-1-1,44-14 1,102-43 1093,16-5 0,-112 50 0,-58 13 0,0 0 0,0-1 0,0 0 0,-1-2 0,24-10 0,-21 6-2068,-1 1 3760,41-14 13711,-32 17-12408,2 1-2995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1:14.493"/>
    </inkml:context>
    <inkml:brush xml:id="br0">
      <inkml:brushProperty name="width" value="0.1" units="cm"/>
      <inkml:brushProperty name="height" value="0.1" units="cm"/>
      <inkml:brushProperty name="color" value="#004F8B"/>
    </inkml:brush>
  </inkml:definitions>
  <inkml:trace contextRef="#ctx0" brushRef="#br0">1 1 8192,'9'14'18098,"3"-6"-16597,8 3-3825,-4-1 3071,-2-1-747,0 0 0,1 0 0,0-1 0,0-1 0,1-1 0,0 0 0,0-1 0,0 0 0,0-2 0,1 0 0,27 1 0,77-5 321,-56-1-3152,0 4-8144,-39 6 18999,-11 8-3392,-13-13-4475,-1 0 1,0 1 0,0-1-1,-1 0 1,1 1-1,-1-1 1,1 1-1,-1-1 1,0 0 0,0 1-1,-1-1 1,0 5-1,-3 8-960,0-1 0,-1 0 0,0 0-1,-15 25 1,-10 11-2330,-2-2 0,-44 52 0,-4 5-1684,11-15 3808,39-58 1009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46:25.170"/>
    </inkml:context>
    <inkml:brush xml:id="br0">
      <inkml:brushProperty name="width" value="0.05" units="cm"/>
      <inkml:brushProperty name="height" value="0.05" units="cm"/>
    </inkml:brush>
  </inkml:definitions>
  <inkml:trace contextRef="#ctx0" brushRef="#br0">1 0 24575,'26'10'0,"-7"-1"0,112 30 0,297 84 0,11-37 0,-53-60 0,3-27 0,-140-2 0,987 4-320,1587-1-919,-335 0 2798,-2285 13-1559,-43-1 0,100-10 0,15 0 0,-92 12 0,45 1 0,-51-16-1365,-150 1-5461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46:26.342"/>
    </inkml:context>
    <inkml:brush xml:id="br0">
      <inkml:brushProperty name="width" value="0.05" units="cm"/>
      <inkml:brushProperty name="height" value="0.05" units="cm"/>
    </inkml:brush>
  </inkml:definitions>
  <inkml:trace contextRef="#ctx0" brushRef="#br0">649 2 24575,'29'0'0,"4"-1"0,-1 2 0,1 1 0,36 7 0,279 75 0,-321-79 0,0 1 0,0 1 0,0 2 0,-1 1 0,42 21 0,-66-30 0,-1 0 0,0 0 0,0-1 0,1 1 0,-1 0 0,0 0 0,0 0 0,0 1 0,0-1 0,0 0 0,0 0 0,0 0 0,-1 1 0,1-1 0,0 0 0,0 3 0,-1-3 0,0 0 0,0 0 0,0 0 0,0 0 0,0 0 0,0 0 0,-1-1 0,1 1 0,0 0 0,-1 0 0,1 0 0,0 0 0,-1-1 0,1 1 0,-1 0 0,1 0 0,-1-1 0,1 1 0,-1 0 0,-1 0 0,-4 4 0,-1-1 0,0 0 0,0 0 0,0 0 0,-10 2 0,0 2 0,-42 25 0,-82 60 0,94-60 0,0-1 0,-2-3 0,-65 29 0,-149 32 0,89-33 0,-222 83-1365,349-123-5461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18.260"/>
    </inkml:context>
    <inkml:brush xml:id="br0">
      <inkml:brushProperty name="width" value="0.35" units="cm"/>
      <inkml:brushProperty name="height" value="0.35" units="cm"/>
      <inkml:brushProperty name="color" value="#FFFFFF"/>
    </inkml:brush>
  </inkml:definitions>
  <inkml:trace contextRef="#ctx0" brushRef="#br0">95 150 24575,'-3'0'0,"0"0"0,-1 0 0,1-1 0,0 1 0,0-1 0,0 1 0,0-1 0,0 0 0,0 0 0,0-1 0,0 1 0,1 0 0,-1-1 0,0 0 0,1 0 0,-1 0 0,1 0 0,0 0 0,0 0 0,-1 0 0,-1-5 0,-2-2 0,1 0 0,1-1 0,0 1 0,0-1 0,-2-12 0,5 19 0,1 2 0,0 0 0,-1-1 0,1 1 0,0 0 0,0 0 0,0-1 0,0 1 0,0 0 0,0-1 0,0 1 0,0 0 0,0-1 0,1 1 0,-1 0 0,0 0 0,1-1 0,-1 1 0,1 0 0,0 0 0,-1 0 0,1 0 0,0-1 0,0 1 0,-1 0 0,1 0 0,0 1 0,0-1 0,0 0 0,0 0 0,0 0 0,1 1 0,-1-1 0,0 0 0,0 1 0,0-1 0,1 1 0,-1 0 0,0-1 0,0 1 0,2 0 0,7-2 0,0 0 0,1 1 0,-1 0 0,12 1 0,-12 0 0,8 1 0,1 1 0,0 1 0,-1 1 0,0 0 0,29 12 0,-21-7 0,45 8 0,-5-8 0,-35-5 0,0 0 0,35 11 0,-26-5 0,1-1 0,0-2 0,66 3 0,126-10 0,-93-3 0,1257 3 0,-3530 0 0,2106 1 0,0 2 0,1 1 0,-1 1 0,1 0 0,-43 17 0,63-19 17,0 0 0,1 0 0,-1 0 1,0 1-1,1-1 0,0 1 0,0 1 0,0-1 0,1 1 0,0-1 0,-1 1 0,2 1 0,-1-1 0,0 0 0,1 1 0,0 0 0,1 0 0,-1 0 1,-2 12-1,0 2-359,1 1 1,0-1 0,2 1-1,1 40 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20.584"/>
    </inkml:context>
    <inkml:brush xml:id="br0">
      <inkml:brushProperty name="width" value="0.35" units="cm"/>
      <inkml:brushProperty name="height" value="0.35" units="cm"/>
      <inkml:brushProperty name="color" value="#FFFFFF"/>
    </inkml:brush>
  </inkml:definitions>
  <inkml:trace contextRef="#ctx0" brushRef="#br0">1 88 24575,'0'-5'0,"0"-6"0,0-7 0,0-4 0,0-9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28.877"/>
    </inkml:context>
    <inkml:brush xml:id="br0">
      <inkml:brushProperty name="width" value="0.35" units="cm"/>
      <inkml:brushProperty name="height" value="0.35" units="cm"/>
      <inkml:brushProperty name="color" value="#FFFFFF"/>
    </inkml:brush>
  </inkml:definitions>
  <inkml:trace contextRef="#ctx0" brushRef="#br0">219 257 24575,'0'-9'0,"1"1"0,0-1 0,0 0 0,1 1 0,0-1 0,0 1 0,1-1 0,0 1 0,0 0 0,1 0 0,0 0 0,1 1 0,10-14 0,8-18 0,-21 33 0,0 1 0,1 0 0,0 0 0,0 0 0,0 0 0,0 0 0,1 1 0,0-1 0,0 1 0,0 0 0,0 0 0,1 0 0,0 1 0,-1 0 0,1 0 0,0 0 0,11-4 0,-3 4 0,0 1 0,0 0 0,0 1 0,0 1 0,0 0 0,19 2 0,78 18 0,4 15 0,-24-6 0,17 4 0,-75-21 0,0-2 0,1-1 0,0-1 0,0-2 0,55 2 0,60-11 0,147 4 0,-191 12 0,-64-6 0,50 1 0,209-8 0,-348 3 0,1 3 0,0 1 0,0 3 0,-66 23 0,15-6 0,-285 78 0,200-52 0,160-43 0,1 0 0,0 1 0,0 1 0,2 2 0,-31 23 0,-55 42 0,95-67 0,-1-1 0,0 0 0,-1-2 0,0 1 0,0-1 0,-1-1 0,0-1 0,-1 0 0,1-1 0,-20 5 0,-99 13 0,-2-6 0,-1-5 0,-157-7 0,297-6 0,181-3 0,-134 1 0,0-3 0,62-15 0,-64 7 0,0-3 0,-1-2 0,77-41 0,-80 39 0,0 2 0,65-18 0,-106 35 0,0 0 0,0 0 0,-1 0 0,1 0 0,0 0 0,0-1 0,-1 0 0,5-3 0,-7 5 0,0 0 0,1 0 0,-1 0 0,0-1 0,0 1 0,0 0 0,0 0 0,1-1 0,-1 1 0,0 0 0,0 0 0,0-1 0,0 1 0,0 0 0,0-1 0,0 1 0,0 0 0,0 0 0,0-1 0,0 1 0,0 0 0,0-1 0,0 1 0,0 0 0,0 0 0,0-1 0,0 1 0,0 0 0,0 0 0,-1-1 0,1 1 0,0 0 0,0 0 0,-1-1 0,-17-8 0,-25 1 0,1 1 0,-1 3 0,0 1 0,-53 4 0,34 0 0,17-2 0,19-1 0,-1 2 0,1 1 0,-35 6 0,46 0 0,23 0 0,31 5 0,-33-11 0,421 96 0,-371-88 0,105 4 0,59-15 0,-71-1 0,921 3 0,-1016 2 0,56 11 0,54 2 0,-122-13 0,55 10 0,33 2 0,517-13 0,-314-3 0,1745 2 0,-2104-1 0,0-2 0,0-1 0,-49-14 0,-4 0 0,7 8 0,-1 4 0,0 3 0,-75 6 0,28 0 0,-2109-2 0,1141-2 0,1056-1 0,-62-10 0,-11-2 0,-110 12 0,148 3 0,97 0 0,-2 0 0,0 0 0,0-2 0,1-1 0,37-8 0,-48 4 0,16-5 0,0 2 0,1 1 0,0 1 0,59-3 0,64 12 0,82-2 0,-144-14 0,-67 8 0,52-3 0,591 8 0,-323 3 0,-272-3 0,90 3 0,-116 8-1365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40.524"/>
    </inkml:context>
    <inkml:brush xml:id="br0">
      <inkml:brushProperty name="width" value="0.35" units="cm"/>
      <inkml:brushProperty name="height" value="0.35" units="cm"/>
      <inkml:brushProperty name="color" value="#140298"/>
    </inkml:brush>
  </inkml:definitions>
  <inkml:trace contextRef="#ctx0" brushRef="#br0">105 357 24575,'-4'-5'0,"0"-1"0,1 1 0,0-1 0,0 0 0,0 0 0,1 0 0,0 0 0,0 0 0,1 0 0,-2-7 0,-8-28 0,-10-4 0,15 33 0,-1-1 0,2 1 0,0-1 0,0 0 0,1-1 0,1 1 0,0-1 0,1 0 0,-1-14 0,3 26 0,1-1 0,-1 1 0,0 0 0,1 0 0,-1 0 0,1 0 0,0 0 0,-1 0 0,1 0 0,0 1 0,0-1 0,0 0 0,1 0 0,-1 1 0,0-1 0,1 1 0,-1-1 0,1 1 0,-1-1 0,3 0 0,-1 0 0,1 0 0,0 0 0,0 0 0,0 1 0,0 0 0,0 0 0,0 0 0,1 0 0,5 0 0,5 1 0,1 0 0,-1 1 0,0 0 0,23 6 0,-32-5 0,0-1 0,0 1 0,0 0 0,-1 0 0,1 1 0,0-1 0,-1 1 0,0 1 0,0-1 0,0 1 0,0 0 0,0 0 0,-1 0 0,0 1 0,1-1 0,-2 1 0,1 0 0,-1 0 0,1 1 0,-1-1 0,-1 1 0,1-1 0,-1 1 0,2 10 0,-1-6 0,1-1 0,-1 1 0,1-1 0,1 0 0,0 0 0,6 9 0,-7-14 0,-1 0 0,1-1 0,0 1 0,-1-1 0,1 0 0,1 0 0,-1 0 0,0-1 0,1 1 0,0-1 0,-1 0 0,1-1 0,10 3 0,27 3 0,0-2 0,1-2 0,0-2 0,51-5 0,2 1 0,971 3 0,-1061 1-105,1-1 0,0-1 0,-1 1 0,1-1 0,-1 0 0,1 0 0,-1-1 0,0 0 0,1 0 0,-1 0 0,0-1 0,11-6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46.013"/>
    </inkml:context>
    <inkml:brush xml:id="br0">
      <inkml:brushProperty name="width" value="0.35" units="cm"/>
      <inkml:brushProperty name="height" value="0.35" units="cm"/>
      <inkml:brushProperty name="color" value="#140298"/>
    </inkml:brush>
  </inkml:definitions>
  <inkml:trace contextRef="#ctx0" brushRef="#br0">2 180 24575,'-1'-18'0,"1"5"0,0 0 0,0 0 0,1 0 0,1-1 0,5-21 0,-5 32 0,-1-1 0,1 1 0,-1 0 0,1 0 0,0 0 0,0 0 0,0 0 0,1 0 0,-1 0 0,1 1 0,-1-1 0,1 1 0,0 0 0,0 0 0,0 0 0,0 0 0,0 0 0,0 1 0,1-1 0,-1 1 0,1 0 0,-1 0 0,1 0 0,-1 1 0,7-1 0,56-4 0,105 8 0,-52 1 0,-80-4 0,23-1 0,-1 3 0,0 2 0,63 13 0,-3 5 0,-66-14 0,82 24 0,-88-8 0,-39-18 0,-1-1 0,1-1 0,15 6 0,9-3 0,0-2 0,0-2 0,0-1 0,0-1 0,37-5 0,6 2 0,157 1-1365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48.051"/>
    </inkml:context>
    <inkml:brush xml:id="br0">
      <inkml:brushProperty name="width" value="0.35" units="cm"/>
      <inkml:brushProperty name="height" value="0.35" units="cm"/>
      <inkml:brushProperty name="color" value="#140298"/>
    </inkml:brush>
  </inkml:definitions>
  <inkml:trace contextRef="#ctx0" brushRef="#br0">0 1 24575,'4'1'0,"0"-1"0,0 1 0,0 0 0,0 1 0,0-1 0,-1 1 0,1 0 0,0 0 0,-1 0 0,1 0 0,5 5 0,-4-3 0,0 0 0,1-1 0,-1 1 0,13 4 0,25 4 0,2-2 0,-1-1 0,84 4 0,140-13 0,-124-3 0,630 3 0,-766 0-136,0-1-1,1 0 1,-1 0-1,-1-1 1,1 0-1,0 0 1,0-1-1,-1 0 0,10-5 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51.662"/>
    </inkml:context>
    <inkml:brush xml:id="br0">
      <inkml:brushProperty name="width" value="0.35" units="cm"/>
      <inkml:brushProperty name="height" value="0.35" units="cm"/>
      <inkml:brushProperty name="color" value="#140298"/>
    </inkml:brush>
  </inkml:definitions>
  <inkml:trace contextRef="#ctx0" brushRef="#br0">126 1 24495,'-125'100'0,"2536"-100"0,-2536-100 0,-2036 100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54.863"/>
    </inkml:context>
    <inkml:brush xml:id="br0">
      <inkml:brushProperty name="width" value="0.35" units="cm"/>
      <inkml:brushProperty name="height" value="0.35" units="cm"/>
      <inkml:brushProperty name="color" value="#140298"/>
    </inkml:brush>
  </inkml:definitions>
  <inkml:trace contextRef="#ctx0" brushRef="#br0">1 0 24560,'0'424'0,"1580"-424"0,-1580-424 0,-1580 424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58.408"/>
    </inkml:context>
    <inkml:brush xml:id="br0">
      <inkml:brushProperty name="width" value="0.35" units="cm"/>
      <inkml:brushProperty name="height" value="0.35" units="cm"/>
      <inkml:brushProperty name="color" value="#140298"/>
    </inkml:brush>
  </inkml:definitions>
  <inkml:trace contextRef="#ctx0" brushRef="#br0">2553 1 24575,'-6'0'0,"-13"0"0,-1 0 0,1 1 0,0 1 0,-27 6 0,27-2 0,-453 115 0,466-119 0,-26 5 0,-33 13 0,57-17 0,0 1 0,0-1 0,0 1 0,0 1 0,1-1 0,0 1 0,0 1 0,0-1 0,-6 8 0,12-12 0,0 0 0,0 1 0,0-1 0,0 0 0,0 0 0,1 1 0,-1-1 0,0 0 0,1 1 0,-1-1 0,1 1 0,0-1 0,-1 0 0,1 1 0,0-1 0,0 1 0,0-1 0,0 1 0,0-1 0,0 1 0,0-1 0,1 1 0,-1-1 0,1 1 0,-1-1 0,1 0 0,-1 1 0,1-1 0,0 0 0,-1 1 0,1-1 0,0 0 0,0 0 0,0 0 0,0 0 0,0 0 0,0 0 0,0 0 0,1 0 0,-1 0 0,2 1 0,7 4 0,0 0 0,0 0 0,1-1 0,11 4 0,-14-6 0,-1 0 0,30 12 0,0 0 0,1-3 0,45 9 0,-34-9 0,-35-8 0,0-1 0,-1 0 0,29 1 0,-76-18 0,-31-5 0,-1 3 0,-1 3 0,-131-9 0,-209 20 0,238 4 0,25-3 0,-126 4 0,161 10 0,-16 1 0,-236-14 0,351-1 0,0-1 0,0 1 0,0-2 0,1 1 0,-1-1 0,1-1 0,-1 1 0,-16-11 0,23 12 0,0 0 0,0 0 0,0 0 0,0 0 0,1 0 0,-1 0 0,1-1 0,0 0 0,-1 1 0,1-1 0,0 0 0,0 0 0,1 0 0,-1 0 0,1 0 0,-1-1 0,1 1 0,0 0 0,0-1 0,1 1 0,-1 0 0,1-1 0,0 1 0,-1-1 0,2 1 0,-1-1 0,0 1 0,1-1 0,0-4 0,11-28 100,-6 20-48,-1 0-1,-1-1 0,4-24 0,-8 37-135,0 0 1,1 0-1,-1 0 1,-1 0-1,1 0 1,-1 0-1,1 0 1,-1 0-1,0 0 1,-1 0-1,1 0 1,-1 1-1,1-1 1,-1 1-1,0-1 1,0 1-1,-1-1 1,1 1-1,-6-5 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29:59.602"/>
    </inkml:context>
    <inkml:brush xml:id="br0">
      <inkml:brushProperty name="width" value="0.35" units="cm"/>
      <inkml:brushProperty name="height" value="0.35" units="cm"/>
      <inkml:brushProperty name="color" value="#140298"/>
    </inkml:brush>
  </inkml:definitions>
  <inkml:trace contextRef="#ctx0" brushRef="#br0">10 1 24575,'0'10'0,"0"13"0,0 7 0,0 4 0,-10-4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4:30:01.102"/>
    </inkml:context>
    <inkml:brush xml:id="br0">
      <inkml:brushProperty name="width" value="0.35" units="cm"/>
      <inkml:brushProperty name="height" value="0.35" units="cm"/>
      <inkml:brushProperty name="color" value="#140298"/>
    </inkml:brush>
  </inkml:definitions>
  <inkml:trace contextRef="#ctx0" brushRef="#br0">259 155 24575,'-20'0'0,"0"-1"0,0 0 0,-34-8 0,45 7 0,0-1 0,0-1 0,0 1 0,1-1 0,-1-1 0,1 0 0,0 0 0,1 0 0,-1-1 0,-6-7 0,9 9 0,-29-33 0,33 37 0,1-1 0,-1 0 0,0 1 0,1-1 0,-1 0 0,1 1 0,-1-1 0,1 0 0,-1 1 0,1-1 0,0 0 0,-1 0 0,1 0 0,0 1 0,0-1 0,0 0 0,0 0 0,-1 0 0,1 0 0,0 1 0,0-1 0,0 0 0,1 0 0,-1 0 0,0 0 0,0 0 0,0 1 0,1-1 0,-1 0 0,0 0 0,1 1 0,-1-1 0,1 0 0,-1 0 0,1 1 0,-1-1 0,1 0 0,-1 1 0,1-1 0,-1 1 0,1-1 0,0 1 0,0-1 0,-1 1 0,1-1 0,1 0 0,16-3 0,-1 1 0,1 0 0,0 1 0,0 1 0,0 1 0,-1 0 0,23 4 0,10-1 0,-14-2-1365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4:43.569"/>
    </inkml:context>
    <inkml:brush xml:id="br0">
      <inkml:brushProperty name="width" value="0.35" units="cm"/>
      <inkml:brushProperty name="height" value="0.35" units="cm"/>
      <inkml:brushProperty name="color" value="#FFFFFF"/>
    </inkml:brush>
  </inkml:definitions>
  <inkml:trace contextRef="#ctx0" brushRef="#br0">2519 315 24575,'-587'0'0,"564"1"0,1 2 0,-1 0 0,1 2 0,-35 11 0,34-9 0,1-1 0,-1-1 0,-45 4 0,44-9 0,-1-2 0,-38-8 0,-8 0 0,39 6 0,0-1 0,0-2 0,-36-12 0,-87-40 0,105 38 0,-5 3 0,0 2 0,-91-14 0,59 13 0,78 15 0,-2 1 0,0-2 0,0 1 0,0-2 0,0 1 0,1-2 0,0 1 0,-11-7 0,12 6 0,-1 0 0,1 0 0,-1 1 0,-1 0 0,1 1 0,0 0 0,-1 1 0,-12-2 0,-10 2 0,-44 2 0,57 1 0,1 0 0,-1-2 0,0 0 0,1-1 0,-1-1 0,1-1 0,-22-7 0,12 1 0,-2 2 0,-54-9 0,52 11 0,-46-13 0,115 34 0,0 2 0,49 30 0,-31-16 0,-17-12 0,1-1 0,1-1 0,0-2 0,1-2 0,1-2 0,0-2 0,0-1 0,1-2 0,0-2 0,71-3 0,138-22 0,-171 12 0,-50 6 0,0 0 0,-1-2 0,31-10 0,119-30 0,-50 15 0,-74 18-1365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4:50.352"/>
    </inkml:context>
    <inkml:brush xml:id="br0">
      <inkml:brushProperty name="width" value="0.35" units="cm"/>
      <inkml:brushProperty name="height" value="0.35" units="cm"/>
      <inkml:brushProperty name="color" value="#FFFFFF"/>
    </inkml:brush>
  </inkml:definitions>
  <inkml:trace contextRef="#ctx0" brushRef="#br0">1884 1439 24575,'1'-14'0,"-1"0"0,-1 0 0,0 1 0,-1-1 0,0 0 0,-2 0 0,1 1 0,-1 0 0,-1 0 0,-1 0 0,-7-14 0,-5 0 0,-1 0 0,-2 2 0,0 0 0,-34-29 0,34 34 0,1 0 0,0-1 0,2-1 0,0-1 0,2 0 0,-22-40 0,35 55 0,-20-39 0,2-2 0,2-1 0,2 0 0,-12-65 0,0-67 0,26 172 0,-1 0 0,1-1 0,-2 1 0,1 1 0,-1-1 0,-1 1 0,0 0 0,0 0 0,-1 0 0,0 1 0,-9-9 0,-19-23 0,24 23 0,1 0 0,0 0 0,-11-29 0,10 21 0,-18-31 0,25 50 0,0 0 0,-1 0 0,1 0 0,-1 0 0,-1 1 0,1 0 0,-1 0 0,0 0 0,-9-5 0,12 8 0,-1 0 0,1 1 0,-1-1 0,0 1 0,0 0 0,1 0 0,-1 0 0,0 0 0,0 1 0,0-1 0,0 1 0,0 0 0,0 1 0,-6 0 0,3 1 0,0-1 0,1 2 0,-1-1 0,1 1 0,0 0 0,0 0 0,-11 8 0,-3 6 0,0 1 0,1 0 0,-25 32 0,27-30 0,-197 244 0,173-206 0,2 2 0,-56 116 0,79-133 0,2 0 0,-15 76 0,-9 32 0,32-136 0,-1 0 0,-13 21 0,14-25 0,-1 0 0,1 1 0,1 0 0,0 0 0,-4 16 0,7-16 0,-1 0 0,0-1 0,-1 1 0,0-1 0,-1 0 0,0 0 0,-1-1 0,0 1 0,0-1 0,-1-1 0,-1 1 0,1-1 0,-2 0 0,1-1 0,-1 0 0,0-1 0,-12 8 0,-18 14 0,-60 57 0,61-51 0,32-30 0,0 0 0,1 0 0,0 1 0,0 0 0,1 0 0,-1 0 0,1 0 0,0 1 0,1-1 0,0 1 0,-3 8 0,5-11 0,1 0 0,-1-1 0,1 1 0,0 0 0,0-1 0,0 1 0,1-1 0,-1 1 0,1 0 0,0-1 0,0 1 0,0-1 0,0 0 0,1 1 0,-1-1 0,1 0 0,0 0 0,0 0 0,0 0 0,0 0 0,1 0 0,-1-1 0,1 1 0,5 3 0,-1-1 0,0 0 0,0 0 0,0-1 0,1 0 0,0-1 0,-1 1 0,1-2 0,1 1 0,-1-1 0,0 0 0,0-1 0,11 1 0,15 0 0,60-5 0,-42 0 0,106-13 0,-91 7 0,-56 7 0,-1 0 0,1-1 0,-1 0 0,0-1 0,0-1 0,0 1 0,-1-1 0,0-1 0,0 0 0,14-11 0,3-6 0,45-51 0,-41 38 0,-2-1 0,37-66 0,34-89 0,-4 6 0,-38 77 0,27-45 0,-73 134 0,-1 1 0,-1-1 0,11-37 0,-14 36 0,2-1 0,1 2 0,17-33 0,-18 40 0,1-1 0,0 1 0,1 1 0,1 0 0,-1 0 0,2 1 0,0 1 0,0 0 0,1 0 0,0 1 0,0 1 0,1 0 0,16-6 0,6-2 0,-20 8 0,0 1 0,1 1 0,0 1 0,19-5 0,35-2 0,-1-4 0,129-46 0,-172 49 0,38-23 0,-11 4 0,-44 26 0,-10 1 0,-18-1 0,7 3 0,-102-32 0,67 18 0,-2 3 0,-65-11 0,-239 1 0,0 29 0,277-3 0,322 22 0,508-16 0,-442-10 0,292 2 0,-567 1 0,-1 3 0,1 1 0,-1 1 0,-1 2 0,60 22 0,-93-29 0,1 1 0,-1-1 0,0 1 0,1-1 0,-1 1 0,5 5 0,-7-7 0,-1 0 0,1 1 0,-1 0 0,1-1 0,-1 1 0,1-1 0,-1 1 0,0 0 0,1-1 0,-1 1 0,0 0 0,1-1 0,-1 1 0,0 0 0,0-1 0,0 1 0,0 0 0,0-1 0,0 1 0,0 0 0,0 0 0,0-1 0,0 1 0,0 0 0,0-1 0,0 1 0,-1 0 0,1 0 0,0-1 0,0 1 0,-1-1 0,1 1 0,-1 0 0,1-1 0,0 1 0,-1-1 0,1 1 0,-1-1 0,1 1 0,-1-1 0,0 1 0,1-1 0,-2 1 0,-10 9 0,-1-2 0,0 1 0,-1-2 0,0 1 0,0-2 0,-25 8 0,-101 23 0,111-31 0,-587 96 0,88-19 0,186-10 0,333-72 0,1 1 0,0 1 0,-15 5 0,22-8 0,1 0 0,-1 1 0,1-1 0,-1 0 0,1 0 0,0 0 0,-1 1 0,1-1 0,-1 0 0,1 1 0,0-1 0,-1 0 0,1 1 0,0-1 0,0 0 0,-1 1 0,1-1 0,0 1 0,0-1 0,-1 1 0,1-1 0,0 1 0,0-1 0,0 0 0,0 1 0,0-1 0,0 1 0,0-1 0,0 2 0,0-1 0,1 0 0,0 0 0,0 0 0,0 0 0,0 0 0,0 0 0,0 0 0,0 0 0,1 0 0,-1 0 0,0 0 0,0-1 0,1 1 0,-1 0 0,3 0 0,30 13 0,1-2 0,55 12 0,78 7 0,-158-29 0,186 24 0,201 1 0,202-26 0,-277-4 0,1983 3 0,-2275 2 0,0 0 0,32 8 0,42 4 0,7-13 0,-65-1 0,0 1 0,60 9 0,-11 2 0,0-5 0,153-6 0,-103-4 0,-117 4 0,0-2 0,-1-1 0,1-1 0,33-9 0,-54 11 0,0-1 0,0-1 0,0 1 0,-1-1 0,1 0 0,0-1 0,-1 1 0,0-1 0,0-1 0,0 1 0,-1-1 0,1 0 0,-1 0 0,0 0 0,-1-1 0,1 0 0,-1 0 0,0 0 0,-1 0 0,0-1 0,4-9 0,-6 15 0,-1-1 0,0 0 0,0 0 0,0 0 0,0 0 0,0 0 0,0 0 0,0 1 0,0-1 0,-1 0 0,1 0 0,-1 0 0,1 0 0,-1 1 0,0-1 0,0 0 0,0 1 0,0-1 0,0 0 0,0 1 0,0 0 0,0-1 0,-1 1 0,1-1 0,0 1 0,-1 0 0,1 0 0,-1 0 0,0 0 0,1 0 0,-1 0 0,0 1 0,-2-2 0,-7-2 0,1 0 0,-1 0 0,0 1 0,-13-2 0,-36-5 0,-166-37 0,175 35 0,-1 2 0,1 2 0,-60 0 0,-161 9 0,115 2 0,-505-3 0,653 0-227,-1-1-1,1 0 1,-1 0-1,1-1 1,-12-4-1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5:00.743"/>
    </inkml:context>
    <inkml:brush xml:id="br0">
      <inkml:brushProperty name="width" value="0.35" units="cm"/>
      <inkml:brushProperty name="height" value="0.35" units="cm"/>
      <inkml:brushProperty name="color" value="#140298"/>
    </inkml:brush>
  </inkml:definitions>
  <inkml:trace contextRef="#ctx0" brushRef="#br0">204 2 24575,'-9'0'0,"-1"1"0,1-1 0,0 1 0,0 1 0,-13 3 0,21-5 0,0 1 0,0-1 0,-1 0 0,1 1 0,0-1 0,0 1 0,0-1 0,0 1 0,0 0 0,0 0 0,0-1 0,0 1 0,0 0 0,0 0 0,0 0 0,0 0 0,1 0 0,-1 0 0,0 0 0,1 0 0,-1 0 0,0 0 0,1 1 0,0-1 0,-1 0 0,1 0 0,0 0 0,-1 1 0,1-1 0,0 0 0,0 0 0,0 1 0,0-1 0,0 0 0,1 1 0,-1-1 0,0 0 0,0 0 0,1 0 0,-1 1 0,1-1 0,-1 0 0,1 0 0,0 0 0,-1 0 0,1 0 0,0 0 0,0 0 0,0 1 0,10 12 0,0 0 0,0-1 0,2 0 0,-1-1 0,1 0 0,1-1 0,0-1 0,18 10 0,-6-5 0,0-2 0,0-1 0,1-1 0,32 8 0,-21-11 0,1-2 0,0-2 0,1-2 0,-1-1 0,54-6 0,17 2 0,-69 0 0,-1-2 0,0-1 0,-1-3 0,45-14 0,-42 11 0,14 1 0,-1 2 0,1 3 0,1 2 0,62 4 0,27-2 0,-140 2 0,0 0 0,-1 0 0,1-1 0,0 0 0,0 0 0,-1 0 0,1 0 0,-1-1 0,1 0 0,-1 0 0,0-1 0,7-3 0,-12 5 0,1 1 0,-1-1 0,1 1 0,-1 0 0,0-1 0,1 1 0,-1-1 0,0 1 0,1-1 0,-1 1 0,0-1 0,0 1 0,0-1 0,1 0 0,-1 1 0,0-1 0,0 1 0,0-1 0,0 1 0,0-1 0,0 0 0,0 1 0,0-1 0,0 1 0,0-1 0,0 1 0,-1-1 0,1 1 0,0-1 0,0 0 0,-1 1 0,1-1 0,0 1 0,0-1 0,-1 1 0,1 0 0,-1-1 0,1 1 0,0-1 0,-1 1 0,1 0 0,-1-1 0,1 1 0,-1 0 0,1-1 0,-1 1 0,1 0 0,-1 0 0,1 0 0,-1-1 0,0 1 0,0 0 0,-36-13 0,34 12 0,-121-22 0,82 16 0,-68-18 0,57 10 0,-1 2 0,0 2 0,-74-4 0,-165 9 0,266 8 0,27-2 0,0 0 0,0 0 0,0 0 0,-1 0 0,1 0 0,0 0 0,0 0 0,0 0 0,0 0 0,0 0 0,-1 0 0,1 0 0,0 0 0,0 0 0,0 0 0,0 0 0,-1 0 0,1 0 0,0 0 0,0 1 0,0-1 0,0 0 0,0 0 0,0 0 0,-1 0 0,1 0 0,0 0 0,0 0 0,0 1 0,0-1 0,0 0 0,0 0 0,0 0 0,0 0 0,0 0 0,0 1 0,0-1 0,0 0 0,0 0 0,0 0 0,0 0 0,0 0 0,0 1 0,0-1 0,0 0 0,0 0 0,0 0 0,7 7 0,17 5 0,-22-11 0,15 6 0,0 0 0,1-2 0,1 0 0,-1 0 0,0-2 0,27 2 0,114-4 0,-89-3 0,577 1 0,-634 2 0,0 1 0,0 0 0,0 1 0,-1 0 0,1 1 0,20 9 0,-18-6 0,0-2 0,0 0 0,0-1 0,17 3 0,55-4 0,-52-4 0,-28 1 0,-12 0 0,-1180-3 0,607 5 0,502-3 0,-89 3 0,159-2 0,1 1 0,-1 0 0,1 0 0,-1 0 0,1 1 0,-1-1 0,1 1 0,0 0 0,0 1 0,0 0 0,0-1 0,1 1 0,-1 1 0,1-1 0,-1 1 0,1 0 0,0 0 0,-4 5 0,6-5 0,0 0 0,0 1 0,0-1 0,0 0 0,1 0 0,-1 1 0,1-1 0,0 1 0,1-1 0,-1 1 0,1 0 0,0-1 0,0 1 0,0-1 0,1 1 0,-1 0 0,1-1 0,0 1 0,1-1 0,-1 0 0,1 1 0,3 6 0,1-1 0,-1 0 0,2 0 0,0 0 0,0-1 0,0 0 0,1 0 0,1-1 0,-1 0 0,1-1 0,1 1 0,-1-2 0,1 1 0,0-2 0,1 1 0,-1-1 0,1-1 0,0 0 0,0 0 0,22 3 0,14 0 0,0-2 0,1-2 0,75-4 0,-74 0 0,6 0-1365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5:03.149"/>
    </inkml:context>
    <inkml:brush xml:id="br0">
      <inkml:brushProperty name="width" value="0.35" units="cm"/>
      <inkml:brushProperty name="height" value="0.35" units="cm"/>
      <inkml:brushProperty name="color" value="#140298"/>
    </inkml:brush>
  </inkml:definitions>
  <inkml:trace contextRef="#ctx0" brushRef="#br0">1984 262 24575,'-3'-1'0,"-1"1"0,1-1 0,-1 0 0,1 0 0,-1-1 0,1 1 0,-4-3 0,-24-8 0,-168-30 0,-32-4 0,199 39 0,-48-15 0,52 13 0,0 2 0,-38-6 0,-49 10 0,77 3 0,-45-5 0,72 3 0,0-1 0,-1 0 0,1-1 0,-18-8 0,17 6 0,0 1 0,-1 0 0,-17-3 0,-56-7 0,0 5 0,-130-1 0,118 11 0,-153 3 0,242-3 0,0 1 0,1 0 0,-1 0 0,1 1 0,0 0 0,-1 1 0,1 0 0,0 0 0,0 1 0,1 0 0,-1 0 0,-6 6 0,11-8 0,0 1 0,1-1 0,0 1 0,-1-1 0,1 1 0,0 0 0,0 0 0,1 0 0,-1 0 0,1 0 0,-1 0 0,1 0 0,0 1 0,0-1 0,0 0 0,1 1 0,-1-1 0,1 1 0,0-1 0,0 1 0,0-1 0,0 1 0,1-1 0,-1 0 0,1 1 0,0-1 0,0 0 0,0 1 0,0-1 0,1 0 0,-1 0 0,3 4 0,1 1 0,0 0 0,1-1 0,0 1 0,0-1 0,0-1 0,1 1 0,9 6 0,58 39 0,-48-35 0,-15-10 0,-1-2 0,1 1 0,1-1 0,-1-1 0,1 0 0,0-1 0,0 0 0,0-1 0,19 2 0,14-2 0,57-6 0,-39 2 0,341 0 0,-253 2 0,-132 2 0,-1 0 0,1 2 0,-1 0 0,0 1 0,0 0 0,22 11 0,-11-4 0,32 7 0,-31-12 0,18 5 0,1-1 0,1-3 0,64 3 0,-13-12-1365</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5:04.772"/>
    </inkml:context>
    <inkml:brush xml:id="br0">
      <inkml:brushProperty name="width" value="0.35" units="cm"/>
      <inkml:brushProperty name="height" value="0.35" units="cm"/>
      <inkml:brushProperty name="color" value="#140298"/>
    </inkml:brush>
  </inkml:definitions>
  <inkml:trace contextRef="#ctx0" brushRef="#br0">1794 118 24575,'-15'-1'0,"0"-1"0,0 0 0,-18-5 0,-22-4 0,19 5 0,-67-20 0,73 17 0,0 1 0,0 1 0,-51-4 0,-39 10 0,-81-7 0,-393-10 0,434 19 0,145 0 0,0 0 0,0 2 0,0-1 0,0 2 0,0 0 0,0 1 0,1 1 0,0 0 0,0 0 0,1 2 0,0 0 0,0 0 0,-20 18 0,28-22 0,1 0 0,-1 0 0,1 0 0,0 0 0,0 1 0,0-1 0,1 1 0,0 0 0,0 0 0,0 1 0,0-1 0,1 0 0,0 1 0,0 0 0,1-1 0,-1 1 0,1 0 0,0 0 0,1 0 0,0 0 0,0 0 0,0-1 0,0 1 0,1 0 0,0 0 0,0 0 0,1 0 0,-1-1 0,6 11 0,-2-4 0,2 0 0,-1-1 0,2 0 0,-1 0 0,2 0 0,-1-1 0,1 0 0,1-1 0,0 0 0,0 0 0,1-1 0,14 8 0,25 17 0,-40-25 0,0-1 0,1 0 0,-1 0 0,2-1 0,-1-1 0,0 0 0,1 0 0,0-2 0,0 1 0,24 3 0,146-7 0,-81-3 0,-50 1 0,0-3 0,0-1 0,-1-3 0,0-3 0,0-1 0,71-30 0,-98 36-170,0 0-1,0 2 0,1 1 1,-1 0-1,1 2 0,0 1 1,29 2-1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5:06.214"/>
    </inkml:context>
    <inkml:brush xml:id="br0">
      <inkml:brushProperty name="width" value="0.35" units="cm"/>
      <inkml:brushProperty name="height" value="0.35" units="cm"/>
      <inkml:brushProperty name="color" value="#140298"/>
    </inkml:brush>
  </inkml:definitions>
  <inkml:trace contextRef="#ctx0" brushRef="#br0">2540 46 24365,'-2540'0'0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15:15:11.368"/>
    </inkml:context>
    <inkml:brush xml:id="br0">
      <inkml:brushProperty name="width" value="0.35" units="cm"/>
      <inkml:brushProperty name="height" value="0.35" units="cm"/>
      <inkml:brushProperty name="color" value="#140298"/>
    </inkml:brush>
  </inkml:definitions>
  <inkml:trace contextRef="#ctx0" brushRef="#br0">0 1 24575,'1'1'0,"-1"1"0,1-1 0,-1 1 0,1-1 0,-1 1 0,1-1 0,0 1 0,0-1 0,0 0 0,0 1 0,0-1 0,0 0 0,0 0 0,0 0 0,0 0 0,1 0 0,1 2 0,29 16 0,-24-15 0,4 2 0,1 0 0,-1-1 0,1 0 0,1-1 0,-1 0 0,21 2 0,88 3 0,-24-3 0,85 8 0,200-11 0,-193-5 0,-111 0 0,-33 0 0,85 8 0,-112-2 0,-1 0 0,0 1 0,19 9 0,-21-7 0,1-1 0,0-1 0,0-1 0,19 3 0,249-4 0,-153-5 0,536 2-1365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3T13:32:22.089"/>
    </inkml:context>
    <inkml:brush xml:id="br0">
      <inkml:brushProperty name="width" value="0.035" units="cm"/>
      <inkml:brushProperty name="height" value="0.035" units="cm"/>
    </inkml:brush>
  </inkml:definitions>
  <inkml:trace contextRef="#ctx0" brushRef="#br0">0 14085 24575,'4'0'0,"-1"-1"0,1 1 0,-1-1 0,0 0 0,1 0 0,-1 0 0,0-1 0,1 1 0,-1-1 0,0 0 0,0 0 0,0 0 0,-1 0 0,1-1 0,3-3 0,37-47 0,-35 42 0,324-488-4746,-147 213 2708,-21 41 1979,531-826-1060,-89-49 63,-494 861 766,43-132 5021,-65 161-4022,3-39 395,-80 220-794,-3-2 0,-2 0 1,3-75-1,-41-633 1188,28 735-1473,-8-605-25,13 393 0,33-428-499,49 0-1,28 23 500,17-125 0,-83 471 500,-30 221-251,48-135 1,-53 182-250,1 1 0,0 1 0,2 0 0,1 1 0,36-41 0,-41 50 0,0 1 0,-1-2 0,-1 1 0,0-1 0,-1-1 0,-1 0 0,6-19 0,27-127 0,-10-8 0,24-106 0,-18 142 0,68-213 0,-69 247 0,37-180 0,-69 268 0,15-81 0,4 1 0,41-110 0,-32 124 0,-3-2 0,-4-1 0,16-106 0,-35 164 0,2 0 0,13-38 0,7-20 0,-18 47 0,22-49 0,8-23 0,-7 2 0,-19 69 0,-2-1 0,-1 0 0,8-63 0,-16 78 0,1-1 0,1 1 0,1 0 0,1 1 0,1-1 0,17-36 0,-10 21 0,0-1 0,-3 0 0,12-71 0,7-24 0,-26 120 0,6-23 0,2 0 0,25-53 0,-31 75 0,0-1 0,-1 0 0,0 0 0,-2 0 0,0 0 0,0-1 0,-2 1 0,1-19 0,3-27 0,4 22-1365,3 7-5461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3T13:32:23.321"/>
    </inkml:context>
    <inkml:brush xml:id="br0">
      <inkml:brushProperty name="width" value="0.035" units="cm"/>
      <inkml:brushProperty name="height" value="0.035" units="cm"/>
    </inkml:brush>
  </inkml:definitions>
  <inkml:trace contextRef="#ctx0" brushRef="#br0">26 2 24575,'97'-1'0,"106"3"0,-200-2 0,0 0 0,0 0 0,-1 0 0,1 0 0,0 1 0,-1-1 0,1 1 0,0 0 0,-1 0 0,1 0 0,-1 0 0,1 0 0,-1 0 0,0 1 0,1-1 0,-1 1 0,0 0 0,0 0 0,0-1 0,0 1 0,0 1 0,-1-1 0,1 0 0,-1 0 0,1 1 0,-1-1 0,0 0 0,0 1 0,0 0 0,0-1 0,0 1 0,-1-1 0,1 1 0,-1 0 0,1 0 0,-1-1 0,0 1 0,-1 5 0,0 2 0,-1-1 0,0 1 0,-1-1 0,0 1 0,0-1 0,-1 0 0,0 0 0,-1 0 0,-9 13 0,-55 68-12,-90 91-1,69-82-1327,56-60-5486</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3T13:32:25.872"/>
    </inkml:context>
    <inkml:brush xml:id="br0">
      <inkml:brushProperty name="width" value="0.035" units="cm"/>
      <inkml:brushProperty name="height" value="0.035" units="cm"/>
    </inkml:brush>
  </inkml:definitions>
  <inkml:trace contextRef="#ctx0" brushRef="#br0">0 1271 24575,'21'0'0,"18"1"0,0-2 0,0-1 0,0-2 0,65-16 0,-64 7 0,0-1 0,-1-3 0,-1-1 0,0-2 0,-2-1 0,65-50 0,-79 56 0,0 1 0,1 1 0,1 1 0,0 1 0,1 1 0,31-8 0,20-8 0,10-7 0,1 3 0,180-35 0,-148 37 0,-80 17 0,43-7 0,395-21 0,2 36 0,-381 3 0,-67-1-369,0-1 0,0-2 0,0-1 0,0-1 0,33-13 0,146-63-3247,-82 29 2662,49-9 954,3 8 0,239-40 0,12-6 5654,-309 69-4432,83-24-1314,-14 10 92,-97 26 0,40-23 97,-97 28-584,0 2-1,46-8 1,-52 15-6339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3T13:32:26.680"/>
    </inkml:context>
    <inkml:brush xml:id="br0">
      <inkml:brushProperty name="width" value="0.035" units="cm"/>
      <inkml:brushProperty name="height" value="0.035" units="cm"/>
    </inkml:brush>
  </inkml:definitions>
  <inkml:trace contextRef="#ctx0" brushRef="#br0">77 92 24575,'123'-2'0,"-1"-6"0,178-33 0,-228 26 0,0 4 0,130-4 0,-196 15 0,0 0 0,0 1 0,-1-1 0,1 1 0,0 1 0,-1-1 0,1 1 0,-1 0 0,1 0 0,-1 0 0,9 7 0,-11-7 0,-1 0 0,1 0 0,-1 1 0,1-1 0,-1 1 0,0 0 0,0-1 0,-1 1 0,1 0 0,0 0 0,-1 1 0,0-1 0,0 0 0,0 0 0,0 1 0,0-1 0,-1 0 0,1 1 0,-1-1 0,0 1 0,0 3 0,-1 1 0,0-1 0,-1 1 0,0-1 0,0 1 0,-1-1 0,1 0 0,-2 0 0,1 0 0,-1 0 0,0-1 0,0 1 0,-1-1 0,0 0 0,0 0 0,0-1 0,-1 0 0,0 0 0,-8 6 0,-15 10 0,-1-2 0,-53 25 0,76-41 0,-370 161 110,-29 15-1585,342-144-5351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8:16.594"/>
    </inkml:context>
    <inkml:brush xml:id="br0">
      <inkml:brushProperty name="width" value="0.1" units="cm"/>
      <inkml:brushProperty name="height" value="0.1" units="cm"/>
      <inkml:brushProperty name="color" value="#004F8B"/>
    </inkml:brush>
  </inkml:definitions>
  <inkml:trace contextRef="#ctx0" brushRef="#br0">44 0 19067,'6'55'0,"-56"-32"0,104-12 0,-47 44 0,20-103 0,27 59 0,-91-52 0,64-7 0,-77 71 0,12-64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8:31.684"/>
    </inkml:context>
    <inkml:brush xml:id="br0">
      <inkml:brushProperty name="width" value="0.35" units="cm"/>
      <inkml:brushProperty name="height" value="0.35" units="cm"/>
      <inkml:brushProperty name="color" value="#004F8B"/>
    </inkml:brush>
  </inkml:definitions>
  <inkml:trace contextRef="#ctx0" brushRef="#br0">327 258 4915,'3'-28'14546,"9"-17"-14666,-4 15 439,9-21 3099,142-29-9150,-109 99 8520,-105 17-8023,42-30 6519,-23 12-1,-4 8-2775,-56 40-2934,90-61 3691,-1-1 0,0 0 0,0 0 0,0 0 1,0-1-1,-15 4 0,13-5 459,-1 0 0,1 0-1,-1-1 1,0-1 0,-12 0-1,12 0 395,1-1 0,0-1-1,-1 1 1,1-1-1,0-1 1,0 0 0,0 0-1,0-1 1,0 0-1,1 0 1,0-1-1,0 0 1,0 0 0,1-1-1,-1 0 1,1-1-1,1 0 1,-1 0 0,1 0-1,-6-10 1,-13-88 11320,28 100-11107,-1 4-322,0-1 1,-1 0-1,1 0 0,1 1 0,-1-1 0,0 1 0,0 0 0,0-1 0,1 1 0,4-1 1,4 0 29,1 0 1,-1 0-1,1 2 1,-1-1-1,1 1 1,0 1-1,-1 0 0,1 1 1,21 6-1,-1-2-3417,57 2-3422,49-5 16836,-53-3-11598,18 8-11232,-100-6 12626,0 0 0,0 0 1,3 3-1,-4-2 208,0 0 0,0 1 1,0 0-1,0-1 0,0 1 0,-1 0 1,1 0-1,-1 0 0,0 0 1,0 0-1,-1 0 0,1 0 0,-1 0 1,0 6-1,1-1-40,-1 0 0,0 0 0,-1 0 0,0 0 0,-3 13 0,3-19 0,0 0 0,0 0 0,0-1 0,0 1 0,-1-1 0,1 1 0,-1-1 0,0 1 0,0-1 0,0 0 0,0 0 0,0 0 0,0 0 0,-1 0 0,1-1 0,0 1 0,-1-1 0,0 1 0,1-1 0,-6 2 0,-4 1 0,0-1 0,0-1 0,0 0 0,0 0 0,0-1 0,0 0 0,0-2 0,-24-2 0,-1-3 0,-56-19 0,64 16 0,-1 1 0,0 1 0,-46-3 0,-4 8 0,44 3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8:34.214"/>
    </inkml:context>
    <inkml:brush xml:id="br0">
      <inkml:brushProperty name="width" value="0.35" units="cm"/>
      <inkml:brushProperty name="height" value="0.35" units="cm"/>
      <inkml:brushProperty name="color" value="#004F8B"/>
    </inkml:brush>
  </inkml:definitions>
  <inkml:trace contextRef="#ctx0" brushRef="#br0">725 2 4915,'-36'-1'15429,"25"11"-16113,2 5 684,1 1 0,0-1 0,-5 20 0,6-17 0,0-1-1,-1 1 0,-13 19 1,18-33-3,0 0 1,0 0 0,0 0 0,-1 0 0,0 0-1,0-1 1,0 1 0,0-1 0,0 0 0,-1-1-1,1 1 1,-1-1 0,0 0 0,0 0 0,1 0-1,-8 1 1,-47 8-1217,-104 4 0,-63-13 2586,190-2-256,0 0-1111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8:35.054"/>
    </inkml:context>
    <inkml:brush xml:id="br0">
      <inkml:brushProperty name="width" value="0.35" units="cm"/>
      <inkml:brushProperty name="height" value="0.35" units="cm"/>
      <inkml:brushProperty name="color" value="#004F8B"/>
    </inkml:brush>
  </inkml:definitions>
  <inkml:trace contextRef="#ctx0" brushRef="#br0">108 0 4915,'-73'18'13219,"39"-13"-13219</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8:54.877"/>
    </inkml:context>
    <inkml:brush xml:id="br0">
      <inkml:brushProperty name="width" value="0.35" units="cm"/>
      <inkml:brushProperty name="height" value="0.35" units="cm"/>
      <inkml:brushProperty name="color" value="#FFFFFF"/>
    </inkml:brush>
  </inkml:definitions>
  <inkml:trace contextRef="#ctx0" brushRef="#br0">776 1 24575,'4'2'0,"-1"0"0,1 1 0,-1 0 0,0 0 0,0 0 0,0 0 0,-1 0 0,1 1 0,-1-1 0,0 1 0,0-1 0,0 1 0,0 0 0,0 0 0,-1 0 0,0 0 0,0 0 0,0 0 0,0 0 0,-1 1 0,1-1 0,-1 0 0,0 0 0,0 0 0,-1 1 0,0-1 0,1 0 0,-1 0 0,0 0 0,-1 0 0,1 0 0,-1 0 0,0 0 0,0 0 0,0-1 0,0 1 0,-1-1 0,1 0 0,-1 1 0,-5 3 0,1-3 0,0 0 0,0 0 0,-1-1 0,0 0 0,1-1 0,-1 0 0,0 0 0,0-1 0,0 1 0,-9-1 0,-16-1 0,-39-3 0,25 0 0,-106-13 0,7 1 0,79 15 0,-27-1 0,85 1 0,0-2 0,0 1 0,0-1 0,0 0 0,0-1 0,0 0 0,-12-6 0,67 2 0,20 3 0,0-3 0,0-3 0,97-27 0,-92 13 281,-50 16-692,0 1-1,1 1 1,37-6-1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3:59:25.150"/>
    </inkml:context>
    <inkml:brush xml:id="br0">
      <inkml:brushProperty name="width" value="0.35" units="cm"/>
      <inkml:brushProperty name="height" value="0.35" units="cm"/>
      <inkml:brushProperty name="color" value="#FFFFFF"/>
    </inkml:brush>
  </inkml:definitions>
  <inkml:trace contextRef="#ctx0" brushRef="#br0">147 137 24575,'0'45'0,"2"-1"0,2 1 0,13 54 0,40 220 0,-34-173 0,59 202 0,-52-251 0,-5 1 0,23 170 0,11 790 0,-57-980 0,0-45 0,-2 0 0,-1 0 0,-1 0 0,-10 46 0,-1-32 0,1 1 0,3 1 0,2-1 0,-1 60 0,9-56 0,1-30 0,-2 0 0,0 0 0,-1 0 0,-1 0 0,-1 0 0,-8 29 0,1-20 0,4-12 0,0-1 0,-11 23 0,15-37 0,0 0 0,0 0 0,0-1 0,0 0 0,-1 1 0,0-1 0,0 0 0,1 0 0,-2 0 0,1-1 0,0 1 0,0-1 0,-1 1 0,0-1 0,1 0 0,-6 1 0,8-2 0,-1-1 0,1 1 0,-1-1 0,1 0 0,-1 1 0,1-1 0,-1 0 0,1 0 0,-1 0 0,0-1 0,1 1 0,-1 0 0,1 0 0,-1-1 0,1 1 0,-1-1 0,1 1 0,-1-1 0,1 0 0,0 0 0,-2-1 0,0 0 0,1-1 0,-1 1 0,1-1 0,0 0 0,0 0 0,0 0 0,0 0 0,0 0 0,-1-5 0,-5-17 0,0-1 0,2 0 0,1-1 0,-3-30 0,5 34 0,-29-214-108,-60-560-568,69-377 676,37 917 0,-2 194 0,-6 51 0,-6 11 0,0 1 0,0 0 0,0 0 0,0 0 0,1 0 0,-1 0 0,0 0 0,0 0 0,0 0 0,0 0 0,0 0 0,1 0 0,-1 0 0,0 0 0,0 0 0,0 0 0,0 0 0,1 0 0,-1 0 0,0 0 0,0 0 0,0 0 0,0 0 0,1 0 0,-1 0 0,0 1 0,0-1 0,0 0 0,0 0 0,0 0 0,0 0 0,1 0 0,-1 0 0,0 0 0,0 1 0,0-1 0,0 0 0,0 0 0,0 0 0,0 0 0,0 0 0,0 1 0,0-1 0,0 0 0,0 0 0,3 8 0,-1 0 0,0 0 0,-1 0 0,2 14 0,5 104-6,-5-1-1,-16 155 1,-53 258-24,32-290 25,27-189 5,6-40 0,-1 1 0,-1-1 0,-10 37 0,13-56 0,-1 0 0,1 0 0,0 0 0,0 0 0,0 0 0,0 0 0,0 0 0,0 0 0,0 0 0,0 0 0,0 0 0,0 0 0,0 0 0,0 0 0,0 0 0,-1 0 0,1 0 0,0 0 0,0 0 0,0 0 0,0 0 0,0 0 0,0 0 0,0 0 0,0 0 0,0 0 0,0 0 0,0 0 0,-1 0 0,1 0 0,0 0 0,0 0 0,0 0 0,0 0 0,0 0 0,0 0 0,0 0 0,0 0 0,0 0 0,0 0 0,0 0 0,0 0 0,0 1 0,0-1 0,0 0 0,0 0 0,0 0 0,0 0 0,0 0 0,0 0 0,-1 0 0,1 0 0,0 0 0,0 0 0,0 0 0,0 0 0,0 1 0,0-1 0,1 0 0,-3-15 0,16-191 0,-13 195 0,76-595-471,-21 182 197,101-653 93,-152 1048 181,-3 13 0,1 0 0,0 0 0,1 1 0,9-24 0,-8 35 0,-1 14 0,2 38 378,-2-1 1,-4 87 0,-1-50-45,1 49-263,-21 782 152,15-860-223,4-42 0,0-17 0,1-27 0,-9-299 0,-9-408 0,18 691 0,0 80 0,1 28 0,-10 113 0,-7-2 0,-60 264 0,70-405 0,4-13 0,-1 1 0,-1-1 0,-1 0 0,-16 34 0,22-52 0,0-1 0,0 1 0,0 0 0,0 0 0,0-1 0,0 1 0,0 0 0,0-1 0,0 1 0,0 0 0,-1 0 0,1-1 0,0 1 0,0 0 0,0 0 0,-1-1 0,1 1 0,0 0 0,0 0 0,-1 0 0,1-1 0,0 1 0,0 0 0,-1 0 0,1 0 0,0 0 0,0 0 0,-1 0 0,1-1 0,0 1 0,-1 0 0,1 0 0,0 0 0,-1 0 0,1 0 0,0 0 0,0 0 0,-1 0 0,1 0 0,0 1 0,-1-1 0,1 0 0,0 0 0,-1 0 0,1 0 0,0 0 0,0 0 0,-1 1 0,1-1 0,0 0 0,0 0 0,-1 0 0,1 1 0,0-1 0,0 0 0,0 0 0,-1 1 0,1-1 0,0 0 0,0 0 0,0 1 0,0-1 0,-3-30 0,5-12 0,1-1 0,3 1 0,15-61 0,47-125 0,-32 126 0,4 1 0,89-161 0,-119 244 0,0 2 0,1-1 0,1 1 0,1 1 0,15-16 0,-27 30 0,0-1 0,1 1 0,-1 0 0,1-1 0,0 1 0,-1 0 0,1 0 0,0 0 0,0 1 0,-1-1 0,1 0 0,0 1 0,0-1 0,0 1 0,0-1 0,3 1 0,-3 0 0,-1 1 0,1 0 0,-1-1 0,1 1 0,-1 0 0,1 0 0,-1-1 0,0 1 0,0 0 0,1 1 0,-1-1 0,0 0 0,0 0 0,0 0 0,0 1 0,0-1 0,0 0 0,0 1 0,-1-1 0,1 1 0,0 2 0,7 18 0,-2 1 0,0 0 0,-2 0 0,0 0 0,0 42 0,-3-49 0,18 356 0,-8-130 0,-10-222 0,1 18 0,1 0 0,10 43 0,-12-72 0,1 0 0,1-1 0,0 1 0,0-1 0,0 0 0,1 0 0,1 0 0,-1-1 0,1 1 0,0-1 0,1 0 0,0 0 0,0-1 0,12 10 0,-13-13 0,1 0 0,-1-1 0,0 1 0,1-1 0,0 0 0,-1-1 0,1 0 0,0 0 0,0 0 0,-1 0 0,1-1 0,0 0 0,0 0 0,0-1 0,0 0 0,0 0 0,10-3 0,8-4 0,0 0 0,40-21 0,-56 25 0,15-8 0,103-53 0,-107 53 0,0 0 0,-1-1 0,0-1 0,19-20 0,-32 29 0,-1 1 0,1-2 0,-1 1 0,0 0 0,-1-1 0,1 0 0,-1 0 0,0 0 0,-1 0 0,0 0 0,0-1 0,0 1 0,0-1 0,0-8 0,-2 10 0,0-1 0,-1 1 0,0 0 0,1 0 0,-2-1 0,1 1 0,-1 0 0,0 0 0,0 0 0,0 0 0,0 1 0,-1-1 0,0 1 0,0-1 0,0 1 0,-1 0 0,1 0 0,-8-6 0,-7-5 0,0 1 0,-1 1 0,-41-22 0,-68-23 0,-14-8 0,127 53 0,15 13 0,0-1 0,0 1 0,0 0 0,0-1 0,0 1 0,0 0 0,0 0 0,0-1 0,0 1 0,0 0 0,1-1 0,-1 1 0,0 0 0,0 0 0,0 0 0,1-1 0,-1 1 0,0 0 0,0 0 0,0 0 0,1-1 0,-1 1 0,0 0 0,0 0 0,1 0 0,-1 0 0,0 0 0,1-1 0,-1 1 0,0 0 0,0 0 0,1 0 0,-1 0 0,1 0 0,38-2 0,-36 2 0,260 3 0,126 0 0,-2-32 0,-78-29 0,-288 54 0,46-15 0,-64 18 0,1 0 0,-1-1 0,1 1 0,-1-1 0,0 0 0,0 0 0,0 0 0,0-1 0,0 1 0,0-1 0,0 1 0,-1-1 0,4-5 0,-5 7 0,-1 0 0,1-1 0,-1 1 0,1-1 0,-1 1 0,0 0 0,0-1 0,0 1 0,0-1 0,0 1 0,0-1 0,0 1 0,0 0 0,-1-1 0,1 1 0,0 0 0,-1-1 0,1 1 0,-1 0 0,0-1 0,1 1 0,-1 0 0,0 0 0,0 0 0,0-1 0,0 1 0,-1-1 0,-33-28 0,-21-9 0,-2 2 0,-105-48 0,123 68 0,0 2 0,-1 2 0,0 1 0,-1 2 0,-69-6 0,-586 11 0,617 11 0,78-6 0,-26 6 0,25-2 0,17 2 0,128 26 0,-109-26 0,333 56-348,3-16 0,406-2 0,-743-46 348,-32 1 0,0 1 0,0 0 0,0 0 0,0 0 0,0 0 0,0 0 0,1-1 0,-1 1 0,0 0 0,0 0 0,0 0 0,0-1 0,0 1 0,0 0 0,0 0 0,0 0 0,0 0 0,0-1 0,0 1 0,0 0 0,0 0 0,0 0 0,0-1 0,0 1 0,0 0 0,0 0 0,-1 0 0,1 0 0,0-1 0,0 1 0,0 0 0,0 0 0,0 0 0,0 0 0,0 0 0,-1-1 0,1 1 0,0 0 0,0 0 0,0 0 0,0 0 0,0 0 0,-1 0 0,1 0 0,0 0 0,0-1 0,0 1 0,-1 0 0,1 0 0,0 0 0,0 0 0,0 0 0,0 0 0,-1 0 0,1 0 0,0 0 0,0 0 0,-1 0 0,-48-15 0,-12 2 145,1 3 1,-76-3 0,-128 8 427,200 5-539,-348 1-34,393 1 0,16 1 0,31 9 0,41 10 19,110 19-1,86-1-76,-136-22-85,-67-9-60,619 84-613,-1-41 856,-654-51-40,5 0 0,-1 0 0,0-3 0,43-6 0,-72 8 0,1 0 0,-1 0 0,0 0 0,1-1 0,-1 1 0,0 0 0,0-1 0,1 1 0,-1-1 0,0 0 0,0 1 0,0-1 0,0 0 0,0 1 0,0-1 0,2-2 0,-3 2 0,0 0 0,0 1 0,-1-1 0,1 0 0,0 1 0,0-1 0,-1 0 0,1 1 0,0-1 0,-1 1 0,1-1 0,0 0 0,-1 1 0,1-1 0,-1 1 0,1-1 0,-1 1 0,1-1 0,-1 1 0,0 0 0,1-1 0,-1 1 0,0 0 0,1-1 0,-1 1 0,0 0 0,1 0 0,-2-1 0,-15-6 61,-1 0 0,1 1 0,-1 1 0,-32-4 0,-83-5 731,95 11-773,-779-33 8,778 38-27,39 0 0,9 0 0,65 9 0,791 31 0,-804-41 0,106-1 0,-139-2 0,0-1 0,0-1 0,49-14 0,-75 17 0,1 1 0,-1-1 0,0 1 0,1-1 0,-1 0 0,0 0 0,1 0 0,-1 0 0,0-1 0,0 1 0,0-1 0,0 1 0,0-1 0,-1 1 0,1-1 0,0 0 0,-1 0 0,1 0 0,-1 0 0,0 0 0,1 0 0,0-4 0,-2 4 0,0 0 0,-1 0 0,1 0 0,-1 0 0,0 0 0,1 1 0,-1-1 0,0 0 0,0 0 0,0 0 0,0 1 0,-1-1 0,1 1 0,0-1 0,-1 1 0,1-1 0,-1 1 0,1 0 0,-1-1 0,0 1 0,1 0 0,-1 0 0,0 0 0,0 1 0,0-1 0,-2 0 0,-11-6 0,0 1 0,0 1 0,-1 1 0,1 0 0,-21-2 0,-85-3 0,87 8 0,-794-5-1005,550 8 758,71-1 187,-223 2 67,342 2-7,87-5 0,0 0 0,1 0 0,-1 0 0,0 0 0,0 0 0,0 0 0,0 0 0,0 0 0,0 1 0,1-1 0,-1 0 0,0 1 0,0-1 0,0 0 0,1 1 0,-1-1 0,0 1 0,-1 0 0,12 7 0,42 8 0,510 85-615,12-50-104,-129-37 812,-413-14 28,58-4 372,-83 3-453,0 0-1,0-1 1,0 1-1,0-1 0,-1 0 1,1-1-1,-1 0 1,1 0-1,6-5 0,-12 8-38,0-1 1,-1 1-1,1 0 0,0-1 0,-1 1 0,1-1 0,-1 1 0,1-1 0,-1 1 0,1-1 0,-1 1 0,1-1 0,-1 1 0,1-1 0,-1 0 1,0 1-1,1-1 0,-1 0 0,0 1 0,0-1 0,1 0 0,-1 0 0,0 1 0,0-1 0,0 0 0,0 0 0,0 1 0,0-1 1,0 0-1,0 1 0,0-1 0,0 0 0,-1 0 0,1 1 0,0-1 0,0 0 0,-1 1 0,1-1 0,0 0 0,-1 1 0,1-1 0,-1 0 1,0 0-1,-2-2-3,0 1 1,1 0 0,-2 0 0,1-1 0,0 2 0,0-1-1,-6-2 1,-18-6 152,-1 1 0,0 2 0,-55-8 0,-97 0 635,166 14-762,-881-8 62,926 10-86,50 2 0,-73-3 0,1-1 0,-2 1 0,1-1 0,0-1 0,0 1 0,0-1 0,11-5 0,-18 6 0,0 1 0,0-1 0,0 1 0,0-1 0,0 0 0,0 1 0,0-1 0,0 0 0,0 0 0,0 0 0,-1 0 0,1 0 0,0 0 0,-1 0 0,1 0 0,-1 0 0,1 0 0,-1 0 0,1 0 0,-1 0 0,0 0 0,0 0 0,1-1 0,-1 1 0,0 0 0,0 0 0,0 0 0,0 0 0,0-1 0,-1 1 0,1 0 0,0 0 0,-1 0 0,1 0 0,0 0 0,-2-2 0,0-1 0,0-1 0,-1 1 0,1 0 0,-1 1 0,0-1 0,-1 0 0,-6-5 0,-17-10 0,-1 1 0,0 2 0,-2 0 0,-51-18 0,32 13 0,12 5 0,-1 2 0,0 1 0,0 2 0,-2 2 0,1 1 0,-63-4 0,-8 10 0,268 2 0,322-24 0,-434 19 0,-45 5 0,-1 0 0,1 0 0,0 0 0,-1 0 0,1 0 0,0 0 0,-1-1 0,1 1 0,-1 0 0,1 0 0,0-1 0,-1 1 0,1 0 0,-1-1 0,1 1 0,-1 0 0,1-1 0,-1 1 0,1-1 0,0 0 0,-7-8 0,-28-7 0,26 13 0,-31-14 0,-253-104 0,236 102 0,-2 2 0,0 3 0,-78-10 0,42 15 0,0 4 0,-100 7 0,210-1 0,0 0 0,0 1 0,0 1 0,0 0 0,23 9 0,-6-2 0,65 14-327,1-3-1,115 7 0,88 0-1205,702 50-3373,-1048-80 5561,0 3 0,0 1 1,0 3-1,0 1 0,-63 18 1,57-5-158,1 3 1,1 2 0,0 2-1,2 1 1,2 3 0,-50 43-1,91-71-498,-5 4 0,0 1 0,1 0 0,-1 0 0,-9 14 0,16-19 0,-1-1 0,1 1 0,0 0 0,0 0 0,1 0 0,-1-1 0,0 1 0,0 0 0,1 0 0,-1 0 0,1 0 0,0 0 0,0 0 0,0 0 0,0 0 0,0 1 0,0-1 0,0 0 0,0 0 0,1 0 0,-1 0 0,1 0 0,0-1 0,0 1 0,-1 0 0,1 0 0,0 0 0,0 0 0,3 2 0,-1 0 0,1 0 0,1 0 0,-1 0 0,0-1 0,1 0 0,0 0 0,0 0 0,0 0 0,0-1 0,0 1 0,8 1 0,9 2 0,36 5 0,-49-10 0,151 18 0,173-4 0,-351-15 0,-45-1 0,-95 12 0,-793 135-918,213-33 259,686-105 659,28-6 0,1 2 0,0 0 0,0 2 0,1 0 0,-36 15 0,57-21 0,0 0 0,1 1 0,-1-1 0,0 0 0,0 0 0,0 1 0,1-1 0,-1 1 0,0-1 0,1 0 0,-1 1 0,0 0 0,1-1 0,-1 1 0,0-1 0,1 1 0,-1 0 0,1-1 0,-1 1 0,1 0 0,-1-1 0,1 1 0,0 0 0,-1 0 0,1 0 0,0-1 0,0 1 0,0 0 0,-1 0 0,1 0 0,0 0 0,0 0 0,0-1 0,0 1 0,0 0 0,1 0 0,-1 1 0,1-1 0,1 1 0,-1 0 0,1-1 0,0 1 0,-1-1 0,1 1 0,0-1 0,0 0 0,0 0 0,0 0 0,4 2 0,15 4 27,0-1 1,0-1-1,1-1 0,-1-1 0,28 1 1,607 12 1025,-485-17-1579,1490-3 28,-1319 16 857,-104-2 168,349-4-453,396 17-522,-750-16 1320,-215-5-872,0 0 0,-1 1 0,1 1 0,0 0 0,30 13 0,24 6 0,216 50 0,-223-58 0,1-2 0,-1-4 0,75 3 0,202-13 0,-148-3 0,968 4 0,-955-14 0,12-1 0,227 16 0,-426-3 0,-1-1 0,1 0 0,-1-1 0,0-2 0,24-8 0,15-5 0,279-72 0,-308 82 0,-1 0 0,0-2 0,-1-2 0,44-25 0,-70 37 0,1 1 0,-1-1 0,1 0 0,-1 0 0,0 0 0,0 0 0,1-1 0,-1 1 0,0 0 0,0 0 0,0-1 0,0 1 0,-1-1 0,1 1 0,1-2 0,-2 2 0,0 1 0,0-1 0,0 0 0,-1 1 0,1-1 0,0 1 0,0-1 0,0 1 0,0-1 0,-1 0 0,1 1 0,0-1 0,0 1 0,-1-1 0,1 1 0,-1-1 0,1 1 0,0 0 0,-1-1 0,1 1 0,-1-1 0,1 1 0,-1 0 0,1-1 0,-1 1 0,1 0 0,-2-1 0,-6-2 0,-1 0 0,1 1 0,-1 0 0,-13-2 0,0 0 0,-55-12 0,0 3 0,-125-6 0,-160 19 0,182 3 0,-4287-1 0,2434-3 0,1977 2 0,-1 2 0,-84 17 0,126-16 0,0 1 0,1 0 0,0 1 0,0 1 0,1 0 0,-20 15 0,-30 15 0,-108 59 0,147-79 0,0 0 0,1 2 0,1 0 0,-33 38 0,47-47 0,1 0 0,0 1 0,0-1 0,1 1 0,1 0 0,0 1 0,0-1 0,1 1 0,1 0 0,0 0 0,-2 23 0,4-28 0,1 1 0,0-1 0,0 1 0,1-1 0,0 0 0,0 1 0,1-1 0,0 0 0,0 1 0,1-1 0,0-1 0,0 1 0,0 0 0,1-1 0,0 1 0,1-1 0,-1 0 0,1-1 0,0 1 0,10 7 0,1-1 0,1-2 0,1 0 0,0 0 0,0-2 0,35 11 0,0 1 0,61 21 0,0-5 0,211 37 0,-223-53 0,-22-3 0,0-4 0,98 4 0,124-2 0,-274-11 0,0-1 0,51 0 0,-76-4 0,-9-3 0,-343-118 0,276 101 0,-1 3 0,-1 4 0,0 2 0,-1 4 0,0 4 0,0 2 0,0 4 0,-132 21 0,169-17 0,-116 23 0,135-24 0,0 0 0,0 2 0,1 1 0,0 0 0,-22 13 0,39-20 0,0 0 0,0 1 0,0-1 0,0 0 0,0 1 0,0-1 0,0 1 0,0 0 0,1-1 0,-1 1 0,1 0 0,-1 0 0,1 0 0,0 0 0,-1 0 0,1 1 0,0-1 0,0 0 0,1 0 0,-1 1 0,0-1 0,0 5 0,2-6 0,-1 0 0,0 0 0,1 1 0,-1-1 0,1 0 0,-1 0 0,1 0 0,-1 0 0,1 1 0,0-1 0,0 0 0,-1 0 0,1 0 0,0-1 0,0 1 0,0 0 0,1 1 0,1 0 0,1 0 0,-1 0 0,1-1 0,-1 1 0,1-1 0,0 1 0,5 0 0,37 6 0,-1-3 0,1-1 0,74-4 0,-71-1 0,159-7-309,-1-10 0,376-81-1,-550 92 310,-20 5 0,0-1 0,0 0 0,0 0 0,0-1 0,-1-1 0,0 0 0,0-1 0,17-10 0,-29 15 0,1 1 0,0-1 0,0 1 0,-1-1 0,1 0 0,0 1 0,-1-1 0,1 0 0,0 0 0,-1 1 0,1-1 0,-1 0 0,1 0 0,-1 0 0,0 0 0,1 1 0,-1-1 0,0 0 0,0 0 0,1 0 0,-1 0 0,0 0 0,0 0 0,0 0 0,0 0 0,0 0 0,0 0 0,-1 0 0,1 0 0,0 0 0,0 0 0,-1 1 0,0-3 0,-1 0 0,-1-1 0,1 1 0,-1 0 0,0 0 0,0 0 0,-7-4 0,-37-25 284,-2 2 0,-94-42 0,91 47-208,12 6-76,-1 2 0,-1 1 0,0 3 0,-1 1 0,-1 2 0,0 2 0,0 2 0,0 1 0,-86 4 0,122 2 0,-1 0 0,1 0 0,0 1 0,-13 4 0,20-6 0,0 0 0,-1 0 0,1 0 0,0 1 0,0-1 0,0 1 0,0-1 0,0 1 0,0-1 0,1 1 0,-1-1 0,0 1 0,0 0 0,0-1 0,0 1 0,1 0 0,-1 0 0,0 0 0,1 0 0,-1-1 0,1 1 0,-1 0 0,1 0 0,-1 0 0,1 0 0,-1 0 0,1 0 0,0 1 0,0-1 0,0 0 0,0 0 0,-1 0 0,1 0 0,1 0 0,-1 0 0,0 0 0,0 0 0,0 0 0,0 0 0,1 0 0,-1 0 0,1 0 0,-1 0 0,2 2 0,2 3 0,1-1 0,0 0 0,1-1 0,-1 1 0,1-1 0,0 0 0,0 0 0,0-1 0,1 0 0,9 4 0,-2-1 0,52 24 0,3-3 0,0-3 0,1-4 0,102 18 0,-74-24 0,-1-5 0,175-4 0,-264-6 0,1 1 0,0-1 0,-1-1 0,1 0 0,-1 0 0,13-5 0,-20 6 0,0 1 0,0-1 0,1 1 0,-1-1 0,0 1 0,-1-1 0,1 0 0,0 0 0,0 0 0,0 1 0,0-1 0,0 0 0,-1 0 0,1 0 0,-1 0 0,1 0 0,0 0 0,-1 0 0,0-1 0,1 1 0,0-1 0,-2 0 0,1 0 0,0 0 0,-1 0 0,1 1 0,-1-1 0,1 0 0,-1 0 0,0 1 0,0-1 0,0 0 0,0 1 0,0-1 0,0 1 0,0-1 0,-1 1 0,1 0 0,0 0 0,-3-2 0,-11-9 0,0 1 0,0 1 0,-1 0 0,0 1 0,-23-9 0,-90-30 0,112 43 0,-181-54 0,170 52 0,-2 2 0,1 1 0,0 1 0,-59 2 0,74 3 0,-1 1 0,1 0 0,-1 0 0,1 2 0,0-1 0,-23 13 0,-77 51 0,43-23 0,-89 47 0,-140 83 0,14 24 0,271-188 0,0 1 0,1 1 0,1 0 0,0 1 0,1 1 0,0 0 0,1 0 0,-11 22 0,13-21 0,-1 0 0,0-1 0,-24 26 0,30-37 0,0 0 0,1 0 0,0 0 0,0 1 0,0-1 0,1 1 0,0-1 0,-1 1 0,-1 9 0,3-12 0,1 0 0,0 1 0,0-1 0,0 1 0,0-1 0,0 1 0,0-1 0,1 0 0,-1 1 0,1-1 0,0 1 0,0-1 0,0 0 0,0 0 0,0 0 0,0 1 0,1-1 0,-1 0 0,0 0 0,1-1 0,0 1 0,2 2 0,6 5 0,1 0 0,1-1 0,-1-1 0,1 0 0,0 0 0,1-1 0,0 0 0,0-2 0,0 1 0,0-1 0,20 2 0,12 1 0,0-2 0,56-2 0,-75-3 0,57 1 0,89-11 0,-144 6 0,0-1 0,-1-1 0,1-1 0,-2-2 0,1 0 0,-1-2 0,28-16 0,-3-6 0,0-3 0,-3-2 0,88-88 0,-111 102 0,-1-2 0,-1 0 0,-1-2 0,-2 0 0,-1-2 0,23-46 0,-38 66 0,-1 1 0,-1-1 0,0 1 0,0-1 0,-1 0 0,0 0 0,0 0 0,-1 0 0,-1 1 0,0-1 0,0 0 0,-1 0 0,0 0 0,-1 1 0,0-1 0,0 1 0,-1 0 0,0 0 0,-1 0 0,-9-13 0,7 12 0,0 0 0,-1 0 0,0 0 0,-1 1 0,0 0 0,-1 1 0,0 0 0,0 1 0,0 0 0,-1 0 0,0 1 0,0 1 0,-1 0 0,0 0 0,0 1 0,-12-2 0,-6 1 0,0 2 0,-1 1 0,1 1 0,-50 6 0,25 3 0,-91 24 0,67-8-95,-147 68 0,-69 60-288,-115 51 52,77-94 331,0-31 0,297-70 0,-2-1 0,0 2 0,-55 22 0,69-17 0,24-14 0,0 0 0,0 0 0,-1 0 0,1 0 0,0 1 0,0-1 0,-1 0 0,1 0 0,0 0 0,0 0 0,0 1 0,-1-1 0,1 0 0,0 0 0,0 0 0,0 1 0,0-1 0,0 0 0,-1 0 0,1 1 0,0-1 0,0 0 0,0 0 0,0 1 0,0-1 0,0 0 0,0 0 0,0 1 0,0-1 0,0 0 0,0 0 0,0 1 0,0-1 0,0 0 0,0 0 0,0 1 0,0-1 0,0 0 0,1 0 0,-1 1 0,0-1 0,0 0 0,0 0 0,0 1 0,0-1 0,1 0 0,-1 0 0,0 0 0,0 1 0,0-1 0,1 0 0,-1 0 0,0 0 0,0 0 0,1 0 0,-1 0 0,0 1 0,0-1 0,1 0 0,-1 0 0,0 0 0,0 0 0,1 0 0,-1 0 0,0 0 0,1 0 0,0 0-1,0 0 0,-1 1 1,1-1-1,0 0 0,0 0 1,0 0-1,0 0 0,0 0 1,0 0-1,0 0 0,0 0 1,0 0-1,-1 0 0,1-1 1,0 1-1,0 0 0,0-1 1,0 1-1,0-1 0,-1 1 1,1 0-1,0-1 0,0 0 1,-1 1-1,1-1 0,0 0 1,0-1 3,0 1 1,-1-1 0,1 0-1,0 1 1,-1-1 0,0 1-1,1-1 1,-1 0 0,0 0-1,0 1 1,0-1 0,0 0-1,0-1 1,-2-7 140,1 1 0,-2 0 0,1 0 0,-5-11 0,2 9-120,-1 0-1,1 1 1,-2 0-1,0 0 0,0 1 1,0 0-1,-13-12 0,-66-51-53,63 54 24,20 16 6,0 0 0,0 0 0,1-1 0,-1 1 0,1-1 0,-1 0 0,1 1 0,0-1 0,0 0 0,0 0 0,1-1 0,-1 1 0,1 0 0,0-1 0,0 1 0,-1-4 0,1 1 0,1 1 0,1-1 0,-1 0 0,1 1 0,-1-1 0,2 1 0,-1-1 0,0 1 0,4-8 0,60-149 0,-63 155 0,0 1 0,1-1 0,0 1 0,1 0 0,-1-1 0,1 2 0,8-11 0,-8 13 0,-1 0 0,0 0 0,1 1 0,-1 0 0,1-1 0,0 1 0,0 0 0,0 1 0,0-1 0,0 1 0,0 0 0,0 0 0,1 0 0,5 0 0,11 0 0,1 0 0,0 2 0,0 0 0,0 2 0,24 5 0,107 34 0,-118-31 0,-21-7 0,0 0 0,0 1 0,-1 1 0,25 14 0,-34-17 0,0 0 0,0 0 0,0 0 0,-1 1 0,1-1 0,-1 1 0,0 0 0,0 0 0,0 0 0,-1 1 0,1-1 0,-1 0 0,0 1 0,-1-1 0,1 1 0,-1 0 0,0 0 0,1 9 0,0-2 0,-2-1 0,1 1 0,-2 0 0,1 0 0,-2 0 0,1 0 0,-2 0 0,0-1 0,0 1 0,-1-1 0,0 0 0,-1 0 0,0 0 0,-1-1 0,0 0 0,-1 0 0,0 0 0,0-1 0,-1 0 0,0 0 0,-1-1 0,0 0 0,0 0 0,-1-1 0,0-1 0,0 0 0,-1 0 0,1-1 0,-1 0 0,-15 4 0,0-3 0,0-2 0,0 0 0,0-2 0,-53-3 0,56 0 0,-1 1 0,0 0 0,1 2 0,-1 1 0,-42 10 0,58-10 0,1 0 0,-1 0 0,1 1 0,0 0 0,1 0 0,-1 0 0,1 1 0,0 0 0,0 0 0,0 1 0,0 0 0,1 0 0,0 0 0,1 0 0,-1 1 0,1 0 0,1 0 0,-1 0 0,1 0 0,-4 14 0,5-15 0,1 0 0,0 1 0,0-1 0,1 0 0,0 1 0,0-1 0,0 0 0,1 0 0,0 1 0,0-1 0,1 0 0,-1 0 0,1 0 0,1 0 0,-1 0 0,1 0 0,0-1 0,0 1 0,1-1 0,-1 0 0,1 0 0,0 0 0,1-1 0,-1 1 0,1-1 0,5 4 0,6 2 0,1 0 0,0-1 0,1-1 0,-1 0 0,2-1 0,-1-2 0,1 1 0,-1-2 0,1-1 0,1 0 0,-1-1 0,37-2 0,-14-2 0,-1-2 0,0-1 0,0-3 0,75-23 0,-102 24 0,-17 2 0,-25 3 0,6 5 0,1 1 0,-1 2 0,1 0 0,1 1 0,-39 19 0,26-11 0,-4 0 0,2 1 0,0 2 0,0 2 0,2 1 0,-54 44 0,83-62 0,0 1 0,1-1 0,-1 1 0,1 0 0,0 0 0,1 0 0,-1 0 0,1 0 0,-1 1 0,1-1 0,1 1 0,-3 6 0,4-9 0,0 0 0,0 0 0,0 0 0,0 0 0,1 0 0,-1 0 0,0 0 0,1 0 0,0 0 0,-1 0 0,1 0 0,0 0 0,0 0 0,0-1 0,0 1 0,1 0 0,-1-1 0,0 1 0,1-1 0,-1 1 0,1-1 0,-1 0 0,1 0 0,-1 1 0,1-1 0,0 0 0,0-1 0,0 1 0,0 0 0,-1 0 0,4 0 0,9 4 0,0-1 0,0 0 0,1-1 0,-1 0 0,1-2 0,0 1 0,0-2 0,-1 0 0,1-1 0,0 0 0,0-1 0,-1-1 0,1 0 0,23-9 0,-2-2 0,-1-2 0,-1-1 0,0-2 0,47-34 0,-29 20 0,82-39 0,-97 53 0,16-7 0,1 3 0,2 2 0,0 2 0,1 3 0,1 3 0,0 2 0,0 2 0,82-1 0,-129 10 0,0 1 0,0 0 0,-1 1 0,18 5 0,-26-7 0,0 1 0,0-1 0,0 1 0,0 0 0,-1 0 0,1 0 0,0 0 0,-1 0 0,1 0 0,-1 1 0,1-1 0,-1 0 0,3 4 0,-4-5 0,0 1 0,1 0 0,-1 0 0,0 0 0,0 1 0,0-1 0,1 0 0,-1 0 0,0 0 0,0 0 0,-1 0 0,1 0 0,0 0 0,0 0 0,0 0 0,-1 0 0,1 0 0,0 0 0,-1 0 0,1 0 0,-1-1 0,0 1 0,1 0 0,-1 0 0,1 0 0,-1 0 0,-1 1 0,-5 3 0,1 1 0,-1-1 0,0 0 0,0-1 0,0 1 0,-1-1 0,-14 5 0,-18 10 0,26-10 0,-6 2 0,0 1 0,0 1 0,1 0 0,-23 23 0,41-35 0,0 0 0,0 0 0,0 0 0,0 0 0,0 0 0,0 0 0,0 0 0,1 0 0,-1 0 0,0 0 0,1 0 0,-1 1 0,1-1 0,0 0 0,-1 0 0,1 0 0,0 1 0,-1-1 0,1 0 0,0 1 0,0-1 0,0 0 0,0 1 0,0-1 0,1 0 0,-1 0 0,0 1 0,1-1 0,-1 0 0,0 0 0,1 1 0,0-1 0,-1 0 0,1 0 0,0 0 0,-1 0 0,1 0 0,0 0 0,0 0 0,0 0 0,0 0 0,0 0 0,2 1 0,-1 0 0,1 0 0,-1 1 0,0 0 0,0-1 0,0 1 0,-1 0 0,3 4 0,-4-6 0,0 0 0,1 0 0,-1-1 0,0 1 0,0 0 0,0 0 0,0 0 0,0 0 0,0 0 0,0-1 0,0 1 0,0 0 0,-1 0 0,1 0 0,0 0 0,0-1 0,-1 1 0,1 0 0,-1 0 0,1 0 0,0-1 0,-1 1 0,0 0 0,1-1 0,-1 1 0,1-1 0,-1 1 0,0 0 0,1-1 0,-1 1 0,0-1 0,0 0 0,1 1 0,-1-1 0,0 0 0,0 1 0,0-1 0,1 0 0,-1 0 0,-1 1 0,-40 4 0,36-4 0,-76-1 0,55-2 0,-52 6 0,66-1 0,1 0 0,-1 1 0,1 0 0,-22 12 0,-20 7 0,-111 14 0,-4 3 0,149-34 0,0 2 0,1 0 0,0 1 0,1 1 0,-1 1 0,-22 17 0,23-12 0,0 1 0,0 1 0,2 0 0,-21 30 0,-47 87 0,53-81 0,-40 51 0,64-96 0,-21 27 0,-28 48 0,48-70 0,0 1 0,1 0 0,1 1 0,1-1 0,0 1 0,-5 32 0,-5 159 0,1-2 0,6-151 0,-23 84 0,26-121 0,0 0 0,-1 0 0,-1-1 0,-1 0 0,-1-1 0,0 1 0,0-2 0,-2 1 0,-13 14 0,19-24 0,0-1 0,0 1 0,-1-1 0,1 0 0,-1-1 0,0 1 0,0-1 0,0 0 0,0-1 0,-1 1 0,1-1 0,-1-1 0,-12 3 0,14-4 0,1 0 0,0 0 0,0 0 0,0-1 0,0 1 0,0-1 0,-1 0 0,1 0 0,1-1 0,-1 1 0,0-1 0,0 0 0,0 0 0,1 0 0,-1 0 0,1-1 0,0 1 0,0-1 0,0 0 0,0 0 0,0 0 0,-4-7 0,-7-14 0,2 0 0,0 0 0,-16-52 0,13 32 0,-9-22 0,-19-83 0,39 108 0,9 22 0,-5 18 0,0 1 0,0 0 0,1-1 0,-1 1 0,0-1 0,1 1 0,-1 0 0,0-1 0,1 1 0,-1 0 0,0 0 0,1-1 0,-1 1 0,1 0 0,-1 0 0,0 0 0,1-1 0,-1 1 0,1 0 0,-1 0 0,1 0 0,-1 0 0,1 0 0,-1 0 0,1 0 0,-1 0 0,1 0 0,-1 0 0,0 0 0,1 0 0,0 0 0,1 1 0,-1 0 0,1 0 0,-1 0 0,1 0 0,-1 0 0,1 0 0,-1 1 0,0-1 0,0 0 0,1 1 0,-1-1 0,0 1 0,0-1 0,-1 1 0,1 0 0,0-1 0,0 1 0,-1 0 0,1 2 0,9 41 0,-8-34 0,1-5 0,-2-17 0,-1-25 0,0 33 0,0-3 0,6-223 0,-2 187 0,1 0 0,3 1 0,18-61 0,59-115 0,-97 264 0,3-1 0,2 2 0,-2 88 0,7-103 0,-6 151 0,-8 128 0,12-250 0,3-61 0,1 1 0,0-1 0,0 0 0,0 0 0,0 0 0,0 1 0,0-1 0,0 0 0,0 0 0,0 0 0,1 1 0,-1-1 0,0 0 0,1 0 0,-1 0 0,1 0 0,-1 0 0,2 2 0,-1-3 0,0-1 0,-1 1 0,1-1 0,0 1 0,-1-1 0,1 1 0,0-1 0,-1 0 0,1 1 0,-1-1 0,1 0 0,-1 1 0,1-1 0,-1 0 0,1 0 0,-1 1 0,0-1 0,1-1 0,17-45 0,-18 46 0,0 0 0,0 0 0,0 1 0,0-1 0,0 0 0,0 0 0,1 0 0,-1 0 0,0 0 0,1 0 0,-1 1 0,1-1 0,-1 0 0,1 0 0,-1 0 0,1 1 0,-1-1 0,1 0 0,0 1 0,-1-1 0,1 1 0,0-1 0,-1 1 0,1-1 0,0 1 0,0-1 0,0 1 0,0-1 0,-1 1 0,1 0 0,0 0 0,0 0 0,0-1 0,2 1 0,0 2 0,0-1 0,0 1 0,0 0 0,0 0 0,0 0 0,-1 0 0,1 0 0,3 4 0,-5-5 0,15 14 0,1-1 0,0-1 0,1-1 0,1 0 0,0-2 0,0 0 0,1-1 0,0-1 0,1 0 0,0-2 0,0-1 0,0 0 0,32 2 0,108-3 0,-116-5 0,1 2 0,-1 2 0,74 14 0,-38 3 0,1-3 0,0-4 0,1-3 0,86-2 0,-150-8 0,-13 1 0,-1-1 0,1 1 0,-1-1 0,1 0 0,-1-1 0,1 1 0,-1-1 0,1-1 0,-1 1 0,9-4 0,-14 5 0,0 0 0,1 0 0,-1 0 0,0 0 0,0 0 0,0 0 0,0 0 0,0-1 0,0 1 0,0 0 0,1 0 0,-1 0 0,0 0 0,0 0 0,0 0 0,0-1 0,0 1 0,0 0 0,0 0 0,0 0 0,0 0 0,0 0 0,0-1 0,0 1 0,0 0 0,0 0 0,0 0 0,0 0 0,0-1 0,0 1 0,0 0 0,0 0 0,0 0 0,0 0 0,0 0 0,0-1 0,0 1 0,0 0 0,0 0 0,-1 0 0,1 0 0,0 0 0,0 0 0,0-1 0,0 1 0,0 0 0,0 0 0,0 0 0,-1 0 0,-11-6 0,-13 0 0,-80-2 0,-192 10 0,266 0 0,0 2 0,0 0 0,1 2 0,-51 17 0,68-19 0,0 1 0,0 0 0,1 1 0,0 0 0,0 1 0,1 0 0,0 1 0,0 1 0,1-1 0,0 2 0,0-1 0,1 1 0,-8 12 0,16-20 0,0 0 0,-1 0 0,1-1 0,0 1 0,0 0 0,1 0 0,-1 0 0,0 0 0,1 1 0,-1-1 0,1 0 0,0 0 0,-1 0 0,1 0 0,0 1 0,0-1 0,1 0 0,-1 0 0,0 0 0,1 0 0,0 3 0,1-2 0,0-1 0,-1 1 0,1-1 0,0 1 0,0-1 0,0 0 0,0 0 0,1 0 0,-1 0 0,1-1 0,-1 1 0,1-1 0,4 3 0,9 2 0,0-1 0,1 0 0,0-1 0,21 2 0,-29-4 0,285 25 0,-531-46 0,-152 7 0,316 12 0,49 0 0,17-1 0,0 1 0,0 0 0,0 0 0,0 0 0,0 1 0,0 0 0,-13 5 0,19-6 0,1 0 0,0 0 0,-1 0 0,1 0 0,0 0 0,0 0 0,-1 0 0,1 0 0,0 0 0,-1 1 0,1-1 0,0 0 0,0 0 0,-1 0 0,1 1 0,0-1 0,0 0 0,0 0 0,-1 0 0,1 1 0,0-1 0,0 0 0,0 1 0,0-1 0,0 0 0,-1 0 0,1 1 0,0-1 0,0 0 0,0 1 0,0-1 0,0 0 0,0 0 0,0 1 0,0-1 0,0 0 0,0 1 0,0-1 0,0 0 0,0 1 0,0-1 0,0 0 0,1 1 0,-1-1 0,0 0 0,0 0 0,0 1 0,0-1 0,1 0 0,-1 0 0,0 1 0,0-1 0,0 0 0,1 0 0,-1 0 0,0 1 0,0-1 0,1 0 0,18 10 0,5-2 0,0-1 0,1-2 0,0 0 0,0-2 0,43 1 0,-101-6 0,0-1 0,0-2 0,-56-15 0,49 9 0,0 3 0,-50-5 0,21 12 0,45 2 0,0-2 0,1 0 0,-39-8 0,48 2 0,24 2 0,26 1 0,66 1 0,-47 3 0,0-2 0,0-2 0,-1-3 0,74-19 0,-39-2 0,109-29 0,-165 51 0,-1 0 0,1 3 0,0 0 0,46 4 0,22 10 0,107 26 0,12 2 0,-71-15 0,-77-11 0,135 8 0,-186-21 0,-4 1 0,0-1 0,0 0 0,1-1 0,-1-1 0,0-1 0,17-5 0,-33 8 0,0 0 0,0 0 0,0-1 0,0 1 0,0 0 0,0 0 0,0-1 0,0 1 0,-1-1 0,1 1 0,0-1 0,0 1 0,0-1 0,-1 0 0,1 1 0,0-1 0,-1 0 0,1 0 0,0 1 0,-1-1 0,1 0 0,-1 0 0,0 0 0,1-1 0,-1 1 0,0 0 0,-1 1 0,1-1 0,-1 0 0,1 0 0,-1 0 0,1 1 0,-1-1 0,1 0 0,-1 0 0,0 1 0,1-1 0,-1 1 0,0-1 0,0 0 0,1 1 0,-1 0 0,0-1 0,-1 0 0,-53-18 0,52 18 0,-116-21 0,88 18 0,-1-1 0,1-2 0,-30-11 0,42 11 0,-7-3 0,1 0 0,-1 2 0,0 1 0,-1 0 0,-50-3 0,37 9-1365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4:44:09.615"/>
    </inkml:context>
    <inkml:brush xml:id="br0">
      <inkml:brushProperty name="width" value="0.05" units="cm"/>
      <inkml:brushProperty name="height" value="0.05" units="cm"/>
    </inkml:brush>
  </inkml:definitions>
  <inkml:trace contextRef="#ctx0" brushRef="#br0">1 1 24575,'1884'0'-1365,"-1854"0"-5461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4:44:10.880"/>
    </inkml:context>
    <inkml:brush xml:id="br0">
      <inkml:brushProperty name="width" value="0.05" units="cm"/>
      <inkml:brushProperty name="height" value="0.05" units="cm"/>
    </inkml:brush>
  </inkml:definitions>
  <inkml:trace contextRef="#ctx0" brushRef="#br0">46 1 24575,'18'0'0,"1"1"0,-1 1 0,1 1 0,-1 0 0,0 1 0,0 2 0,0-1 0,-1 2 0,0 0 0,21 13 0,133 84 0,-103-59 0,80 37 0,-145-80 0,1 0 0,-1-1 0,1 1 0,-1-1 0,0 1 0,1 0 0,-1 1 0,0-1 0,3 3 0,-6-5 0,0 1 0,0-1 0,0 0 0,1 1 0,-1-1 0,0 1 0,0-1 0,0 0 0,0 1 0,0-1 0,0 0 0,0 1 0,0-1 0,0 1 0,0-1 0,0 0 0,0 1 0,0-1 0,0 0 0,0 1 0,0-1 0,-1 1 0,1-1 0,0 0 0,0 1 0,0-1 0,-1 0 0,1 1 0,-18 12 0,-113 52 0,-47 26 0,149-73-170,-1-1-1,-1-2 0,0-1 1,-1-1-1,-1-2 0,0-1 1,-53 8-1,32-13-6655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5:12:18.360"/>
    </inkml:context>
    <inkml:brush xml:id="br0">
      <inkml:brushProperty name="width" value="0.05" units="cm"/>
      <inkml:brushProperty name="height" value="0.05" units="cm"/>
    </inkml:brush>
  </inkml:definitions>
  <inkml:trace contextRef="#ctx0" brushRef="#br0">2898 0 24575,'-1'2'0,"1"0"0,-1-1 0,1 1 0,-1 0 0,0 0 0,0-1 0,1 1 0,-1-1 0,0 1 0,-1-1 0,1 1 0,-2 1 0,-7 11 0,2 4 0,1 1 0,2 0 0,0 0 0,-5 35 0,0 2 0,-4 13 0,-27 104 0,33-144 0,-2 0 0,-2 0 0,-25 46 0,-130 201 0,135-227 0,-2-3 0,-63 69 0,36-46 0,-281 289 0,301-314 0,29-31 0,0 1 0,-1-2 0,-25 20 0,-24 17 0,38-30 0,-28 20 0,27-24 0,-9 5 0,2 2 0,0 1 0,-40 37 0,52-43 0,0-1 0,-1-1 0,0 0 0,-1-2 0,-33 14 0,30-14 0,-1 1 0,2 0 0,-46 36 0,34-17 0,7-5 0,0-2 0,-1-1 0,-2-2 0,-1-1 0,-49 26 0,47-33 0,-168 86 0,192-93 0,0 0 0,0 1 0,-12 13 0,-22 17 0,-80 54 0,114-87 0,0 0 0,0-2 0,0 1 0,-1-1 0,1-1 0,-1 0 0,-13 1 0,-26 8 0,-26 11-682,-147 22-1,193-42-6143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0T15:12:19.470"/>
    </inkml:context>
    <inkml:brush xml:id="br0">
      <inkml:brushProperty name="width" value="0.05" units="cm"/>
      <inkml:brushProperty name="height" value="0.05" units="cm"/>
    </inkml:brush>
  </inkml:definitions>
  <inkml:trace contextRef="#ctx0" brushRef="#br0">303 0 24575,'-73'69'0,"40"-39"0,1 1 0,-50 63 0,66-73 0,6-9 0,0 2 0,1-1 0,0 1 0,1 0 0,-7 19 0,14-31 0,0 2 0,0-1 0,0 0 0,1 0 0,-1 0 0,1 0 0,-1 0 0,1 1 0,0-1 0,0 0 0,1 0 0,-1 0 0,1 1 0,0-1 0,-1 0 0,1 0 0,1 0 0,-1 0 0,0 0 0,1-1 0,-1 1 0,1 0 0,0 0 0,0-1 0,0 1 0,0-1 0,0 0 0,1 0 0,-1 0 0,1 0 0,0 0 0,3 2 0,3 1 0,0-1 0,1 0 0,-1-1 0,1 0 0,0 0 0,-1-1 0,1 0 0,17 1 0,87-3 0,-76-2 0,15-2-9,1-2 1,66-17-1,-36 7-1330,-39 8-5487</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05:51.359"/>
    </inkml:context>
    <inkml:brush xml:id="br0">
      <inkml:brushProperty name="width" value="0.035" units="cm"/>
      <inkml:brushProperty name="height" value="0.035" units="cm"/>
    </inkml:brush>
  </inkml:definitions>
  <inkml:trace contextRef="#ctx0" brushRef="#br0">2915 638 24575,'-3'-4'0,"1"0"0,-1 1 0,0-1 0,0 0 0,0 1 0,-1 0 0,1 0 0,-1 0 0,0 0 0,0 0 0,0 1 0,0-1 0,0 1 0,-9-3 0,-7-1 0,0 0 0,-24-4 0,-9-2 0,-10-12 0,44 16 0,0 0 0,-36-8 0,-264-78 0,236 66 0,36 15 0,0 3 0,-80-8 0,-50-11 0,-249-104 0,214 62 0,146 48 0,36 11 0,-55-13 0,68 22 0,-45-10 0,-1 2 0,-112-4 0,142 14 0,0 2 0,0 1 0,1 2 0,-1 1 0,-35 10 0,22-3-227,-1-2-1,0-3 1,-1-1-1,0-2 1,-76-4-1,91-1-6598</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05:53.466"/>
    </inkml:context>
    <inkml:brush xml:id="br0">
      <inkml:brushProperty name="width" value="0.035" units="cm"/>
      <inkml:brushProperty name="height" value="0.035" units="cm"/>
    </inkml:brush>
  </inkml:definitions>
  <inkml:trace contextRef="#ctx0" brushRef="#br0">450 19 24575,'0'-1'0,"0"0"0,-1 1 0,1-1 0,0 0 0,0 1 0,-1-1 0,1 0 0,-1 1 0,1-1 0,-1 0 0,1 1 0,-1-1 0,1 1 0,-1-1 0,1 1 0,-1 0 0,1-1 0,-1 1 0,0-1 0,1 1 0,-1 0 0,0 0 0,1-1 0,-1 1 0,-1 0 0,-19-5 0,3 4 0,-1 1 0,0 1 0,1 0 0,-21 5 0,-19 0 0,24-1 0,0 0 0,0 3 0,1 0 0,-41 17 0,72-24 0,1-1 0,-1 1 0,0-1 0,0 1 0,1 0 0,-1 0 0,0-1 0,1 1 0,-1 0 0,1 0 0,-1 1 0,1-1 0,0 0 0,-1 0 0,1 1 0,0-1 0,0 1 0,0-1 0,0 1 0,0-1 0,0 1 0,1 0 0,-1-1 0,0 1 0,1 0 0,-1 0 0,1-1 0,0 5 0,0-3 0,1 0 0,0 0 0,0 0 0,0 0 0,0 0 0,1 0 0,-1 0 0,1 0 0,0 0 0,-1 0 0,1-1 0,1 1 0,-1-1 0,0 0 0,1 1 0,2 1 0,19 13 0,0-1 0,0-1 0,2-2 0,37 16 0,-36-17 0,103 36-11,4 2 95,-116-41-372,0 0 1,0 1-1,0 0 1,28 24-1,-26-14-6538</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05:55.968"/>
    </inkml:context>
    <inkml:brush xml:id="br0">
      <inkml:brushProperty name="width" value="0.035" units="cm"/>
      <inkml:brushProperty name="height" value="0.035" units="cm"/>
    </inkml:brush>
  </inkml:definitions>
  <inkml:trace contextRef="#ctx0" brushRef="#br0">1 1 24575,'0'0'-8191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40:22.751"/>
    </inkml:context>
    <inkml:brush xml:id="br0">
      <inkml:brushProperty name="width" value="0.035" units="cm"/>
      <inkml:brushProperty name="height" value="0.035" units="cm"/>
    </inkml:brush>
  </inkml:definitions>
  <inkml:trace contextRef="#ctx0" brushRef="#br0">2215 0 24575,'-23'1'0,"1"1"0,-1 1 0,1 1 0,0 1 0,0 1 0,0 0 0,1 2 0,-39 19 0,-4 10 0,-83 62 0,10-7 0,93-67 0,-1-2 0,0-2 0,-2-2 0,-95 24 0,-200 21 0,157-34 0,130-21 0,-124 29 0,158-32 0,1 1 0,-1 1 0,1 0 0,1 2 0,0 1 0,-23 16 0,32-20 0,-1 0 0,1 0 0,-1-1 0,0 0 0,-1-1 0,0 0 0,1-1 0,-1 0 0,-1-1 0,-12 2 0,4-1-124,1 1 0,0 1 0,1 1 0,-1 1 0,1 0 0,1 2-1,-1 0 1,2 1 0,0 1 0,-17 14 0,12-8-6702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40:23.928"/>
    </inkml:context>
    <inkml:brush xml:id="br0">
      <inkml:brushProperty name="width" value="0.035" units="cm"/>
      <inkml:brushProperty name="height" value="0.035" units="cm"/>
    </inkml:brush>
  </inkml:definitions>
  <inkml:trace contextRef="#ctx0" brushRef="#br0">92 1 24575,'-1'3'0,"1"1"0,-1 0 0,0-1 0,0 1 0,0-1 0,-1 1 0,1-1 0,-1 0 0,-2 5 0,-6 14 0,-7 31 0,3 1 0,2 0 0,2 1 0,3 0 0,-1 104 0,8-154 0,0-1 0,1 1 0,-1 0 0,1 0 0,0-1 0,0 1 0,0 0 0,0-1 0,1 1 0,0-1 0,0 0 0,0 1 0,5 5 0,-4-7 0,-1-1 0,1 0 0,0 0 0,0 1 0,0-2 0,0 1 0,0 0 0,0-1 0,1 1 0,-1-1 0,0 0 0,1 0 0,-1 0 0,1 0 0,-1-1 0,1 0 0,-1 0 0,6 0 0,2 0 0,0 0 0,0-2 0,0 1 0,0-1 0,0-1 0,-1 0 0,1 0 0,16-8 0,-1-3 0,-2-1 0,24-18 0,-36 25 0,36-28 0,-1 1 0,1 2 0,71-35 0,-109 63-273,1 1 0,0 1 0,0-1 0,20-2 0,3 2-6553</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43:35.392"/>
    </inkml:context>
    <inkml:brush xml:id="br0">
      <inkml:brushProperty name="width" value="0.1" units="cm"/>
      <inkml:brushProperty name="height" value="0.1" units="cm"/>
    </inkml:brush>
  </inkml:definitions>
  <inkml:trace contextRef="#ctx0" brushRef="#br0">1 0 24575,'10'18'0,"0"-1"0,-1 2 0,-1-1 0,-1 1 0,0 0 0,5 29 0,11 119 0,-19 64 0,-2-28 0,5-149 0,15 68 0,6 46 0,-24-78-1365,-3-54-5461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3:43:37.083"/>
    </inkml:context>
    <inkml:brush xml:id="br0">
      <inkml:brushProperty name="width" value="0.1" units="cm"/>
      <inkml:brushProperty name="height" value="0.1" units="cm"/>
    </inkml:brush>
  </inkml:definitions>
  <inkml:trace contextRef="#ctx0" brushRef="#br0">1 1 24575,'4'0'0,"1"1"0,0-1 0,0 1 0,0 0 0,0 1 0,-1-1 0,1 1 0,0 0 0,-1 0 0,8 4 0,39 34 0,-17-13 0,-19-15 0,0 0 0,-1 1 0,-1 0 0,20 24 0,36 65 0,-58-85 0,4 5 0,1 0 0,1-1 0,1 0 0,1-2 0,1 0 0,0-1 0,27 18 0,-44-35 0,-1 1 0,0 0 0,1 0 0,0-1 0,-1 0 0,1 1 0,0-1 0,0 0 0,-1 0 0,1 0 0,0-1 0,0 1 0,4 0 0,-6-2 0,1 1 0,-1-1 0,0 1 0,0-1 0,1 0 0,-1 0 0,0 1 0,0-1 0,0 0 0,0 0 0,0 0 0,0 0 0,0 0 0,0 0 0,0 0 0,-1-1 0,1 1 0,0 0 0,-1 0 0,1-1 0,-1 1 0,1 0 0,-1-1 0,0 1 0,1 0 0,-1-1 0,0-1 0,7-34 0,-7 29 0,1 0 0,0 0 0,1 1 0,0-1 0,0 1 0,1-1 0,-1 1 0,2 0 0,-1-1 0,1 2 0,0-1 0,9-11 0,4 3 0,1 1 0,34-22 0,-36 27 0,-2 0 0,1-2 0,-2 1 0,1-2 0,-1 0 0,14-17 0,-17 11-1365,-3 1-5461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3:08.571"/>
    </inkml:context>
    <inkml:brush xml:id="br0">
      <inkml:brushProperty name="width" value="0.35" units="cm"/>
      <inkml:brushProperty name="height" value="0.35" units="cm"/>
      <inkml:brushProperty name="color" value="#004F8B"/>
    </inkml:brush>
  </inkml:definitions>
  <inkml:trace contextRef="#ctx0" brushRef="#br0">453 0 17905,'-453'74'0,"1359"-74"0,-1359-74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6:34.013"/>
    </inkml:context>
    <inkml:brush xml:id="br0">
      <inkml:brushProperty name="width" value="0.35" units="cm"/>
      <inkml:brushProperty name="height" value="0.35" units="cm"/>
      <inkml:brushProperty name="color" value="#FFFFFF"/>
    </inkml:brush>
  </inkml:definitions>
  <inkml:trace contextRef="#ctx0" brushRef="#br0">1 88 24461,'2654'-88'0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6:36.057"/>
    </inkml:context>
    <inkml:brush xml:id="br0">
      <inkml:brushProperty name="width" value="0.35" units="cm"/>
      <inkml:brushProperty name="height" value="0.35" units="cm"/>
      <inkml:brushProperty name="color" value="#FFFFFF"/>
    </inkml:brush>
  </inkml:definitions>
  <inkml:trace contextRef="#ctx0" brushRef="#br0">0 225 24575,'12'-1'0,"0"0"0,0-1 0,0-1 0,0 0 0,-1 0 0,18-8 0,29-9 0,-3 6 0,81-33 0,-110 37 0,1 2 0,1 0 0,-1 2 0,1 1 0,41-1 0,144 7 0,-85 2 0,-57-5 0,90-13 0,-99 9 0,87 3 0,16-1 0,-131 0 165,66-19-1,6 0-1858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6:39.171"/>
    </inkml:context>
    <inkml:brush xml:id="br0">
      <inkml:brushProperty name="width" value="0.35" units="cm"/>
      <inkml:brushProperty name="height" value="0.35" units="cm"/>
      <inkml:brushProperty name="color" value="#FFFFFF"/>
    </inkml:brush>
  </inkml:definitions>
  <inkml:trace contextRef="#ctx0" brushRef="#br0">515 514 24517,'-514'-257'0,"1028"0"0,-1028 514 0,3086-257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6:41.977"/>
    </inkml:context>
    <inkml:brush xml:id="br0">
      <inkml:brushProperty name="width" value="0.35" units="cm"/>
      <inkml:brushProperty name="height" value="0.35" units="cm"/>
      <inkml:brushProperty name="color" value="#FFFFFF"/>
    </inkml:brush>
  </inkml:definitions>
  <inkml:trace contextRef="#ctx0" brushRef="#br0">0 0 24575,'450'0'0,"-497"18"0,29-14 0,0-2 0,-36 1 0,-22 2 0,69-4 0,1 1 0,-1 0 0,1-1 0,-1 2 0,1-1 0,0 1 0,0 0 0,-10 7 0,10-6 0,-1 1 0,1 0 0,1 0 0,-1 0 0,1 1 0,-6 7 0,10-12 0,0 0 0,1 1 0,-1-1 0,1 0 0,-1 0 0,1 1 0,-1-1 0,1 0 0,0 1 0,-1-1 0,1 1 0,0-1 0,0 0 0,0 1 0,0-1 0,0 0 0,1 1 0,-1-1 0,0 1 0,1-1 0,-1 0 0,1 0 0,-1 1 0,1-1 0,-1 0 0,1 0 0,0 0 0,0 1 0,0-1 0,0 0 0,0 0 0,0 0 0,0 0 0,0-1 0,0 1 0,0 0 0,0 0 0,0-1 0,1 1 0,-1 0 0,2 0 0,21 10 101,1 0 0,51 14-1,11 5-1767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8:18:53.441"/>
    </inkml:context>
    <inkml:brush xml:id="br0">
      <inkml:brushProperty name="width" value="0.35" units="cm"/>
      <inkml:brushProperty name="height" value="0.35" units="cm"/>
      <inkml:brushProperty name="color" value="#FFFFFF"/>
    </inkml:brush>
  </inkml:definitions>
  <inkml:trace contextRef="#ctx0" brushRef="#br0">990 92 24575,'-22'0'0,"-1"1"0,1 0 0,0-2 0,0-1 0,0-1 0,0-1 0,-35-11 0,21 1 0,-1 2 0,0 1 0,0 2 0,-1 1 0,-58-3 0,60 9 0,-8 0 0,-89 8 0,130-6 0,0 0 0,1 1 0,-1-1 0,0 1 0,0 0 0,1-1 0,-1 1 0,1 1 0,-1-1 0,1 0 0,-1 0 0,1 1 0,0 0 0,-1-1 0,1 1 0,-2 3 0,3-4 0,1-1 0,-1 1 0,1 0 0,0 0 0,-1 0 0,1-1 0,0 1 0,0 0 0,0 0 0,0 0 0,0 0 0,0 0 0,0-1 0,0 1 0,0 0 0,0 0 0,0 0 0,1 0 0,-1 1 0,2 1 0,-1-1 0,0 0 0,1 1 0,-1-1 0,1 0 0,0 0 0,0 0 0,4 3 0,2 2 0,1-1 0,1 0 0,-1 0 0,1-1 0,0-1 0,0 0 0,0 0 0,1-1 0,0 0 0,-1-1 0,19 2 0,13-1 0,72-4 0,-63 0 0,-39 1 0,1-1 0,-1 0 0,16-4 0,-28 5 0,1 0 0,-1 0 0,1 0 0,-1 0 0,1 0 0,-1 0 0,1 0 0,-1 0 0,1 0 0,-1-1 0,1 1 0,-1 0 0,0 0 0,1-1 0,-1 1 0,1 0 0,-1-1 0,0 1 0,1 0 0,-1-1 0,0 1 0,1-1 0,-1 1 0,0 0 0,1-1 0,-1 1 0,0-1 0,0 1 0,0-1 0,1 0 0,-12-11 0,-33-8 0,39 17 0,-21-6 0,0 1 0,0 1 0,0 1 0,-1 1 0,-40-1 0,-142 6 0,101 3 0,7-3-1365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7:51.331"/>
    </inkml:context>
    <inkml:brush xml:id="br0">
      <inkml:brushProperty name="width" value="0.35" units="cm"/>
      <inkml:brushProperty name="height" value="0.35" units="cm"/>
      <inkml:brushProperty name="color" value="#004F8B"/>
    </inkml:brush>
  </inkml:definitions>
  <inkml:trace contextRef="#ctx0" brushRef="#br0">35 1 4915,'216'0'9127,"4"0"-4122,46 0-2979,129 0-3396,161 0 1327,-2161 0-228,1601 0 289,1 0-1,-1 0 0,1 0 1,-1 0-1,0 1 0,1 0 1,-1 0-1,1 0 0,-1 0 1,1 0-1,0 1 0,0-1 1,-1 1-1,1 0 0,0 0 1,-5 5-1,6-4-18,0 0-1,-1 0 1,2 0-1,-1 0 1,0 1 0,1-1-1,-1 1 1,1-1-1,0 1 1,0-1 0,1 1-1,-1 0 1,1-1-1,0 1 1,0 0 0,0 5-1,1-5 2,-1 0 0,1 0 0,0 0 0,0 0 0,1 0 0,-1-1 0,1 1 0,0-1 0,0 1 0,0-1 0,0 1 0,1-1 0,-1 0 0,1 0 0,0 0 0,-1-1 0,1 1 0,1-1 0,-1 1 0,0-1 0,5 2 0,10 6 0,1-2 0,0 0 0,21 5 0,0 1 0,-6 0 0,1-3 0,0-1 0,1-1 0,0-2 0,65 4 0,109 18-40,0 0 0,261-29 120,-440-3-279,0-1 0,0-1 0,-1-1 0,0-2 0,42-17 0,193-53 970,-247 73-348,11-2-423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7:53.361"/>
    </inkml:context>
    <inkml:brush xml:id="br0">
      <inkml:brushProperty name="width" value="0.35" units="cm"/>
      <inkml:brushProperty name="height" value="0.35" units="cm"/>
      <inkml:brushProperty name="color" value="#004F8B"/>
    </inkml:brush>
  </inkml:definitions>
  <inkml:trace contextRef="#ctx0" brushRef="#br0">2637 187 4915,'-10'-1'49,"1"0"0,-1-1 0,0 0 0,1 0 1,-1-1-1,1-1 0,0 1 0,-12-8 0,-9-2 97,-38-16 232,-2 4-1,-1 2 1,0 4 0,-2 3 0,0 3 0,-143-7 0,-286 22 5154,144 2-849,-650-4-3386,1447 37-1297,-235-13 0,428 9-244,4-33-1567,-255-3 3866,-186 18-2055,-33 0 0,-79-14 0,-51-1 0,-26 0 0,-11 0 0,-154-1 0,124 1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7:55.309"/>
    </inkml:context>
    <inkml:brush xml:id="br0">
      <inkml:brushProperty name="width" value="0.35" units="cm"/>
      <inkml:brushProperty name="height" value="0.35" units="cm"/>
      <inkml:brushProperty name="color" value="#004F8B"/>
    </inkml:brush>
  </inkml:definitions>
  <inkml:trace contextRef="#ctx0" brushRef="#br0">2811 33 4915,'-60'-3'4486,"-29"-9"-1939,-48-3-588,-654 13 4058,405 4-6281,-932-2 264,1289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7:56.940"/>
    </inkml:context>
    <inkml:brush xml:id="br0">
      <inkml:brushProperty name="width" value="0.35" units="cm"/>
      <inkml:brushProperty name="height" value="0.35" units="cm"/>
      <inkml:brushProperty name="color" value="#004F8B"/>
    </inkml:brush>
  </inkml:definitions>
  <inkml:trace contextRef="#ctx0" brushRef="#br0">2702 125 4915,'-3'-4'248,"1"0"0,-1 0-1,0 0 1,0 1 0,0 0 0,0-1-1,-1 1 1,1 0 0,-1 0 0,0 1-1,0-1 1,0 1 0,0 0 0,0 0 0,-1 0-1,1 1 1,-1-1 0,-6 0 0,-9-2 147,-1 1 1,-38 0-1,45 3-257,-628-1 7583,290 3-6729,-767-2-992,1083-2 0,1-1 0,-1-2 0,1-2 0,-52-17 0,72 20 0,-7-1 0,0 1 0,0 0 0,-35 0 0,26 4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00.485"/>
    </inkml:context>
    <inkml:brush xml:id="br0">
      <inkml:brushProperty name="width" value="0.35" units="cm"/>
      <inkml:brushProperty name="height" value="0.35" units="cm"/>
      <inkml:brushProperty name="color" value="#004F8B"/>
    </inkml:brush>
  </inkml:definitions>
  <inkml:trace contextRef="#ctx0" brushRef="#br0">2618 4 4915,'-1059'0'13387,"-2"0"-12029,1031 2-1358,0 1 0,-34 7 0,30-3 0,-43 2 0,-115-7 0,188-1 0,1-1 0,-1 1 0,0 0 0,0 0 0,0 0 0,1 1 0,-1-1 0,0 1 0,1 0 0,-7 4 0,9-5 0,1 0 0,-1-1 0,0 1 0,1 0 0,-1-1 0,0 1 0,1 0 0,-1 0 0,1-1 0,-1 1 0,1 0 0,-1 0 0,1 0 0,0 0 0,-1 0 0,1 0 0,0 0 0,0 0 0,0 0 0,0 0 0,0 0 0,0 0 0,0 0 0,0 0 0,0-1 0,0 1 0,0 0 0,1 0 0,-1 0 0,0 0 0,1 0 0,-1 0 0,0 0 0,1 0 0,-1-1 0,1 1 0,0 0 0,-1 0 0,1-1 0,0 1 0,-1 0 0,1-1 0,0 1 0,0 0 0,0-1 0,-1 1 0,1-1 0,2 1 0,7 4 0,0 0 0,0-1 0,0 0 0,1 0 0,0-1 0,0-1 0,-1 0 0,16 1 0,35 9 0,201 55-764,-171-36 41,-70-22-108,0-2 1,1 0-1,-1-1 1,2-1-1,42 4 0,369-10 363,-173-1-735,181 2-4483,-221 0 6636,0 0 3364,-5 0 3713,-203 0-7944,1 0 1,-1-1-1,0-1 1,0 0-1,1-1 1,24-8-1,-35 9-84,-1 1 0,1 0 0,0-1-1,0 1 1,0-1 0,-1 0-1,1 0 1,-1 0 0,0 0 0,1 0-1,-1 0 1,0-1 0,0 1-1,0-1 1,-1 0 0,1 1 0,-1-1-1,1 0 1,-1 0 0,0 0 0,0 0-1,0 0 1,-1 0 0,1 0-1,-1-1 1,1 1 0,-1 0 0,0 0-1,0 0 1,-1 0 0,1 0 0,-1-1-1,1 1 1,-1 0 0,0 0-1,-2-3 1,1-1 4,-1 1-1,1-1 1,-2 1-1,1 0 1,-1-1-1,0 2 1,0-1-1,-1 0 1,1 1-1,-1 0 1,-11-9-1,6 7-19,-1 0 0,0 0 0,0 1 1,-1 1-1,1 0 0,-16-4 0,-7 0-204,0 2 0,0 1 0,-1 2 0,-37 0 0,-32 1-897,0 5 0,0 4 1,1 5-1,0 4 0,-135 38 0,10 2 562,72-20-995,70-8-761,57-16 1239,-56 11-1,5-13 968,-1-4 0,-121-6 1,68-2 143,56 3-26,-15 1 53,-221-28 13195,333 33-11852,3 0-1408,1-1 0,-1-2 0,29 1 0,-25-2 0,-1 1 0,30 7 0,-31-4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01.765"/>
    </inkml:context>
    <inkml:brush xml:id="br0">
      <inkml:brushProperty name="width" value="0.35" units="cm"/>
      <inkml:brushProperty name="height" value="0.35" units="cm"/>
      <inkml:brushProperty name="color" value="#004F8B"/>
    </inkml:brush>
  </inkml:definitions>
  <inkml:trace contextRef="#ctx0" brushRef="#br0">942 195 4915,'-55'2'623,"1"-4"1,0-1-1,0-3 0,-56-14 0,-434-122 4763,504 130-4320,10 1-799</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06.516"/>
    </inkml:context>
    <inkml:brush xml:id="br0">
      <inkml:brushProperty name="width" value="0.35" units="cm"/>
      <inkml:brushProperty name="height" value="0.35" units="cm"/>
      <inkml:brushProperty name="color" value="#004F8B"/>
    </inkml:brush>
  </inkml:definitions>
  <inkml:trace contextRef="#ctx0" brushRef="#br0">204 33 16306,'27'-32'0,"-258"31"0,316 34 0,34-33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03.331"/>
    </inkml:context>
    <inkml:brush xml:id="br0">
      <inkml:brushProperty name="width" value="0.35" units="cm"/>
      <inkml:brushProperty name="height" value="0.35" units="cm"/>
      <inkml:brushProperty name="color" value="#004F8B"/>
    </inkml:brush>
  </inkml:definitions>
  <inkml:trace contextRef="#ctx0" brushRef="#br0">1189 304 4915,'-6'0'57,"-20"1"181,0-1 1,0-2-1,0-1 1,-45-10-1,-144-63 854,32 10 3434,146 56-3307,-50-7 1,-26-6 937,41 0-103,-71-18-826,97 30-1228,27 5 0,0 2 0,-25-3 0,15 5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10.362"/>
    </inkml:context>
    <inkml:brush xml:id="br0">
      <inkml:brushProperty name="width" value="0.35" units="cm"/>
      <inkml:brushProperty name="height" value="0.35" units="cm"/>
      <inkml:brushProperty name="color" value="#004F8B"/>
    </inkml:brush>
  </inkml:definitions>
  <inkml:trace contextRef="#ctx0" brushRef="#br0">0 1 4915,'5'0'510,"0"1"0,0 0 0,0 0 1,-1 0-1,1 1 0,0-1 0,-1 1 0,1 1 0,3 2 0,22 8 38,35 9 404,0-4 0,2-2 0,0-3 0,1-3 0,78 2 0,865-9 2494,-501-6-3508,-106 3 62,-386 2-360,0 0-1,0 1 1,-1 1 0,1 1-1,-1 1 1,20 8-1,-8-3-3071,-24-9 2949,-1 0 0,0 0 0,0 0 0,0 0 0,0 0 0,27 30-3380,-30-30 3869,0 0 1,0 0-1,0 0 1,0 1-1,0-1 0,-1 0 1,1 0-1,-1 1 1,0-1-1,0 1 0,0-1 1,0 0-1,0 1 1,0-1-1,-1 0 1,1 1-1,-1-1 0,1 0 1,-1 0-1,0 1 1,0-1-1,0 0 0,0 0 1,0 0-1,-1 0 1,1 0-1,-3 3 1,-5 2 88,0 1 0,0-1 1,-1-1-1,0 0 0,0 0 1,-1-1-1,1 0 1,-1-1-1,-17 4 0,-28 14-798,35-13 527,-1 0-1,1-2 1,-1-1-1,-39 7 1,-90 1-918,10-2 611,-53 21 483,86-13 0,-209 12 0,256-34 436,-74-13 0,-49-1 793,130 13-430,0-1 0,0-3 1,-100-27-1,-118-46 3655,173 57-406,66 16-3859,1 0 0,-1-2 0,2-2 0,-46-20 0,58 21-189,0 0 0,-1 2 0,0 0 0,-38-8 0,30 11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11.517"/>
    </inkml:context>
    <inkml:brush xml:id="br0">
      <inkml:brushProperty name="width" value="0.35" units="cm"/>
      <inkml:brushProperty name="height" value="0.35" units="cm"/>
      <inkml:brushProperty name="color" value="#004F8B"/>
    </inkml:brush>
  </inkml:definitions>
  <inkml:trace contextRef="#ctx0" brushRef="#br0">0 1 4915,'29'4'3737,"14"13"-2300,-4-2-42,129 20 2178,-109-25-3543,61 19-1,-70-16-1243,-1-3 0,1-1 0,1-3-1,0-2 1,63-2 0,-65-1 1356,65 11-1,20 2-996,119-9-1836,127-7 12387,-73-1-4300,-267 3-5396,-5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13.719"/>
    </inkml:context>
    <inkml:brush xml:id="br0">
      <inkml:brushProperty name="width" value="0.35" units="cm"/>
      <inkml:brushProperty name="height" value="0.35" units="cm"/>
      <inkml:brushProperty name="color" value="#004F8B"/>
    </inkml:brush>
  </inkml:definitions>
  <inkml:trace contextRef="#ctx0" brushRef="#br0">1806 64 4915,'-38'0'251,"9"1"567,1-1-1,0-1 1,-1-2 0,1 0-1,-53-15 1,47 8 68,-1 1 0,0 2 1,0 1-1,-43-1 0,-145 7 2742,107 2-2099,-742-1-1529,846-2 0,1 1 0,-1 0 0,1 1 0,-1 1 0,1 0 0,-1 0 0,1 1 0,-17 7 0,27-9 0,1-1 0,-1 0 0,0 1 0,1-1 0,-1 1 0,1-1 0,-1 1 0,1-1 0,-1 1 0,1-1 0,-1 1 0,1-1 0,-1 1 0,1 0 0,0-1 0,-1 1 0,1-1 0,0 1 0,0 0 0,-1 0 0,1-1 0,0 1 0,0 0 0,0-1 0,0 1 0,0 0 0,0 0 0,0-1 0,0 2 0,1 0 0,0 0 0,-1 0 0,1-1 0,0 1 0,0 0 0,0-1 0,1 1 0,-1 0 0,0-1 0,4 3 0,1 1 0,0 1 0,1-2 0,0 1 0,13 6 0,18 2-196,0-1 0,0-2 0,54 8 0,-27-7 11,344 87-1239,-301-70 532,-72-20-178,-1-1 0,64 3-1,-68-9 1325,0-2-1,0-1 1,45-9-1,41-11-44,-39 9-200,1-3 0,-2-4 1,99-38-1,-89 25 61,-24 11 878,-24 5 2422,-20 4-2522,-13 3-848</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18.390"/>
    </inkml:context>
    <inkml:brush xml:id="br0">
      <inkml:brushProperty name="width" value="0.35" units="cm"/>
      <inkml:brushProperty name="height" value="0.35" units="cm"/>
      <inkml:brushProperty name="color" value="#004F8B"/>
    </inkml:brush>
  </inkml:definitions>
  <inkml:trace contextRef="#ctx0" brushRef="#br0">1268 398 11680,'1320'-148'0,"-3907"-102"0,3854 648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21.399"/>
    </inkml:context>
    <inkml:brush xml:id="br0">
      <inkml:brushProperty name="width" value="0.35" units="cm"/>
      <inkml:brushProperty name="height" value="0.35" units="cm"/>
      <inkml:brushProperty name="color" value="#004F8B"/>
    </inkml:brush>
  </inkml:definitions>
  <inkml:trace contextRef="#ctx0" brushRef="#br0">2903 152 14232,'-1'6'0,"-3"0"0,-1 0 0,-3 0 0,-2 0 0,-2 0 0,-3-1 0,-1 1 0,-3 0 0,-2-1 0,-1 1 0,-3-1 0,-2 0 0,-2 1 0,-2-1 0,-1-1 0,-3 1 0,-1 0 0,-2-1 0,-1 0 0,-2 1 0,-2-1 0,-1-1 0,-1 1 0,-2-1 0,-1 1 0,-1-1 0,-2-1 0,0 1 0,-1-1 0,-1 1 0,-1-2 0,-1 1 0,0 0 0,0-1 0,-1 0 0,-1 0 0,0-1 0,0 1 0,0-1 0,0 0 0,1-1 0,-1 1 0,0-1 0,1 0 0,1 0 0,-1-1 0,2 0 0,0 1 0,1-2 0,1 1 0,1-1 0,0 1 0,2-1 0,1-1 0,1 1 0,2-1 0,1 1 0,1-1 0,2-1 0,2 1 0,1 0 0,2-1 0,1 0 0,3 1 0,1-1 0,2-1 0,2 1 0,2 0 0,2-1 0,3 1 0,1-1 0,2 0 0,3 1 0,2-1 0,2 0 0,2 0 0,2 0 0,3 0 0,2 0 0,2 0 0,2 0 0,3 0 0,2 1 0,2-1 0,2 0 0,2 0 0,3 0 0,2 1 0,1-1 0,3 1 0,2-1 0,2 1 0,2 0 0,2 0 0,1 0 0,3 0 0,1 1 0,2-1 0,1 1 0,2 0 0,2 0 0,1 0 0,1 1 0,2-1 0,1 1 0,1 0 0,2 0 0,0 1 0,1-1 0,1 1 0,1 0 0,0 0 0,2 1 0,-1 0 0,1-1 0,1 2 0,0-1 0,-1 1 0,1 0 0,0 0 0,0 0 0,0 1 0,0-1 0,-1 2 0,-1-1 0,0 0 0,0 1 0,-1 0 0,-1 0 0,-1 1 0,-1-1 0,0 1 0,-2 0 0,-1 0 0,-1 1 0,-2-1 0,-1 1 0,-1 0 0,-2 0 0,-2 0 0,-1 1 0,-2-1 0,-1 1 0,-3 0 0,-1 0 0,-2 0 0,-2 0 0,-2 1 0,-3-1 0,-1 1 0,-2-1 0,-3 1 0,-1 0 0,-3 0 0,-2 0 0,-2-1 0,-3 1 0,-1 0 0,-3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09:18:28.073"/>
    </inkml:context>
    <inkml:brush xml:id="br0">
      <inkml:brushProperty name="width" value="0.35" units="cm"/>
      <inkml:brushProperty name="height" value="0.35" units="cm"/>
      <inkml:brushProperty name="color" value="#004F8B"/>
    </inkml:brush>
  </inkml:definitions>
  <inkml:trace contextRef="#ctx0" brushRef="#br0">61 56 4915,'6'14'10046,"15"6"-10021,-12-13 1107,30 29 117,1-3 0,56 37 0,-74-56-1283,0-2 0,1 0-1,1-2 1,-1 0 0,1-2-1,46 10 1,-41-13 2,52 10-898,83 26-1,-102-24-420,1-2 0,0-3-1,96 6 1,193-11-2225,-304-7 2747,-12 0 254,-1-2 0,53-9 1,-72 8 413,0-1 1,0-1 0,-1-1-1,1 0 1,-1 0 0,-1-2-1,23-14 1,-16 7 390,1 1 0,24-12 0,-35 22 158,0-1 1,0 1-1,0 1 1,1 0 0,-1 1-1,60-3 5404,-61 6-4804,1-1 1,-1-1 0,0 0 0,0 0-1,11-3 1,-21 4-989,1-1 0,-1 1 0,0 0 0,0 0 0,1 0 0,-1 0 0,0 0 0,1 0 0,-1 0 0,0 0 0,0-1 0,0 1 0,1 0 0,-1 0 0,0 0 0,0-1 0,1 1 0,-1 0 0,0 0 0,0 0 0,0-1 0,0 1 0,0 0 0,1-1 0,-1 1 0,0 0 0,0 0 0,0-1 0,0 1-1,0 0 1,0 0 0,0-1 0,0 1 0,0 0 0,0-1 0,0 1 0,0 0 0,0 0 0,0-1 0,-9-12 3,-15-6-40,3 9 48,0 0 0,-1 2-1,1 0 1,-2 2 0,1 0 0,-42-5 0,2 0-87,-23-5-75,33 7-138,-76-24 0,96 23-222,-1 2 0,-1 1 0,1 1 0,-39 0 0,-135 5-1790,115 3 1416,31-1-100,0 4 0,-103 20 0,79-11-1580,-124 5 1,199-19 2552,-110 14 2074,-32 0 728,63-15 2892,35 1-1863,42 0-3055,41 5-1305,-2 1 516,-1 1 0,0 0-1,33 16 1,37 11-165,-83-31 122,341 109-1690,-305-95 1525,1-2 0,-1-2 0,100 12 1,-74-19 932,1-2 0,77-8 0,-138 2-588,0-1-1,0-1 1,0 0-1,-1-1 1,1-1 0,-1 0-1,-1 0 1,22-15-1,-15 9-121,1 1 0,37-13-1,-31 13 11,35-17 0,-20 8 0,-22 15 0,0 0 0,-1 1 0,1 0 0,1 2 0,-1 0 0,28 3 0,-103-10-46,1-2 1,-103-37-1,7 3-17,74 30-126,-1 4 0,0 3 0,-112 3 0,93 4-1066,-63-13-1602,-10 1 246,148 11 2677,0-1-1,1 0 1,0-2-1,-1 0 0,-18-9 1,-27-6-225,41 13 202,-5-1 3553,-53-8 1,73 15-3652,-1 0 1,0 1 0,-14 2-1,-80 112-13920,92-43 13696,8-25 258,3 0-1,4 63 1,-2-104 25,0-1 1,1 1-1,0 0 1,0-1-1,0 1 0,0 0 1,1-1-1,0 0 0,0 1 1,0-1-1,1 0 1,-1 0-1,1 0 0,0-1 1,0 1-1,0 0 0,6 4 1,1-1 9,0-1 0,1 0 1,-1 0-1,1-1 0,20 7 1,-4-4-27,0-1-1,0-1 1,1-1 0,0-1 0,28-1 0,144-6-79,-182 2 90,171-14 1,80-2 0,-199 14 0,0-4 0,0-2 0,0-3 0,82-26 0,-122 31 1195,1 0 1,-1 3-1,46-2 1,95 7 6646,-66 2-5721,70-3-2121,-180-1-20,0 0-1,0-1 1,0 1-1,0-1 0,1 0 1,-6-3-1,-12-5 102,-58-15-190,0 4 0,-2 3 0,0 4 0,-98-4 1,-338 13-3287,279 9-921,-196-4 952,149 0 4553,257 0-1229</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23:14.305"/>
    </inkml:context>
    <inkml:brush xml:id="br0">
      <inkml:brushProperty name="width" value="0.05" units="cm"/>
      <inkml:brushProperty name="height" value="0.05" units="cm"/>
    </inkml:brush>
  </inkml:definitions>
  <inkml:trace contextRef="#ctx0" brushRef="#br0">0 1 24575,'0'5'0,"0"12"0,0 8 0,0 11 0,0 8 0,0 3 0,0-1 0,0-5 0,0-3 0,0-3 0,0 3 0,0-5-8191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1T10:23:16.125"/>
    </inkml:context>
    <inkml:brush xml:id="br0">
      <inkml:brushProperty name="width" value="0.05" units="cm"/>
      <inkml:brushProperty name="height" value="0.05" units="cm"/>
    </inkml:brush>
  </inkml:definitions>
  <inkml:trace contextRef="#ctx0" brushRef="#br0">1 29 24575,'6'1'0,"1"0"0,-1 0 0,0 0 0,0 1 0,1 0 0,-1 0 0,0 0 0,-1 1 0,9 4 0,52 38 0,-29-19 0,207 163 0,-152-112 0,-91-76 0,0 0 0,1 0 0,-1 1 0,0-1 0,0 0 0,1 0 0,-1-1 0,1 1 0,-1 0 0,1 0 0,-1-1 0,1 1 0,0-1 0,-1 1 0,1-1 0,-1 0 0,1 0 0,0 0 0,-1 1 0,4-2 0,-4 0 0,0 0 0,0 0 0,0 0 0,0 0 0,0 0 0,-1 0 0,1 0 0,0 0 0,0-1 0,-1 1 0,1 0 0,-1-1 0,1 1 0,-1 0 0,0-1 0,1 1 0,-1-1 0,0 1 0,0 0 0,0-1 0,0 1 0,-1-3 0,3-50-273,1-1 0,3 1 0,2 1 0,18-61 0,-13 74-6553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8:27.845"/>
    </inkml:context>
    <inkml:brush xml:id="br0">
      <inkml:brushProperty name="width" value="0.035" units="cm"/>
      <inkml:brushProperty name="height" value="0.035" units="cm"/>
    </inkml:brush>
  </inkml:definitions>
  <inkml:trace contextRef="#ctx0" brushRef="#br0">3155 0 24575,'-5'2'0,"-1"-1"0,1 1 0,0-1 0,0 1 0,1 1 0,-1-1 0,0 1 0,1 0 0,0 0 0,-7 6 0,-7 4 0,-49 27 0,-121 54 0,153-80 0,-1-1 0,0-2 0,-1-2 0,0-1 0,-60 4 0,54-7 0,1 1 0,0 2 0,0 1 0,-44 18 0,-156 72 0,196-80 0,-94 23 0,40-14 0,22-8 0,-1-4 0,-117 10 0,-49 9 0,217-28 0,0 2 0,1 0 0,-34 18 0,37-15 0,0-2 0,-1 0 0,0-2 0,-32 7 0,2-9 0,-104-2 0,-23 3 0,-101 39 0,264-42-170,1 1-1,-1 1 0,1 0 1,0 2-1,1 0 0,0 1 1,-27 18-1,28-18-6655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8:29.347"/>
    </inkml:context>
    <inkml:brush xml:id="br0">
      <inkml:brushProperty name="width" value="0.035" units="cm"/>
      <inkml:brushProperty name="height" value="0.035" units="cm"/>
    </inkml:brush>
  </inkml:definitions>
  <inkml:trace contextRef="#ctx0" brushRef="#br0">286 1 24575,'-6'0'0,"0"1"0,0 0 0,-1 1 0,1 0 0,0 0 0,0 0 0,1 1 0,-1-1 0,0 1 0,1 1 0,0-1 0,0 1 0,0 0 0,0 0 0,-8 9 0,-5 7 0,0 1 0,-17 29 0,33-48 0,-24 39 0,1 1 0,-34 79 0,58-119 0,0-1 0,1 1 0,-1-1 0,1 1 0,-1-1 0,1 1 0,0 0 0,0-1 0,0 1 0,0-1 0,0 1 0,0 0 0,0-1 0,0 1 0,1 0 0,-1-1 0,1 1 0,-1-1 0,1 1 0,0-1 0,0 3 0,1-2 0,0 0 0,0 0 0,0 0 0,0 0 0,0-1 0,0 1 0,1 0 0,-1-1 0,0 0 0,1 1 0,3 0 0,7 2 0,1 0 0,-1-1 0,0-1 0,15 1 0,-24-2 0,79 4 26,92-7 0,-55-1-1443,-85 3-5409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8:32.942"/>
    </inkml:context>
    <inkml:brush xml:id="br0">
      <inkml:brushProperty name="width" value="0.035" units="cm"/>
      <inkml:brushProperty name="height" value="0.035" units="cm"/>
    </inkml:brush>
  </inkml:definitions>
  <inkml:trace contextRef="#ctx0" brushRef="#br0">2134 1 24575,'-1'12'0,"-1"1"0,0 0 0,-1 0 0,0-1 0,-7 17 0,-6 25 0,-7 90 0,-3 12 0,21-135 0,-1 0 0,-1 0 0,-1-1 0,-1 0 0,-14 25 0,-45 58 0,-20 33 0,73-111 0,2 2 0,0-1 0,-12 42 0,25-66 0,-17 59 0,-2-1 0,-3 0 0,-47 88 0,-10-26 0,-133 157 0,114-155 0,51-64 0,-108 134 0,51-54 0,25-29 0,-18-6 0,65-65 0,-2-1 0,-1-2 0,-68 54 0,-201 117 0,137-88-11,104-72-1343,32-24-5472</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8:34.365"/>
    </inkml:context>
    <inkml:brush xml:id="br0">
      <inkml:brushProperty name="width" value="0.035" units="cm"/>
      <inkml:brushProperty name="height" value="0.035" units="cm"/>
    </inkml:brush>
  </inkml:definitions>
  <inkml:trace contextRef="#ctx0" brushRef="#br0">1 1 24575,'0'597'0,"-1"-578"0,2 34 0,-1-50 0,0 0 0,1 0 0,-1 0 0,1 0 0,-1-1 0,1 1 0,0 0 0,0-1 0,1 1 0,-1 0 0,0-1 0,1 0 0,0 1 0,2 2 0,-4-5 0,1 1 0,0-1 0,-1 1 0,1-1 0,0 0 0,-1 1 0,1-1 0,0 0 0,-1 0 0,1 0 0,0 0 0,-1 0 0,1 1 0,0-1 0,0 0 0,-1-1 0,1 1 0,0 0 0,0 0 0,-1 0 0,1 0 0,0 0 0,-1-1 0,1 1 0,0 0 0,-1-1 0,1 1 0,-1 0 0,1-1 0,0 1 0,-1-1 0,1 1 0,-1-1 0,1 1 0,-1-1 0,1-1 0,18-25 0,-15 21 0,20-34 0,29-66 0,-43 88 0,2 0 0,-1 0 0,2 1 0,1 1 0,0 0 0,1 1 0,0 0 0,1 1 0,1 1 0,21-13 0,-27 20-151,1-1-1,0 2 0,0 0 0,0 0 1,0 1-1,1 0 0,0 2 1,25-4-1,-10 4-6674</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00.360"/>
    </inkml:context>
    <inkml:brush xml:id="br0">
      <inkml:brushProperty name="width" value="0.035" units="cm"/>
      <inkml:brushProperty name="height" value="0.035" units="cm"/>
    </inkml:brush>
  </inkml:definitions>
  <inkml:trace contextRef="#ctx0" brushRef="#br0">59 850 24575,'-2'0'0,"0"1"0,0-1 0,-1 0 0,1-1 0,0 1 0,-1 0 0,1-1 0,0 1 0,0-1 0,0 0 0,-1 0 0,1 0 0,0 0 0,0 0 0,0 0 0,0 0 0,1-1 0,-1 1 0,0-1 0,0 1 0,1-1 0,-1 0 0,1 1 0,0-1 0,-1 0 0,1 0 0,0 0 0,0 0 0,0 0 0,0-1 0,1 1 0,-1 0 0,1 0 0,-1 0 0,1-1 0,0 1 0,-1 0 0,1-1 0,1 1 0,-1 0 0,0 0 0,0-1 0,1 1 0,-1 0 0,1 0 0,0-1 0,0 1 0,0 0 0,0 0 0,0 0 0,0 0 0,0 0 0,1 0 0,-1 1 0,1-1 0,-1 0 0,4-2 0,7-6 0,1-1 0,0 2 0,18-11 0,25-18 0,-29 18 0,2 0 0,0 3 0,1 0 0,0 2 0,38-13 0,169-47 0,-197 64 0,426-99 7,-204 52-106,-115 23-380,698-133-6103,-671 150 10158,196 4 1,531 16-3577,-539-3 0,-105-13 0,-59 1 0,725 8 0,-513 7 0,13-20 0,137 4 0,-377 16 0,1675-2-1365,-1813 0-5461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01.309"/>
    </inkml:context>
    <inkml:brush xml:id="br0">
      <inkml:brushProperty name="width" value="0.035" units="cm"/>
      <inkml:brushProperty name="height" value="0.035" units="cm"/>
    </inkml:brush>
  </inkml:definitions>
  <inkml:trace contextRef="#ctx0" brushRef="#br0">1 1 24575,'9'1'0,"1"0"0,-1 1 0,0 0 0,0 1 0,0 0 0,14 6 0,17 6 0,45 3 0,-62-15 0,-1 1 0,0 2 0,38 13 0,20 11 0,-85-27 0,-1 0 0,0 0 0,0-1 0,-12 4 0,14-5 0,-90 25-3,71-22-192,0 2 1,0 0-1,1 2 1,0 0-1,0 2 1,-20 11-1,18-2-6631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04.679"/>
    </inkml:context>
    <inkml:brush xml:id="br0">
      <inkml:brushProperty name="width" value="0.035" units="cm"/>
      <inkml:brushProperty name="height" value="0.035" units="cm"/>
    </inkml:brush>
  </inkml:definitions>
  <inkml:trace contextRef="#ctx0" brushRef="#br0">1 1334 24575,'0'-2'0,"0"1"0,1 0 0,-1-1 0,0 1 0,1 0 0,-1 0 0,1-1 0,-1 1 0,1 0 0,0 0 0,-1 0 0,1 0 0,0 0 0,0 0 0,0 0 0,0 0 0,0 0 0,0 0 0,0 0 0,0 0 0,0 1 0,0-1 0,2 0 0,33-12 0,-26 9 0,141-44 0,68-24 0,-126 40 0,146-29 0,99 3 0,-7 1 0,95-45-448,-22 5 271,-268 70 187,140-9 0,-86 25 7,-55 5 226,185-34 1,-232 25-188,131-5-1,90 16-74,-211 4 28,1746 0-7955,-614 1 5832,-166 1 4193,0-2 5015,-1032-2-6863,0-1 0,0-2 0,50-14 0,42-7-268,-18 9 37,137-42 0,42-6 0,-199 47 0,-46 7 0,76-30 0,7-2 0,222-70 0,-123 38 0,-128 46 0,1 4 0,1 4 0,108-9 0,192 25 0,-208 8 0,-115-5 0,-31 1 0,76 6 0,-108-3 0,0 0 0,1 1 0,19 9 0,11 3 0,95 31 0,-92-29 0,-1-2 0,2-2 0,74 12 0,-43-21-1365,-48-4-5461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05.611"/>
    </inkml:context>
    <inkml:brush xml:id="br0">
      <inkml:brushProperty name="width" value="0.035" units="cm"/>
      <inkml:brushProperty name="height" value="0.035" units="cm"/>
    </inkml:brush>
  </inkml:definitions>
  <inkml:trace contextRef="#ctx0" brushRef="#br0">156 1 24575,'12'0'0,"1"1"0,0 0 0,-1 1 0,1 0 0,-1 1 0,0 1 0,0 0 0,17 8 0,-26-11 0,-1 0 0,1 1 0,0-1 0,-1 1 0,0-1 0,1 1 0,-1 0 0,0 0 0,0 0 0,0 0 0,0 1 0,0-1 0,-1 0 0,1 1 0,-1-1 0,1 1 0,-1 0 0,0-1 0,0 1 0,0 0 0,0 0 0,-1-1 0,1 1 0,-1 0 0,0 0 0,0 0 0,0 0 0,0 0 0,0 0 0,0 0 0,-1 0 0,0-1 0,1 1 0,-1 0 0,0 0 0,0-1 0,-1 1 0,1 0 0,-1-1 0,1 1 0,-4 3 0,-7 9 0,0-1 0,0-1 0,-2 0 0,1-1 0,-2 0 0,1-1 0,-28 14 0,14-8-341,-2-1 0,0-1-1,-37 12 1,46-21-6485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16.210"/>
    </inkml:context>
    <inkml:brush xml:id="br0">
      <inkml:brushProperty name="width" value="0.035" units="cm"/>
      <inkml:brushProperty name="height" value="0.035" units="cm"/>
    </inkml:brush>
  </inkml:definitions>
  <inkml:trace contextRef="#ctx0" brushRef="#br0">0 877 24575,'149'2'0,"165"-5"0,-8-40 0,-82 7 0,72-15 0,-9 0 0,288 20-237,-144 14-237,13-26 474,174-10 0,-301 41 0,198-12 0,-224-13 0,-20 1 0,281 11 0,4 26-3,-276 2 0,4229 0-7574,-2611-4 8236,-1738-4-1181,220-27 7465,-284 22-6828,595-5 962,-437 17-1055,1735-2-22,-1747-14 0,-66 1 0,177-21 0,-207 11 0,100-10 0,-22 24 0,72-6 0,66 6 0,-86 6 0,-135-11 0,38-2 0,603 18 0,-733-5 0,0-2 0,-1-2 0,0-2 0,0-2 0,70-26 0,-75 24 0,0 2 0,1 1 0,1 3 0,-1 1 0,90 1 0,-108 4 24,-1-2 1,0-1-1,0-1 0,30-11 0,43-7-1510,-64 18-5340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5:53:17.240"/>
    </inkml:context>
    <inkml:brush xml:id="br0">
      <inkml:brushProperty name="width" value="0.035" units="cm"/>
      <inkml:brushProperty name="height" value="0.035" units="cm"/>
    </inkml:brush>
  </inkml:definitions>
  <inkml:trace contextRef="#ctx0" brushRef="#br0">136 2 24575,'96'-2'0,"103"5"0,-195-3 0,-1 0 0,0 0 0,0 0 0,0 1 0,0 0 0,0 0 0,0 0 0,0 0 0,0 0 0,0 0 0,0 1 0,0-1 0,0 1 0,-1 0 0,1 0 0,-1 0 0,0 0 0,5 5 0,-5-2 0,1-1 0,-1 1 0,0-1 0,-1 1 0,1 0 0,-1 0 0,0-1 0,0 1 0,0 0 0,-1 0 0,0 8 0,1 4 0,-1 1 0,-1-1 0,0 0 0,-2 1 0,-4 20 0,4-31 0,1 0 0,-1 0 0,0 0 0,-1-1 0,1 1 0,-1-1 0,-1 0 0,1 0 0,-1 0 0,0-1 0,0 1 0,-1-1 0,0 0 0,1-1 0,-8 5 0,-256 129 23,152-83-1411,85-40-5438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06:56.981"/>
    </inkml:context>
    <inkml:brush xml:id="br0">
      <inkml:brushProperty name="width" value="0.035" units="cm"/>
      <inkml:brushProperty name="height" value="0.035" units="cm"/>
    </inkml:brush>
  </inkml:definitions>
  <inkml:trace contextRef="#ctx0" brushRef="#br0">0 1 24575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13:40.756"/>
    </inkml:context>
    <inkml:brush xml:id="br0">
      <inkml:brushProperty name="width" value="0.035" units="cm"/>
      <inkml:brushProperty name="height" value="0.035" units="cm"/>
    </inkml:brush>
  </inkml:definitions>
  <inkml:trace contextRef="#ctx0" brushRef="#br0">0 0 24575,'103'1'0,"-1"3"0,168 31 0,-178-16 0,1-4 0,129 4 0,-143-20 0,73 3 0,-131 0 0,-1 0 0,1 2 0,-1 0 0,0 1 0,22 9 0,136 50 0,32 13 0,-173-61 0,2-2 0,0-1 0,71 12 0,-64-16-75,85 10-1215,-100-17-5536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2T16:13:42.070"/>
    </inkml:context>
    <inkml:brush xml:id="br0">
      <inkml:brushProperty name="width" value="0.035" units="cm"/>
      <inkml:brushProperty name="height" value="0.035" units="cm"/>
    </inkml:brush>
  </inkml:definitions>
  <inkml:trace contextRef="#ctx0" brushRef="#br0">1 1 24575,'8'1'0,"0"1"0,0 0 0,0 1 0,0 0 0,0 0 0,-1 1 0,1-1 0,-1 2 0,12 8 0,14 7 0,34 16 0,0 3 0,104 82 0,-91-61 0,-47-36 0,47 43 0,-39-38 0,-36-26 0,0 0 0,0 0 0,0 1 0,0-1 0,0 1 0,-1 0 0,1 1 0,6 8 0,-10-12 0,-1 0 0,0-1 0,0 1 0,1 0 0,-1-1 0,0 1 0,0 0 0,0-1 0,0 1 0,0 0 0,1 0 0,-2-1 0,1 1 0,0 0 0,0-1 0,0 1 0,0 0 0,0 0 0,0-1 0,-1 1 0,1 0 0,0-1 0,-1 1 0,1 0 0,0-1 0,-1 1 0,1-1 0,-1 1 0,1-1 0,-1 1 0,1-1 0,-1 1 0,1-1 0,-1 1 0,0-1 0,1 0 0,-1 1 0,0-1 0,1 0 0,-1 0 0,0 1 0,1-1 0,-1 0 0,-1 0 0,-34 8 0,34-7 0,-238 15 0,141-5-682,-121-4-1,186-7-6143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715D2-111E-4837-A29E-82C21CE05533}" type="datetimeFigureOut">
              <a:rPr lang="en-ZA" smtClean="0"/>
              <a:t>2026/06/04</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69821B-75CF-45AA-810F-1927B4A7F487}" type="slidenum">
              <a:rPr lang="en-ZA" smtClean="0"/>
              <a:t>‹#›</a:t>
            </a:fld>
            <a:endParaRPr lang="en-ZA"/>
          </a:p>
        </p:txBody>
      </p:sp>
    </p:spTree>
    <p:extLst>
      <p:ext uri="{BB962C8B-B14F-4D97-AF65-F5344CB8AC3E}">
        <p14:creationId xmlns:p14="http://schemas.microsoft.com/office/powerpoint/2010/main" val="310318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These are the 3 most common types of transactions that we going to focus on for MVP= route is created &gt; I approve&gt; it gets sent to transporter &gt; transaction begins . . . The next slides will give a breakdown/ flow  of how things link up  </a:t>
            </a:r>
          </a:p>
        </p:txBody>
      </p:sp>
      <p:sp>
        <p:nvSpPr>
          <p:cNvPr id="4" name="Slide Number Placeholder 3"/>
          <p:cNvSpPr>
            <a:spLocks noGrp="1"/>
          </p:cNvSpPr>
          <p:nvPr>
            <p:ph type="sldNum" sz="quarter" idx="5"/>
          </p:nvPr>
        </p:nvSpPr>
        <p:spPr/>
        <p:txBody>
          <a:bodyPr/>
          <a:lstStyle/>
          <a:p>
            <a:fld id="{A469821B-75CF-45AA-810F-1927B4A7F487}" type="slidenum">
              <a:rPr lang="en-ZA" smtClean="0"/>
              <a:t>1</a:t>
            </a:fld>
            <a:endParaRPr lang="en-ZA"/>
          </a:p>
        </p:txBody>
      </p:sp>
    </p:spTree>
    <p:extLst>
      <p:ext uri="{BB962C8B-B14F-4D97-AF65-F5344CB8AC3E}">
        <p14:creationId xmlns:p14="http://schemas.microsoft.com/office/powerpoint/2010/main" val="4167165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469821B-75CF-45AA-810F-1927B4A7F487}" type="slidenum">
              <a:rPr lang="en-ZA" smtClean="0"/>
              <a:t>2</a:t>
            </a:fld>
            <a:endParaRPr lang="en-ZA"/>
          </a:p>
        </p:txBody>
      </p:sp>
    </p:spTree>
    <p:extLst>
      <p:ext uri="{BB962C8B-B14F-4D97-AF65-F5344CB8AC3E}">
        <p14:creationId xmlns:p14="http://schemas.microsoft.com/office/powerpoint/2010/main" val="1045205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main overview should be shortcuts to the most important things, for a MINE/SUPPLIER. </a:t>
            </a:r>
            <a:r>
              <a:rPr lang="en-ZA" dirty="0">
                <a:solidFill>
                  <a:srgbClr val="FF0000"/>
                </a:solidFill>
                <a:highlight>
                  <a:srgbClr val="FFFF00"/>
                </a:highlight>
              </a:rPr>
              <a:t>Stockpile levels and tons out are the major metrics that need to be big on top</a:t>
            </a:r>
            <a:r>
              <a:rPr lang="en-ZA" dirty="0"/>
              <a:t>. Then after a tab to see a snap of how  much the different buyers are loading. Thereafter a tab to see incoming trucks and truck locations – next slide will show what happens when you click on the tons out tab</a:t>
            </a:r>
          </a:p>
        </p:txBody>
      </p:sp>
      <p:sp>
        <p:nvSpPr>
          <p:cNvPr id="4" name="Slide Number Placeholder 3"/>
          <p:cNvSpPr>
            <a:spLocks noGrp="1"/>
          </p:cNvSpPr>
          <p:nvPr>
            <p:ph type="sldNum" sz="quarter" idx="5"/>
          </p:nvPr>
        </p:nvSpPr>
        <p:spPr/>
        <p:txBody>
          <a:bodyPr/>
          <a:lstStyle/>
          <a:p>
            <a:fld id="{A469821B-75CF-45AA-810F-1927B4A7F487}" type="slidenum">
              <a:rPr lang="en-ZA" smtClean="0"/>
              <a:t>5</a:t>
            </a:fld>
            <a:endParaRPr lang="en-ZA"/>
          </a:p>
        </p:txBody>
      </p:sp>
    </p:spTree>
    <p:extLst>
      <p:ext uri="{BB962C8B-B14F-4D97-AF65-F5344CB8AC3E}">
        <p14:creationId xmlns:p14="http://schemas.microsoft.com/office/powerpoint/2010/main" val="4115012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 the tons out tab , its basically recons for the mine – here the mine will see all the tons that left the mine, they can then filter by different buyer, and daily weekly monthly yearly. </a:t>
            </a:r>
            <a:br>
              <a:rPr lang="en-ZA" dirty="0"/>
            </a:br>
            <a:r>
              <a:rPr lang="en-ZA" dirty="0"/>
              <a:t>As soon as truck is loaded and controller completes the </a:t>
            </a:r>
            <a:r>
              <a:rPr lang="en-ZA" dirty="0" err="1"/>
              <a:t>wayslip</a:t>
            </a:r>
            <a:r>
              <a:rPr lang="en-ZA" dirty="0"/>
              <a:t> the tons are added live to this metric</a:t>
            </a:r>
          </a:p>
        </p:txBody>
      </p:sp>
      <p:sp>
        <p:nvSpPr>
          <p:cNvPr id="4" name="Slide Number Placeholder 3"/>
          <p:cNvSpPr>
            <a:spLocks noGrp="1"/>
          </p:cNvSpPr>
          <p:nvPr>
            <p:ph type="sldNum" sz="quarter" idx="5"/>
          </p:nvPr>
        </p:nvSpPr>
        <p:spPr/>
        <p:txBody>
          <a:bodyPr/>
          <a:lstStyle/>
          <a:p>
            <a:fld id="{A469821B-75CF-45AA-810F-1927B4A7F487}" type="slidenum">
              <a:rPr lang="en-ZA" smtClean="0"/>
              <a:t>6</a:t>
            </a:fld>
            <a:endParaRPr lang="en-ZA"/>
          </a:p>
        </p:txBody>
      </p:sp>
    </p:spTree>
    <p:extLst>
      <p:ext uri="{BB962C8B-B14F-4D97-AF65-F5344CB8AC3E}">
        <p14:creationId xmlns:p14="http://schemas.microsoft.com/office/powerpoint/2010/main" val="2066586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where the mine will be able to view how much tons they have on stockpile – this will be  a manual process where a admin person types in how many tons were added to a certain stockpile. Upload results and pictures is for the future not for MVP– so the admin will click on add tons , (lets say the mine mined 2000 tons that day , the admin will manually add the tons there via the add tons button, -- when trucks are loaded it will be auto subtracted from the stockpile tonnages. </a:t>
            </a:r>
          </a:p>
        </p:txBody>
      </p:sp>
      <p:sp>
        <p:nvSpPr>
          <p:cNvPr id="4" name="Slide Number Placeholder 3"/>
          <p:cNvSpPr>
            <a:spLocks noGrp="1"/>
          </p:cNvSpPr>
          <p:nvPr>
            <p:ph type="sldNum" sz="quarter" idx="5"/>
          </p:nvPr>
        </p:nvSpPr>
        <p:spPr/>
        <p:txBody>
          <a:bodyPr/>
          <a:lstStyle/>
          <a:p>
            <a:fld id="{A469821B-75CF-45AA-810F-1927B4A7F487}" type="slidenum">
              <a:rPr lang="en-ZA" smtClean="0"/>
              <a:t>7</a:t>
            </a:fld>
            <a:endParaRPr lang="en-ZA"/>
          </a:p>
        </p:txBody>
      </p:sp>
    </p:spTree>
    <p:extLst>
      <p:ext uri="{BB962C8B-B14F-4D97-AF65-F5344CB8AC3E}">
        <p14:creationId xmlns:p14="http://schemas.microsoft.com/office/powerpoint/2010/main" val="3430347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where the mine will see the buyers in detail , the main purpose of this is to download excel spreadsheets of recons and also generate an invoice for tons loaded out for the buyer. For invoice the company will have to give us a template of there invoice , then when they click on generate invoice they should be able to edit it before downloading and sending it out.  </a:t>
            </a:r>
          </a:p>
        </p:txBody>
      </p:sp>
      <p:sp>
        <p:nvSpPr>
          <p:cNvPr id="4" name="Slide Number Placeholder 3"/>
          <p:cNvSpPr>
            <a:spLocks noGrp="1"/>
          </p:cNvSpPr>
          <p:nvPr>
            <p:ph type="sldNum" sz="quarter" idx="5"/>
          </p:nvPr>
        </p:nvSpPr>
        <p:spPr/>
        <p:txBody>
          <a:bodyPr/>
          <a:lstStyle/>
          <a:p>
            <a:fld id="{A469821B-75CF-45AA-810F-1927B4A7F487}" type="slidenum">
              <a:rPr lang="en-ZA" smtClean="0"/>
              <a:t>8</a:t>
            </a:fld>
            <a:endParaRPr lang="en-ZA"/>
          </a:p>
        </p:txBody>
      </p:sp>
    </p:spTree>
    <p:extLst>
      <p:ext uri="{BB962C8B-B14F-4D97-AF65-F5344CB8AC3E}">
        <p14:creationId xmlns:p14="http://schemas.microsoft.com/office/powerpoint/2010/main" val="4199849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loading activity the basic here is for the mine to see how many trucks are on site then to see etas of other trucks as well as live truck locations. For </a:t>
            </a:r>
            <a:r>
              <a:rPr lang="en-ZA" dirty="0" err="1"/>
              <a:t>mvp</a:t>
            </a:r>
            <a:r>
              <a:rPr lang="en-ZA" dirty="0"/>
              <a:t> the most important thing is just to get the truck location and how far it is from the mine and then also to see how many trucks are scheduled to load that day , idk how well the drivers phone location will react to this, but as soon as we partner with tracking companies we will have much more info to display here – all of these tabs should be clickable then it just expands into a list view, for view location it will open the a new screen and display the location of trucks that are on the way to the mine, it shouldn’t show the trucks that are done loading.  </a:t>
            </a:r>
          </a:p>
        </p:txBody>
      </p:sp>
      <p:sp>
        <p:nvSpPr>
          <p:cNvPr id="4" name="Slide Number Placeholder 3"/>
          <p:cNvSpPr>
            <a:spLocks noGrp="1"/>
          </p:cNvSpPr>
          <p:nvPr>
            <p:ph type="sldNum" sz="quarter" idx="5"/>
          </p:nvPr>
        </p:nvSpPr>
        <p:spPr/>
        <p:txBody>
          <a:bodyPr/>
          <a:lstStyle/>
          <a:p>
            <a:fld id="{A469821B-75CF-45AA-810F-1927B4A7F487}" type="slidenum">
              <a:rPr lang="en-ZA" smtClean="0"/>
              <a:t>9</a:t>
            </a:fld>
            <a:endParaRPr lang="en-ZA"/>
          </a:p>
        </p:txBody>
      </p:sp>
    </p:spTree>
    <p:extLst>
      <p:ext uri="{BB962C8B-B14F-4D97-AF65-F5344CB8AC3E}">
        <p14:creationId xmlns:p14="http://schemas.microsoft.com/office/powerpoint/2010/main" val="2299024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the screen for if they click on view location. If they click on a certain truck it should highlight the truck on the map </a:t>
            </a:r>
          </a:p>
        </p:txBody>
      </p:sp>
      <p:sp>
        <p:nvSpPr>
          <p:cNvPr id="4" name="Slide Number Placeholder 3"/>
          <p:cNvSpPr>
            <a:spLocks noGrp="1"/>
          </p:cNvSpPr>
          <p:nvPr>
            <p:ph type="sldNum" sz="quarter" idx="5"/>
          </p:nvPr>
        </p:nvSpPr>
        <p:spPr/>
        <p:txBody>
          <a:bodyPr/>
          <a:lstStyle/>
          <a:p>
            <a:fld id="{A469821B-75CF-45AA-810F-1927B4A7F487}" type="slidenum">
              <a:rPr lang="en-ZA" smtClean="0"/>
              <a:t>10</a:t>
            </a:fld>
            <a:endParaRPr lang="en-ZA"/>
          </a:p>
        </p:txBody>
      </p:sp>
    </p:spTree>
    <p:extLst>
      <p:ext uri="{BB962C8B-B14F-4D97-AF65-F5344CB8AC3E}">
        <p14:creationId xmlns:p14="http://schemas.microsoft.com/office/powerpoint/2010/main" val="3857054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469821B-75CF-45AA-810F-1927B4A7F487}" type="slidenum">
              <a:rPr lang="en-ZA" smtClean="0"/>
              <a:t>11</a:t>
            </a:fld>
            <a:endParaRPr lang="en-ZA"/>
          </a:p>
        </p:txBody>
      </p:sp>
    </p:spTree>
    <p:extLst>
      <p:ext uri="{BB962C8B-B14F-4D97-AF65-F5344CB8AC3E}">
        <p14:creationId xmlns:p14="http://schemas.microsoft.com/office/powerpoint/2010/main" val="239262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for the admin when she clicks on employees.  She can add </a:t>
            </a:r>
            <a:r>
              <a:rPr lang="en-ZA" dirty="0" err="1"/>
              <a:t>empoyees</a:t>
            </a:r>
            <a:r>
              <a:rPr lang="en-ZA" dirty="0"/>
              <a:t> via the add new button – populate the add user screen = so for adding a user the email is not necessary(because I doubt all these guys will have emails lol ), she should be able to add using only cell/</a:t>
            </a:r>
            <a:r>
              <a:rPr lang="en-ZA" dirty="0" err="1"/>
              <a:t>whatsapp</a:t>
            </a:r>
            <a:r>
              <a:rPr lang="en-ZA" dirty="0"/>
              <a:t> number. The employee will sign in with that number. Not email. She can create a password and give it to them they can then change the password when they sign in.  </a:t>
            </a:r>
          </a:p>
        </p:txBody>
      </p:sp>
      <p:sp>
        <p:nvSpPr>
          <p:cNvPr id="4" name="Slide Number Placeholder 3"/>
          <p:cNvSpPr>
            <a:spLocks noGrp="1"/>
          </p:cNvSpPr>
          <p:nvPr>
            <p:ph type="sldNum" sz="quarter" idx="5"/>
          </p:nvPr>
        </p:nvSpPr>
        <p:spPr/>
        <p:txBody>
          <a:bodyPr/>
          <a:lstStyle/>
          <a:p>
            <a:fld id="{A469821B-75CF-45AA-810F-1927B4A7F487}" type="slidenum">
              <a:rPr lang="en-ZA" smtClean="0"/>
              <a:t>12</a:t>
            </a:fld>
            <a:endParaRPr lang="en-ZA"/>
          </a:p>
        </p:txBody>
      </p:sp>
    </p:spTree>
    <p:extLst>
      <p:ext uri="{BB962C8B-B14F-4D97-AF65-F5344CB8AC3E}">
        <p14:creationId xmlns:p14="http://schemas.microsoft.com/office/powerpoint/2010/main" val="2874443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Top management will have more features when we go onto later phases like access to marketplace where the rest can not access that. </a:t>
            </a:r>
          </a:p>
          <a:p>
            <a:r>
              <a:rPr lang="en-ZA" dirty="0"/>
              <a:t>Now I will focus on the screens for </a:t>
            </a:r>
            <a:r>
              <a:rPr lang="en-ZA" dirty="0" err="1"/>
              <a:t>forvisor</a:t>
            </a:r>
            <a:r>
              <a:rPr lang="en-ZA" dirty="0"/>
              <a:t>, controller and security  </a:t>
            </a:r>
          </a:p>
        </p:txBody>
      </p:sp>
      <p:sp>
        <p:nvSpPr>
          <p:cNvPr id="4" name="Slide Number Placeholder 3"/>
          <p:cNvSpPr>
            <a:spLocks noGrp="1"/>
          </p:cNvSpPr>
          <p:nvPr>
            <p:ph type="sldNum" sz="quarter" idx="5"/>
          </p:nvPr>
        </p:nvSpPr>
        <p:spPr/>
        <p:txBody>
          <a:bodyPr/>
          <a:lstStyle/>
          <a:p>
            <a:fld id="{A469821B-75CF-45AA-810F-1927B4A7F487}" type="slidenum">
              <a:rPr lang="en-ZA" smtClean="0"/>
              <a:t>13</a:t>
            </a:fld>
            <a:endParaRPr lang="en-ZA"/>
          </a:p>
        </p:txBody>
      </p:sp>
    </p:spTree>
    <p:extLst>
      <p:ext uri="{BB962C8B-B14F-4D97-AF65-F5344CB8AC3E}">
        <p14:creationId xmlns:p14="http://schemas.microsoft.com/office/powerpoint/2010/main" val="2554258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Forman and supervisor screen – should be minimal &gt; his main job is to monitor stockpile, add tons and upload pictures. But he can also load trucks and check trucks at gate. He will log in using his cell number and password. And then see such a screen ^ he can then add tons and upload pics. He can see tons out , but he cant click and go into it , its just a view only for him. He has full access to loading activity – should be able to see where the trucks are if the controller asks him , the controller will not have access to loading activity.  To load trucks he will click on the controller tab which will take him to the controller screen which will look like the next slide </a:t>
            </a:r>
          </a:p>
        </p:txBody>
      </p:sp>
      <p:sp>
        <p:nvSpPr>
          <p:cNvPr id="4" name="Slide Number Placeholder 3"/>
          <p:cNvSpPr>
            <a:spLocks noGrp="1"/>
          </p:cNvSpPr>
          <p:nvPr>
            <p:ph type="sldNum" sz="quarter" idx="5"/>
          </p:nvPr>
        </p:nvSpPr>
        <p:spPr/>
        <p:txBody>
          <a:bodyPr/>
          <a:lstStyle/>
          <a:p>
            <a:fld id="{A469821B-75CF-45AA-810F-1927B4A7F487}" type="slidenum">
              <a:rPr lang="en-ZA" smtClean="0"/>
              <a:t>14</a:t>
            </a:fld>
            <a:endParaRPr lang="en-ZA"/>
          </a:p>
        </p:txBody>
      </p:sp>
    </p:spTree>
    <p:extLst>
      <p:ext uri="{BB962C8B-B14F-4D97-AF65-F5344CB8AC3E}">
        <p14:creationId xmlns:p14="http://schemas.microsoft.com/office/powerpoint/2010/main" val="696649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Load controller- this is person is only entering tons , and then seal numbers they can take pictures and it will upload. They can click on the </a:t>
            </a:r>
            <a:r>
              <a:rPr lang="en-ZA" dirty="0" err="1"/>
              <a:t>wayslip</a:t>
            </a:r>
            <a:r>
              <a:rPr lang="en-ZA" dirty="0"/>
              <a:t> button and a pop up will appear showing the </a:t>
            </a:r>
            <a:r>
              <a:rPr lang="en-ZA" dirty="0" err="1"/>
              <a:t>wayslip</a:t>
            </a:r>
            <a:r>
              <a:rPr lang="en-ZA" dirty="0"/>
              <a:t> info </a:t>
            </a:r>
          </a:p>
        </p:txBody>
      </p:sp>
      <p:sp>
        <p:nvSpPr>
          <p:cNvPr id="4" name="Slide Number Placeholder 3"/>
          <p:cNvSpPr>
            <a:spLocks noGrp="1"/>
          </p:cNvSpPr>
          <p:nvPr>
            <p:ph type="sldNum" sz="quarter" idx="5"/>
          </p:nvPr>
        </p:nvSpPr>
        <p:spPr/>
        <p:txBody>
          <a:bodyPr/>
          <a:lstStyle/>
          <a:p>
            <a:fld id="{A469821B-75CF-45AA-810F-1927B4A7F487}" type="slidenum">
              <a:rPr lang="en-ZA" smtClean="0"/>
              <a:t>15</a:t>
            </a:fld>
            <a:endParaRPr lang="en-ZA"/>
          </a:p>
        </p:txBody>
      </p:sp>
    </p:spTree>
    <p:extLst>
      <p:ext uri="{BB962C8B-B14F-4D97-AF65-F5344CB8AC3E}">
        <p14:creationId xmlns:p14="http://schemas.microsoft.com/office/powerpoint/2010/main" val="1978288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Security – only search truck , mark arrived , mark loaded and left. If he clicks view truck list it will show a list of all trucks scheduled for the mine that day. </a:t>
            </a:r>
          </a:p>
        </p:txBody>
      </p:sp>
      <p:sp>
        <p:nvSpPr>
          <p:cNvPr id="4" name="Slide Number Placeholder 3"/>
          <p:cNvSpPr>
            <a:spLocks noGrp="1"/>
          </p:cNvSpPr>
          <p:nvPr>
            <p:ph type="sldNum" sz="quarter" idx="5"/>
          </p:nvPr>
        </p:nvSpPr>
        <p:spPr/>
        <p:txBody>
          <a:bodyPr/>
          <a:lstStyle/>
          <a:p>
            <a:fld id="{A469821B-75CF-45AA-810F-1927B4A7F487}" type="slidenum">
              <a:rPr lang="en-ZA" smtClean="0"/>
              <a:t>16</a:t>
            </a:fld>
            <a:endParaRPr lang="en-ZA"/>
          </a:p>
        </p:txBody>
      </p:sp>
    </p:spTree>
    <p:extLst>
      <p:ext uri="{BB962C8B-B14F-4D97-AF65-F5344CB8AC3E}">
        <p14:creationId xmlns:p14="http://schemas.microsoft.com/office/powerpoint/2010/main" val="4032499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Transporter overview – most important is routes , and tons delivered. </a:t>
            </a:r>
          </a:p>
        </p:txBody>
      </p:sp>
      <p:sp>
        <p:nvSpPr>
          <p:cNvPr id="4" name="Slide Number Placeholder 3"/>
          <p:cNvSpPr>
            <a:spLocks noGrp="1"/>
          </p:cNvSpPr>
          <p:nvPr>
            <p:ph type="sldNum" sz="quarter" idx="5"/>
          </p:nvPr>
        </p:nvSpPr>
        <p:spPr/>
        <p:txBody>
          <a:bodyPr/>
          <a:lstStyle/>
          <a:p>
            <a:fld id="{A469821B-75CF-45AA-810F-1927B4A7F487}" type="slidenum">
              <a:rPr lang="en-ZA" smtClean="0"/>
              <a:t>17</a:t>
            </a:fld>
            <a:endParaRPr lang="en-ZA"/>
          </a:p>
        </p:txBody>
      </p:sp>
    </p:spTree>
    <p:extLst>
      <p:ext uri="{BB962C8B-B14F-4D97-AF65-F5344CB8AC3E}">
        <p14:creationId xmlns:p14="http://schemas.microsoft.com/office/powerpoint/2010/main" val="218591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when the trans clicks on routes from overview. When he clicks on assign trucks a pop up of the fleet should appear where he can tick and untick trucks for that route. When truck is assigned to a route the driver of that truck will get a notification, where he can view loading point. </a:t>
            </a:r>
          </a:p>
        </p:txBody>
      </p:sp>
      <p:sp>
        <p:nvSpPr>
          <p:cNvPr id="4" name="Slide Number Placeholder 3"/>
          <p:cNvSpPr>
            <a:spLocks noGrp="1"/>
          </p:cNvSpPr>
          <p:nvPr>
            <p:ph type="sldNum" sz="quarter" idx="5"/>
          </p:nvPr>
        </p:nvSpPr>
        <p:spPr/>
        <p:txBody>
          <a:bodyPr/>
          <a:lstStyle/>
          <a:p>
            <a:fld id="{A469821B-75CF-45AA-810F-1927B4A7F487}" type="slidenum">
              <a:rPr lang="en-ZA" smtClean="0"/>
              <a:t>18</a:t>
            </a:fld>
            <a:endParaRPr lang="en-ZA"/>
          </a:p>
        </p:txBody>
      </p:sp>
    </p:spTree>
    <p:extLst>
      <p:ext uri="{BB962C8B-B14F-4D97-AF65-F5344CB8AC3E}">
        <p14:creationId xmlns:p14="http://schemas.microsoft.com/office/powerpoint/2010/main" val="3962116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From overview this is what happens when you click on active trips – it’s a full screen list view  of all the active trips – filter button &gt; by route or by loading or </a:t>
            </a:r>
            <a:r>
              <a:rPr lang="en-ZA" dirty="0" err="1"/>
              <a:t>ofloading</a:t>
            </a:r>
            <a:r>
              <a:rPr lang="en-ZA" dirty="0"/>
              <a:t>.  </a:t>
            </a:r>
          </a:p>
        </p:txBody>
      </p:sp>
      <p:sp>
        <p:nvSpPr>
          <p:cNvPr id="4" name="Slide Number Placeholder 3"/>
          <p:cNvSpPr>
            <a:spLocks noGrp="1"/>
          </p:cNvSpPr>
          <p:nvPr>
            <p:ph type="sldNum" sz="quarter" idx="5"/>
          </p:nvPr>
        </p:nvSpPr>
        <p:spPr/>
        <p:txBody>
          <a:bodyPr/>
          <a:lstStyle/>
          <a:p>
            <a:fld id="{A469821B-75CF-45AA-810F-1927B4A7F487}" type="slidenum">
              <a:rPr lang="en-ZA" smtClean="0"/>
              <a:t>19</a:t>
            </a:fld>
            <a:endParaRPr lang="en-ZA"/>
          </a:p>
        </p:txBody>
      </p:sp>
    </p:spTree>
    <p:extLst>
      <p:ext uri="{BB962C8B-B14F-4D97-AF65-F5344CB8AC3E}">
        <p14:creationId xmlns:p14="http://schemas.microsoft.com/office/powerpoint/2010/main" val="734736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When trans clicks on available routes from overview screen . This is where available routes will show , where transporters can choose to do a route. All the details in there will be entered by the person who posts the route, could be a buyer or a mine or contractor. </a:t>
            </a:r>
          </a:p>
        </p:txBody>
      </p:sp>
      <p:sp>
        <p:nvSpPr>
          <p:cNvPr id="4" name="Slide Number Placeholder 3"/>
          <p:cNvSpPr>
            <a:spLocks noGrp="1"/>
          </p:cNvSpPr>
          <p:nvPr>
            <p:ph type="sldNum" sz="quarter" idx="5"/>
          </p:nvPr>
        </p:nvSpPr>
        <p:spPr/>
        <p:txBody>
          <a:bodyPr/>
          <a:lstStyle/>
          <a:p>
            <a:fld id="{A469821B-75CF-45AA-810F-1927B4A7F487}" type="slidenum">
              <a:rPr lang="en-ZA" smtClean="0"/>
              <a:t>20</a:t>
            </a:fld>
            <a:endParaRPr lang="en-ZA"/>
          </a:p>
        </p:txBody>
      </p:sp>
    </p:spTree>
    <p:extLst>
      <p:ext uri="{BB962C8B-B14F-4D97-AF65-F5344CB8AC3E}">
        <p14:creationId xmlns:p14="http://schemas.microsoft.com/office/powerpoint/2010/main" val="1455791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 like this screen for fleet management. Fleet summary is good(just need { all vehicles , active, inactive and maintenance)   . And that should be a filter. If you click on active or inactive it shows those ones.  Then when it comes to the list we don’t need so many details. All the details will show when you click on the truck. Then also a tab inside to upload a pdf truck pack. This is kind of  sensitive thing when it comes to contracts, so we will work on this in more detail later.  But for now adding trucks is important.  I like the license disk expiry ! In later phases we will renew for them= additional  money </a:t>
            </a:r>
          </a:p>
        </p:txBody>
      </p:sp>
      <p:sp>
        <p:nvSpPr>
          <p:cNvPr id="4" name="Slide Number Placeholder 3"/>
          <p:cNvSpPr>
            <a:spLocks noGrp="1"/>
          </p:cNvSpPr>
          <p:nvPr>
            <p:ph type="sldNum" sz="quarter" idx="5"/>
          </p:nvPr>
        </p:nvSpPr>
        <p:spPr/>
        <p:txBody>
          <a:bodyPr/>
          <a:lstStyle/>
          <a:p>
            <a:fld id="{A469821B-75CF-45AA-810F-1927B4A7F487}" type="slidenum">
              <a:rPr lang="en-ZA" smtClean="0"/>
              <a:t>21</a:t>
            </a:fld>
            <a:endParaRPr lang="en-ZA"/>
          </a:p>
        </p:txBody>
      </p:sp>
    </p:spTree>
    <p:extLst>
      <p:ext uri="{BB962C8B-B14F-4D97-AF65-F5344CB8AC3E}">
        <p14:creationId xmlns:p14="http://schemas.microsoft.com/office/powerpoint/2010/main" val="1985974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 the side a list of all the trucks in the flee then a map on the side of that showing where all the transporters trucks are. Here also should be able to filter trucks in and out based of status(available, on trip , maintenance ) </a:t>
            </a:r>
          </a:p>
        </p:txBody>
      </p:sp>
      <p:sp>
        <p:nvSpPr>
          <p:cNvPr id="4" name="Slide Number Placeholder 3"/>
          <p:cNvSpPr>
            <a:spLocks noGrp="1"/>
          </p:cNvSpPr>
          <p:nvPr>
            <p:ph type="sldNum" sz="quarter" idx="5"/>
          </p:nvPr>
        </p:nvSpPr>
        <p:spPr/>
        <p:txBody>
          <a:bodyPr/>
          <a:lstStyle/>
          <a:p>
            <a:fld id="{A469821B-75CF-45AA-810F-1927B4A7F487}" type="slidenum">
              <a:rPr lang="en-ZA" smtClean="0"/>
              <a:t>22</a:t>
            </a:fld>
            <a:endParaRPr lang="en-ZA"/>
          </a:p>
        </p:txBody>
      </p:sp>
    </p:spTree>
    <p:extLst>
      <p:ext uri="{BB962C8B-B14F-4D97-AF65-F5344CB8AC3E}">
        <p14:creationId xmlns:p14="http://schemas.microsoft.com/office/powerpoint/2010/main" val="3656910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Drivers – this is where the trans will register the drivers, like mine employees the driver will just sign in with cell/</a:t>
            </a:r>
            <a:r>
              <a:rPr lang="en-ZA" dirty="0" err="1"/>
              <a:t>whatsapp</a:t>
            </a:r>
            <a:r>
              <a:rPr lang="en-ZA" dirty="0"/>
              <a:t> number no email needed for driver. All driver info will be here, the admin can change driver password if he forgets. Same principle like the slide for adding employees in mine portal-</a:t>
            </a:r>
          </a:p>
        </p:txBody>
      </p:sp>
      <p:sp>
        <p:nvSpPr>
          <p:cNvPr id="4" name="Slide Number Placeholder 3"/>
          <p:cNvSpPr>
            <a:spLocks noGrp="1"/>
          </p:cNvSpPr>
          <p:nvPr>
            <p:ph type="sldNum" sz="quarter" idx="5"/>
          </p:nvPr>
        </p:nvSpPr>
        <p:spPr/>
        <p:txBody>
          <a:bodyPr/>
          <a:lstStyle/>
          <a:p>
            <a:fld id="{A469821B-75CF-45AA-810F-1927B4A7F487}" type="slidenum">
              <a:rPr lang="en-ZA" smtClean="0"/>
              <a:t>23</a:t>
            </a:fld>
            <a:endParaRPr lang="en-ZA"/>
          </a:p>
        </p:txBody>
      </p:sp>
    </p:spTree>
    <p:extLst>
      <p:ext uri="{BB962C8B-B14F-4D97-AF65-F5344CB8AC3E}">
        <p14:creationId xmlns:p14="http://schemas.microsoft.com/office/powerpoint/2010/main" val="151074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After driver signs in, remember this is on his phone, So it needs to be minimal. he gets a notification that he has a route to do. He clicks on route then , it will show him loading point , he clicks on it for directions – it opens maps, directs him to loading point&gt; it can even be like when he clicks on directions to loading point it opens the location on google maps or </a:t>
            </a:r>
            <a:r>
              <a:rPr lang="en-ZA" dirty="0" err="1"/>
              <a:t>waze</a:t>
            </a:r>
            <a:r>
              <a:rPr lang="en-ZA" dirty="0"/>
              <a:t>. When he gets there he marks arrived and loading. Once he is done he clicks on directions to </a:t>
            </a:r>
            <a:r>
              <a:rPr lang="en-ZA" dirty="0" err="1"/>
              <a:t>ofloading</a:t>
            </a:r>
            <a:r>
              <a:rPr lang="en-ZA" dirty="0"/>
              <a:t> point, once he is done of loading , he can upload picture of POD (delivery slip) and manually enter tons offloaded. </a:t>
            </a:r>
          </a:p>
        </p:txBody>
      </p:sp>
      <p:sp>
        <p:nvSpPr>
          <p:cNvPr id="4" name="Slide Number Placeholder 3"/>
          <p:cNvSpPr>
            <a:spLocks noGrp="1"/>
          </p:cNvSpPr>
          <p:nvPr>
            <p:ph type="sldNum" sz="quarter" idx="5"/>
          </p:nvPr>
        </p:nvSpPr>
        <p:spPr/>
        <p:txBody>
          <a:bodyPr/>
          <a:lstStyle/>
          <a:p>
            <a:fld id="{A469821B-75CF-45AA-810F-1927B4A7F487}" type="slidenum">
              <a:rPr lang="en-ZA" smtClean="0"/>
              <a:t>24</a:t>
            </a:fld>
            <a:endParaRPr lang="en-ZA"/>
          </a:p>
        </p:txBody>
      </p:sp>
    </p:spTree>
    <p:extLst>
      <p:ext uri="{BB962C8B-B14F-4D97-AF65-F5344CB8AC3E}">
        <p14:creationId xmlns:p14="http://schemas.microsoft.com/office/powerpoint/2010/main" val="4186606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Buyer – he buying and organising transport for the product he buys. He needs to </a:t>
            </a:r>
            <a:r>
              <a:rPr lang="en-ZA" u="sng" dirty="0"/>
              <a:t>see the recons</a:t>
            </a:r>
            <a:r>
              <a:rPr lang="en-ZA" dirty="0"/>
              <a:t>. He needs to view the </a:t>
            </a:r>
            <a:r>
              <a:rPr lang="en-ZA" u="sng" dirty="0"/>
              <a:t>route progress</a:t>
            </a:r>
            <a:r>
              <a:rPr lang="en-ZA" u="none" dirty="0"/>
              <a:t>= see truck locations </a:t>
            </a:r>
            <a:r>
              <a:rPr lang="en-ZA" dirty="0"/>
              <a:t>. he can </a:t>
            </a:r>
            <a:r>
              <a:rPr lang="en-ZA" b="0" u="sng" dirty="0"/>
              <a:t>post routes </a:t>
            </a:r>
            <a:r>
              <a:rPr lang="en-ZA" dirty="0"/>
              <a:t>for transporters. So once the buyer buys from a mine a transaction is opened- in that transaction he will be able to enter </a:t>
            </a:r>
            <a:r>
              <a:rPr lang="en-ZA" u="sng" dirty="0"/>
              <a:t>waybill details</a:t>
            </a:r>
            <a:r>
              <a:rPr lang="en-ZA" dirty="0"/>
              <a:t>. </a:t>
            </a:r>
          </a:p>
        </p:txBody>
      </p:sp>
      <p:sp>
        <p:nvSpPr>
          <p:cNvPr id="4" name="Slide Number Placeholder 3"/>
          <p:cNvSpPr>
            <a:spLocks noGrp="1"/>
          </p:cNvSpPr>
          <p:nvPr>
            <p:ph type="sldNum" sz="quarter" idx="5"/>
          </p:nvPr>
        </p:nvSpPr>
        <p:spPr/>
        <p:txBody>
          <a:bodyPr/>
          <a:lstStyle/>
          <a:p>
            <a:fld id="{A469821B-75CF-45AA-810F-1927B4A7F487}" type="slidenum">
              <a:rPr lang="en-ZA" smtClean="0"/>
              <a:t>25</a:t>
            </a:fld>
            <a:endParaRPr lang="en-ZA"/>
          </a:p>
        </p:txBody>
      </p:sp>
    </p:spTree>
    <p:extLst>
      <p:ext uri="{BB962C8B-B14F-4D97-AF65-F5344CB8AC3E}">
        <p14:creationId xmlns:p14="http://schemas.microsoft.com/office/powerpoint/2010/main" val="182278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When he clicks on my products. He will be most active here, managing his products. Here he can –( view recons) ,( edit waybill data) ,( edit </a:t>
            </a:r>
            <a:r>
              <a:rPr lang="en-ZA" dirty="0" err="1"/>
              <a:t>trucklist</a:t>
            </a:r>
            <a:r>
              <a:rPr lang="en-ZA" dirty="0"/>
              <a:t>) , (see active trips),( see stockpile photos and assay reports) and (create a purchase order for a new order) very messy screen but I want him to have everything related to one mine on one screen where he can click it opens a pop up or opens a new screen that’s why having the back button is important lol.  </a:t>
            </a:r>
          </a:p>
        </p:txBody>
      </p:sp>
      <p:sp>
        <p:nvSpPr>
          <p:cNvPr id="4" name="Slide Number Placeholder 3"/>
          <p:cNvSpPr>
            <a:spLocks noGrp="1"/>
          </p:cNvSpPr>
          <p:nvPr>
            <p:ph type="sldNum" sz="quarter" idx="5"/>
          </p:nvPr>
        </p:nvSpPr>
        <p:spPr/>
        <p:txBody>
          <a:bodyPr/>
          <a:lstStyle/>
          <a:p>
            <a:fld id="{A469821B-75CF-45AA-810F-1927B4A7F487}" type="slidenum">
              <a:rPr lang="en-ZA" smtClean="0"/>
              <a:t>26</a:t>
            </a:fld>
            <a:endParaRPr lang="en-ZA"/>
          </a:p>
        </p:txBody>
      </p:sp>
    </p:spTree>
    <p:extLst>
      <p:ext uri="{BB962C8B-B14F-4D97-AF65-F5344CB8AC3E}">
        <p14:creationId xmlns:p14="http://schemas.microsoft.com/office/powerpoint/2010/main" val="18548726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when the buyer clicks on recons from overview screen. He will see his total recons from all his operations, he will be able to filter between mines, products, transporters, days months etc</a:t>
            </a:r>
          </a:p>
        </p:txBody>
      </p:sp>
      <p:sp>
        <p:nvSpPr>
          <p:cNvPr id="4" name="Slide Number Placeholder 3"/>
          <p:cNvSpPr>
            <a:spLocks noGrp="1"/>
          </p:cNvSpPr>
          <p:nvPr>
            <p:ph type="sldNum" sz="quarter" idx="5"/>
          </p:nvPr>
        </p:nvSpPr>
        <p:spPr/>
        <p:txBody>
          <a:bodyPr/>
          <a:lstStyle/>
          <a:p>
            <a:fld id="{A469821B-75CF-45AA-810F-1927B4A7F487}" type="slidenum">
              <a:rPr lang="en-ZA" smtClean="0"/>
              <a:t>27</a:t>
            </a:fld>
            <a:endParaRPr lang="en-ZA"/>
          </a:p>
        </p:txBody>
      </p:sp>
    </p:spTree>
    <p:extLst>
      <p:ext uri="{BB962C8B-B14F-4D97-AF65-F5344CB8AC3E}">
        <p14:creationId xmlns:p14="http://schemas.microsoft.com/office/powerpoint/2010/main" val="673270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 faster way to get to waybills. The admin can just click here and then update a waybill for a specific route. Just have a list of routes – click on it the waybill pops up and admin can edit it. </a:t>
            </a:r>
          </a:p>
        </p:txBody>
      </p:sp>
      <p:sp>
        <p:nvSpPr>
          <p:cNvPr id="4" name="Slide Number Placeholder 3"/>
          <p:cNvSpPr>
            <a:spLocks noGrp="1"/>
          </p:cNvSpPr>
          <p:nvPr>
            <p:ph type="sldNum" sz="quarter" idx="5"/>
          </p:nvPr>
        </p:nvSpPr>
        <p:spPr/>
        <p:txBody>
          <a:bodyPr/>
          <a:lstStyle/>
          <a:p>
            <a:fld id="{A469821B-75CF-45AA-810F-1927B4A7F487}" type="slidenum">
              <a:rPr lang="en-ZA" smtClean="0"/>
              <a:t>28</a:t>
            </a:fld>
            <a:endParaRPr lang="en-ZA"/>
          </a:p>
        </p:txBody>
      </p:sp>
    </p:spTree>
    <p:extLst>
      <p:ext uri="{BB962C8B-B14F-4D97-AF65-F5344CB8AC3E}">
        <p14:creationId xmlns:p14="http://schemas.microsoft.com/office/powerpoint/2010/main" val="304309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D6D4A-888A-62FD-E175-733063CA51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224135BE-98BC-FF79-497B-5750009108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9E6FEB95-ED27-8616-89CD-5EC077E00F2B}"/>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24B3DD9F-9368-0B7A-EB7A-22718701F7E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95F6998-4D15-67F5-7931-A1FD2A33BBA5}"/>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303866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83AEB-6A7E-EC31-2823-5C7C836A525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1978DDF-0289-CF19-F2B6-AF717BF0FE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E785007-FF55-3A49-3A84-9C528C3A7F98}"/>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0D5DF6DF-9626-76ED-72D6-F2D5C6139E6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8C4603B-8F9B-657D-E358-A719BF16D22D}"/>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4107988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6285-970A-6B75-AF97-9DCA9A3409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BB03E6D3-A52A-5536-7C5D-5B2972B82B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A58B5E-DFBD-3F3A-3B5B-1A358C336735}"/>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5CE1BB57-FE4E-C9E4-1B4B-0C1E35D3FFA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8AE3A4-26E8-8FFF-6375-619EBC71450A}"/>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1918045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39B0-ACC6-4A77-DBAA-982DE67999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B7BC711-018F-257E-5AC2-912435A9E1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237F051-54C3-5096-E3B6-FEDE1F1CA6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519FD05-693A-9EEB-BEAF-DABFF1EF5526}"/>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6" name="Footer Placeholder 5">
            <a:extLst>
              <a:ext uri="{FF2B5EF4-FFF2-40B4-BE49-F238E27FC236}">
                <a16:creationId xmlns:a16="http://schemas.microsoft.com/office/drawing/2014/main" id="{CFB64197-BB8E-E640-8BD2-97CB7BCF5E1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45AAE53-DEBF-92A6-6E5F-658FE178A899}"/>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262435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CBC4-EB55-1667-B9DB-58D85E705EA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CDAF8C8-D47B-94E3-5D00-25A0BB7FC8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E34447-2FF1-5ECB-B5DF-8B47624A9D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5810568-E10F-21E8-889D-E56BDCA0AD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9E7831-AE52-86CD-4162-C12191138C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8522B55-4525-1230-45F1-CD65FF67B3EE}"/>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8" name="Footer Placeholder 7">
            <a:extLst>
              <a:ext uri="{FF2B5EF4-FFF2-40B4-BE49-F238E27FC236}">
                <a16:creationId xmlns:a16="http://schemas.microsoft.com/office/drawing/2014/main" id="{BD66B912-16B0-3B7D-F5B1-C55630BB2F4C}"/>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BC257D95-BA32-50C8-5AB7-003AEABCBAD9}"/>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411692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04D4-65A2-2BA1-67AB-9ACD54A1E6F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48F328D7-EAB7-A9F4-A493-766C1398BD93}"/>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4" name="Footer Placeholder 3">
            <a:extLst>
              <a:ext uri="{FF2B5EF4-FFF2-40B4-BE49-F238E27FC236}">
                <a16:creationId xmlns:a16="http://schemas.microsoft.com/office/drawing/2014/main" id="{78C4667C-2013-32E5-0660-BB05B8FD4739}"/>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2A60525B-9914-D243-DB9C-301CE310AAE4}"/>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70136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7F0CE5-E681-42EC-CAF4-9EF43105F769}"/>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3" name="Footer Placeholder 2">
            <a:extLst>
              <a:ext uri="{FF2B5EF4-FFF2-40B4-BE49-F238E27FC236}">
                <a16:creationId xmlns:a16="http://schemas.microsoft.com/office/drawing/2014/main" id="{D7F39F7E-1389-457D-160B-5C2F675296A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60196F25-531F-7DE4-4863-06F8ED12BDD5}"/>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363365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BC20-8045-7E98-CFF9-A9262CE08D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0EB8ECD6-6338-1BE2-1C0A-60B17F520A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B7C22D6-63C6-D9EC-E905-466627142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6CF2AE-B6CD-5DDB-1137-2EC496B89330}"/>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6" name="Footer Placeholder 5">
            <a:extLst>
              <a:ext uri="{FF2B5EF4-FFF2-40B4-BE49-F238E27FC236}">
                <a16:creationId xmlns:a16="http://schemas.microsoft.com/office/drawing/2014/main" id="{C21A6C6F-74AE-5983-7AA5-64996308A59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FBF578B-99C8-D5D8-3919-F61FADEF3858}"/>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3043389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5449-69DD-8766-28C0-D4CBBA5A0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E3C13DE8-E7B2-9C37-CB10-3C47AF03A2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9DE7CB76-28F1-DF79-B44C-C1B623CCE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580C67-D158-4A17-BE7C-CE2954AFB99E}"/>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6" name="Footer Placeholder 5">
            <a:extLst>
              <a:ext uri="{FF2B5EF4-FFF2-40B4-BE49-F238E27FC236}">
                <a16:creationId xmlns:a16="http://schemas.microsoft.com/office/drawing/2014/main" id="{920661D8-C45C-958C-882D-7B2C0480E71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29FC11E-2C07-F553-C3F9-1D0CC22BCF90}"/>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3671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6D40-C42A-1689-E827-4D9E683226D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2752549-B397-3125-DA3D-4D5897256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267A582-AE56-B9F0-A56C-83F7479C5BCA}"/>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C634ED65-7D18-DE92-1C06-5BA2FECCF5D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5C7D0AA-71D7-8745-242C-33821FFDC969}"/>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284209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E2D7A4-9EE3-FB0A-3450-FD1104B194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937ABD0-CFBE-976D-CCB6-53B355E90E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C890F47-511B-BBF7-5B17-7381614A4A4E}"/>
              </a:ext>
            </a:extLst>
          </p:cNvPr>
          <p:cNvSpPr>
            <a:spLocks noGrp="1"/>
          </p:cNvSpPr>
          <p:nvPr>
            <p:ph type="dt" sz="half" idx="10"/>
          </p:nvPr>
        </p:nvSpPr>
        <p:spPr/>
        <p:txBody>
          <a:body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8BB0641A-5F3F-0170-29C2-E4938AACF74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0E1AAD2-7F18-0F17-3A67-6ED45B20DC6A}"/>
              </a:ext>
            </a:extLst>
          </p:cNvPr>
          <p:cNvSpPr>
            <a:spLocks noGrp="1"/>
          </p:cNvSpPr>
          <p:nvPr>
            <p:ph type="sldNum" sz="quarter" idx="12"/>
          </p:nvPr>
        </p:nvSpPr>
        <p:spPr/>
        <p:txBody>
          <a:bodyPr/>
          <a:lstStyle/>
          <a:p>
            <a:fld id="{727D3ADE-2656-495D-8A0F-8D7488647378}" type="slidenum">
              <a:rPr lang="en-ZA" smtClean="0"/>
              <a:t>‹#›</a:t>
            </a:fld>
            <a:endParaRPr lang="en-ZA"/>
          </a:p>
        </p:txBody>
      </p:sp>
    </p:spTree>
    <p:extLst>
      <p:ext uri="{BB962C8B-B14F-4D97-AF65-F5344CB8AC3E}">
        <p14:creationId xmlns:p14="http://schemas.microsoft.com/office/powerpoint/2010/main" val="1003555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8D2480-88A3-019D-3AB3-E9784F07B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94BB0D3-0A27-7F78-EF0F-7CEF45424D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AE5CB37-2BEF-02C3-C242-FB61D6DBD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66C858-B691-48C2-BB56-E3EFBF2FA094}" type="datetimeFigureOut">
              <a:rPr lang="en-ZA" smtClean="0"/>
              <a:t>2026/06/04</a:t>
            </a:fld>
            <a:endParaRPr lang="en-ZA"/>
          </a:p>
        </p:txBody>
      </p:sp>
      <p:sp>
        <p:nvSpPr>
          <p:cNvPr id="5" name="Footer Placeholder 4">
            <a:extLst>
              <a:ext uri="{FF2B5EF4-FFF2-40B4-BE49-F238E27FC236}">
                <a16:creationId xmlns:a16="http://schemas.microsoft.com/office/drawing/2014/main" id="{47A9F1A4-9096-AF84-68A4-C0F0A6B42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CE7C022-FE10-35A5-3FBD-3B40996D8E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7D3ADE-2656-495D-8A0F-8D7488647378}" type="slidenum">
              <a:rPr lang="en-ZA" smtClean="0"/>
              <a:t>‹#›</a:t>
            </a:fld>
            <a:endParaRPr lang="en-ZA"/>
          </a:p>
        </p:txBody>
      </p:sp>
    </p:spTree>
    <p:extLst>
      <p:ext uri="{BB962C8B-B14F-4D97-AF65-F5344CB8AC3E}">
        <p14:creationId xmlns:p14="http://schemas.microsoft.com/office/powerpoint/2010/main" val="1158739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customXml" Target="../ink/ink6.xml"/><Relationship Id="rId1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5.png"/><Relationship Id="rId17" Type="http://schemas.openxmlformats.org/officeDocument/2006/relationships/customXml" Target="../ink/ink8.xml"/><Relationship Id="rId2" Type="http://schemas.openxmlformats.org/officeDocument/2006/relationships/notesSlide" Target="../notesSlides/notesSlide1.xml"/><Relationship Id="rId16"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customXml" Target="../ink/ink4.xml"/><Relationship Id="rId1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6" Type="http://schemas.openxmlformats.org/officeDocument/2006/relationships/customXml" Target="../ink/ink22.xml"/><Relationship Id="rId21" Type="http://schemas.openxmlformats.org/officeDocument/2006/relationships/image" Target="../media/image810.png"/><Relationship Id="rId42" Type="http://schemas.openxmlformats.org/officeDocument/2006/relationships/image" Target="../media/image17.png"/><Relationship Id="rId47" Type="http://schemas.openxmlformats.org/officeDocument/2006/relationships/customXml" Target="../ink/ink34.xml"/><Relationship Id="rId63" Type="http://schemas.openxmlformats.org/officeDocument/2006/relationships/customXml" Target="../ink/ink44.xml"/><Relationship Id="rId68" Type="http://schemas.openxmlformats.org/officeDocument/2006/relationships/customXml" Target="../ink/ink48.xml"/><Relationship Id="rId84" Type="http://schemas.openxmlformats.org/officeDocument/2006/relationships/customXml" Target="../ink/ink63.xml"/><Relationship Id="rId16" Type="http://schemas.openxmlformats.org/officeDocument/2006/relationships/customXml" Target="../ink/ink16.xml"/><Relationship Id="rId11" Type="http://schemas.openxmlformats.org/officeDocument/2006/relationships/image" Target="../media/image510.png"/><Relationship Id="rId32" Type="http://schemas.openxmlformats.org/officeDocument/2006/relationships/image" Target="../media/image12.png"/><Relationship Id="rId37" Type="http://schemas.openxmlformats.org/officeDocument/2006/relationships/customXml" Target="../ink/ink29.xml"/><Relationship Id="rId53" Type="http://schemas.openxmlformats.org/officeDocument/2006/relationships/customXml" Target="../ink/ink37.xml"/><Relationship Id="rId58" Type="http://schemas.openxmlformats.org/officeDocument/2006/relationships/image" Target="../media/image25.png"/><Relationship Id="rId74" Type="http://schemas.openxmlformats.org/officeDocument/2006/relationships/customXml" Target="../ink/ink53.xml"/><Relationship Id="rId79" Type="http://schemas.openxmlformats.org/officeDocument/2006/relationships/customXml" Target="../ink/ink58.xml"/><Relationship Id="rId5" Type="http://schemas.openxmlformats.org/officeDocument/2006/relationships/image" Target="../media/image210.png"/><Relationship Id="rId19" Type="http://schemas.openxmlformats.org/officeDocument/2006/relationships/customXml" Target="../ink/ink18.xml"/><Relationship Id="rId14" Type="http://schemas.openxmlformats.org/officeDocument/2006/relationships/customXml" Target="../ink/ink14.xml"/><Relationship Id="rId22" Type="http://schemas.openxmlformats.org/officeDocument/2006/relationships/customXml" Target="../ink/ink20.xml"/><Relationship Id="rId27" Type="http://schemas.openxmlformats.org/officeDocument/2006/relationships/customXml" Target="../ink/ink23.xml"/><Relationship Id="rId30" Type="http://schemas.openxmlformats.org/officeDocument/2006/relationships/customXml" Target="../ink/ink25.xml"/><Relationship Id="rId35" Type="http://schemas.openxmlformats.org/officeDocument/2006/relationships/customXml" Target="../ink/ink28.xml"/><Relationship Id="rId43" Type="http://schemas.openxmlformats.org/officeDocument/2006/relationships/customXml" Target="../ink/ink32.xml"/><Relationship Id="rId48" Type="http://schemas.openxmlformats.org/officeDocument/2006/relationships/image" Target="../media/image20.png"/><Relationship Id="rId56" Type="http://schemas.openxmlformats.org/officeDocument/2006/relationships/image" Target="../media/image24.png"/><Relationship Id="rId64" Type="http://schemas.openxmlformats.org/officeDocument/2006/relationships/customXml" Target="../ink/ink45.xml"/><Relationship Id="rId69" Type="http://schemas.openxmlformats.org/officeDocument/2006/relationships/customXml" Target="../ink/ink49.xml"/><Relationship Id="rId77" Type="http://schemas.openxmlformats.org/officeDocument/2006/relationships/customXml" Target="../ink/ink56.xml"/><Relationship Id="rId8" Type="http://schemas.openxmlformats.org/officeDocument/2006/relationships/customXml" Target="../ink/ink11.xml"/><Relationship Id="rId51" Type="http://schemas.openxmlformats.org/officeDocument/2006/relationships/customXml" Target="../ink/ink36.xml"/><Relationship Id="rId72" Type="http://schemas.openxmlformats.org/officeDocument/2006/relationships/customXml" Target="../ink/ink51.xml"/><Relationship Id="rId80" Type="http://schemas.openxmlformats.org/officeDocument/2006/relationships/customXml" Target="../ink/ink59.xml"/><Relationship Id="rId85" Type="http://schemas.openxmlformats.org/officeDocument/2006/relationships/customXml" Target="../ink/ink64.xml"/><Relationship Id="rId3" Type="http://schemas.openxmlformats.org/officeDocument/2006/relationships/image" Target="../media/image9.png"/><Relationship Id="rId12" Type="http://schemas.openxmlformats.org/officeDocument/2006/relationships/customXml" Target="../ink/ink13.xml"/><Relationship Id="rId17" Type="http://schemas.openxmlformats.org/officeDocument/2006/relationships/customXml" Target="../ink/ink17.xml"/><Relationship Id="rId25" Type="http://schemas.openxmlformats.org/officeDocument/2006/relationships/image" Target="../media/image10.png"/><Relationship Id="rId33" Type="http://schemas.openxmlformats.org/officeDocument/2006/relationships/customXml" Target="../ink/ink27.xml"/><Relationship Id="rId38" Type="http://schemas.openxmlformats.org/officeDocument/2006/relationships/image" Target="../media/image15.png"/><Relationship Id="rId46" Type="http://schemas.openxmlformats.org/officeDocument/2006/relationships/image" Target="../media/image19.png"/><Relationship Id="rId59" Type="http://schemas.openxmlformats.org/officeDocument/2006/relationships/customXml" Target="../ink/ink40.xml"/><Relationship Id="rId67" Type="http://schemas.openxmlformats.org/officeDocument/2006/relationships/image" Target="../media/image26.png"/><Relationship Id="rId20" Type="http://schemas.openxmlformats.org/officeDocument/2006/relationships/customXml" Target="../ink/ink19.xml"/><Relationship Id="rId41" Type="http://schemas.openxmlformats.org/officeDocument/2006/relationships/customXml" Target="../ink/ink31.xml"/><Relationship Id="rId54" Type="http://schemas.openxmlformats.org/officeDocument/2006/relationships/image" Target="../media/image23.png"/><Relationship Id="rId62" Type="http://schemas.openxmlformats.org/officeDocument/2006/relationships/customXml" Target="../ink/ink43.xml"/><Relationship Id="rId70" Type="http://schemas.openxmlformats.org/officeDocument/2006/relationships/customXml" Target="../ink/ink50.xml"/><Relationship Id="rId75" Type="http://schemas.openxmlformats.org/officeDocument/2006/relationships/customXml" Target="../ink/ink54.xml"/><Relationship Id="rId83" Type="http://schemas.openxmlformats.org/officeDocument/2006/relationships/customXml" Target="../ink/ink62.xml"/><Relationship Id="rId88" Type="http://schemas.openxmlformats.org/officeDocument/2006/relationships/customXml" Target="../ink/ink67.xml"/><Relationship Id="rId1" Type="http://schemas.openxmlformats.org/officeDocument/2006/relationships/slideLayout" Target="../slideLayouts/slideLayout7.xml"/><Relationship Id="rId6" Type="http://schemas.openxmlformats.org/officeDocument/2006/relationships/customXml" Target="../ink/ink10.xml"/><Relationship Id="rId15" Type="http://schemas.openxmlformats.org/officeDocument/2006/relationships/customXml" Target="../ink/ink15.xml"/><Relationship Id="rId23" Type="http://schemas.openxmlformats.org/officeDocument/2006/relationships/image" Target="../media/image910.png"/><Relationship Id="rId28" Type="http://schemas.openxmlformats.org/officeDocument/2006/relationships/image" Target="../media/image11.png"/><Relationship Id="rId36" Type="http://schemas.openxmlformats.org/officeDocument/2006/relationships/image" Target="../media/image14.png"/><Relationship Id="rId49" Type="http://schemas.openxmlformats.org/officeDocument/2006/relationships/customXml" Target="../ink/ink35.xml"/><Relationship Id="rId57" Type="http://schemas.openxmlformats.org/officeDocument/2006/relationships/customXml" Target="../ink/ink39.xml"/><Relationship Id="rId10" Type="http://schemas.openxmlformats.org/officeDocument/2006/relationships/customXml" Target="../ink/ink12.xml"/><Relationship Id="rId31" Type="http://schemas.openxmlformats.org/officeDocument/2006/relationships/customXml" Target="../ink/ink26.xml"/><Relationship Id="rId44" Type="http://schemas.openxmlformats.org/officeDocument/2006/relationships/image" Target="../media/image18.png"/><Relationship Id="rId52" Type="http://schemas.openxmlformats.org/officeDocument/2006/relationships/image" Target="../media/image22.png"/><Relationship Id="rId60" Type="http://schemas.openxmlformats.org/officeDocument/2006/relationships/customXml" Target="../ink/ink41.xml"/><Relationship Id="rId65" Type="http://schemas.openxmlformats.org/officeDocument/2006/relationships/customXml" Target="../ink/ink46.xml"/><Relationship Id="rId73" Type="http://schemas.openxmlformats.org/officeDocument/2006/relationships/customXml" Target="../ink/ink52.xml"/><Relationship Id="rId78" Type="http://schemas.openxmlformats.org/officeDocument/2006/relationships/customXml" Target="../ink/ink57.xml"/><Relationship Id="rId81" Type="http://schemas.openxmlformats.org/officeDocument/2006/relationships/customXml" Target="../ink/ink60.xml"/><Relationship Id="rId86" Type="http://schemas.openxmlformats.org/officeDocument/2006/relationships/customXml" Target="../ink/ink65.xml"/><Relationship Id="rId4" Type="http://schemas.openxmlformats.org/officeDocument/2006/relationships/customXml" Target="../ink/ink9.xml"/><Relationship Id="rId9" Type="http://schemas.openxmlformats.org/officeDocument/2006/relationships/image" Target="../media/image410.png"/><Relationship Id="rId13" Type="http://schemas.openxmlformats.org/officeDocument/2006/relationships/image" Target="../media/image610.png"/><Relationship Id="rId18" Type="http://schemas.openxmlformats.org/officeDocument/2006/relationships/image" Target="../media/image710.png"/><Relationship Id="rId39" Type="http://schemas.openxmlformats.org/officeDocument/2006/relationships/customXml" Target="../ink/ink30.xml"/><Relationship Id="rId34" Type="http://schemas.openxmlformats.org/officeDocument/2006/relationships/image" Target="../media/image13.png"/><Relationship Id="rId50" Type="http://schemas.openxmlformats.org/officeDocument/2006/relationships/image" Target="../media/image21.png"/><Relationship Id="rId55" Type="http://schemas.openxmlformats.org/officeDocument/2006/relationships/customXml" Target="../ink/ink38.xml"/><Relationship Id="rId76" Type="http://schemas.openxmlformats.org/officeDocument/2006/relationships/customXml" Target="../ink/ink55.xml"/><Relationship Id="rId7" Type="http://schemas.openxmlformats.org/officeDocument/2006/relationships/image" Target="../media/image310.png"/><Relationship Id="rId71" Type="http://schemas.openxmlformats.org/officeDocument/2006/relationships/image" Target="../media/image27.png"/><Relationship Id="rId2" Type="http://schemas.openxmlformats.org/officeDocument/2006/relationships/notesSlide" Target="../notesSlides/notesSlide3.xml"/><Relationship Id="rId29" Type="http://schemas.openxmlformats.org/officeDocument/2006/relationships/customXml" Target="../ink/ink24.xml"/><Relationship Id="rId24" Type="http://schemas.openxmlformats.org/officeDocument/2006/relationships/customXml" Target="../ink/ink21.xml"/><Relationship Id="rId40" Type="http://schemas.openxmlformats.org/officeDocument/2006/relationships/image" Target="../media/image16.png"/><Relationship Id="rId45" Type="http://schemas.openxmlformats.org/officeDocument/2006/relationships/customXml" Target="../ink/ink33.xml"/><Relationship Id="rId66" Type="http://schemas.openxmlformats.org/officeDocument/2006/relationships/customXml" Target="../ink/ink47.xml"/><Relationship Id="rId87" Type="http://schemas.openxmlformats.org/officeDocument/2006/relationships/customXml" Target="../ink/ink66.xml"/><Relationship Id="rId61" Type="http://schemas.openxmlformats.org/officeDocument/2006/relationships/customXml" Target="../ink/ink42.xml"/><Relationship Id="rId82" Type="http://schemas.openxmlformats.org/officeDocument/2006/relationships/customXml" Target="../ink/ink61.xml"/></Relationships>
</file>

<file path=ppt/slides/_rels/slide6.xml.rels><?xml version="1.0" encoding="UTF-8" standalone="yes"?>
<Relationships xmlns="http://schemas.openxmlformats.org/package/2006/relationships"><Relationship Id="rId8" Type="http://schemas.openxmlformats.org/officeDocument/2006/relationships/customXml" Target="../ink/ink70.xml"/><Relationship Id="rId13" Type="http://schemas.openxmlformats.org/officeDocument/2006/relationships/image" Target="../media/image32.png"/><Relationship Id="rId18" Type="http://schemas.openxmlformats.org/officeDocument/2006/relationships/customXml" Target="../ink/ink75.xml"/><Relationship Id="rId26" Type="http://schemas.openxmlformats.org/officeDocument/2006/relationships/customXml" Target="../ink/ink79.xml"/><Relationship Id="rId3" Type="http://schemas.openxmlformats.org/officeDocument/2006/relationships/image" Target="../media/image9.png"/><Relationship Id="rId21" Type="http://schemas.openxmlformats.org/officeDocument/2006/relationships/image" Target="../media/image36.png"/><Relationship Id="rId7" Type="http://schemas.openxmlformats.org/officeDocument/2006/relationships/image" Target="../media/image29.png"/><Relationship Id="rId12" Type="http://schemas.openxmlformats.org/officeDocument/2006/relationships/customXml" Target="../ink/ink72.xml"/><Relationship Id="rId17" Type="http://schemas.openxmlformats.org/officeDocument/2006/relationships/image" Target="../media/image34.png"/><Relationship Id="rId25" Type="http://schemas.openxmlformats.org/officeDocument/2006/relationships/image" Target="../media/image38.png"/><Relationship Id="rId2" Type="http://schemas.openxmlformats.org/officeDocument/2006/relationships/notesSlide" Target="../notesSlides/notesSlide4.xml"/><Relationship Id="rId16" Type="http://schemas.openxmlformats.org/officeDocument/2006/relationships/customXml" Target="../ink/ink74.xml"/><Relationship Id="rId20" Type="http://schemas.openxmlformats.org/officeDocument/2006/relationships/customXml" Target="../ink/ink76.xml"/><Relationship Id="rId1" Type="http://schemas.openxmlformats.org/officeDocument/2006/relationships/slideLayout" Target="../slideLayouts/slideLayout1.xml"/><Relationship Id="rId6" Type="http://schemas.openxmlformats.org/officeDocument/2006/relationships/customXml" Target="../ink/ink69.xml"/><Relationship Id="rId11" Type="http://schemas.openxmlformats.org/officeDocument/2006/relationships/image" Target="../media/image31.png"/><Relationship Id="rId24" Type="http://schemas.openxmlformats.org/officeDocument/2006/relationships/customXml" Target="../ink/ink78.xml"/><Relationship Id="rId5" Type="http://schemas.openxmlformats.org/officeDocument/2006/relationships/image" Target="../media/image28.png"/><Relationship Id="rId15" Type="http://schemas.openxmlformats.org/officeDocument/2006/relationships/image" Target="../media/image33.png"/><Relationship Id="rId23" Type="http://schemas.openxmlformats.org/officeDocument/2006/relationships/image" Target="../media/image37.png"/><Relationship Id="rId28" Type="http://schemas.openxmlformats.org/officeDocument/2006/relationships/image" Target="../media/image40.png"/><Relationship Id="rId10" Type="http://schemas.openxmlformats.org/officeDocument/2006/relationships/customXml" Target="../ink/ink71.xml"/><Relationship Id="rId19" Type="http://schemas.openxmlformats.org/officeDocument/2006/relationships/image" Target="../media/image35.png"/><Relationship Id="rId4" Type="http://schemas.openxmlformats.org/officeDocument/2006/relationships/customXml" Target="../ink/ink68.xml"/><Relationship Id="rId9" Type="http://schemas.openxmlformats.org/officeDocument/2006/relationships/image" Target="../media/image30.png"/><Relationship Id="rId14" Type="http://schemas.openxmlformats.org/officeDocument/2006/relationships/customXml" Target="../ink/ink73.xml"/><Relationship Id="rId22" Type="http://schemas.openxmlformats.org/officeDocument/2006/relationships/customXml" Target="../ink/ink77.xml"/><Relationship Id="rId27" Type="http://schemas.openxmlformats.org/officeDocument/2006/relationships/image" Target="../media/image39.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customXml" Target="../ink/ink84.xml"/><Relationship Id="rId18" Type="http://schemas.openxmlformats.org/officeDocument/2006/relationships/image" Target="../media/image48.png"/><Relationship Id="rId3" Type="http://schemas.openxmlformats.org/officeDocument/2006/relationships/image" Target="../media/image9.png"/><Relationship Id="rId7" Type="http://schemas.openxmlformats.org/officeDocument/2006/relationships/customXml" Target="../ink/ink81.xml"/><Relationship Id="rId12" Type="http://schemas.openxmlformats.org/officeDocument/2006/relationships/image" Target="../media/image45.png"/><Relationship Id="rId17" Type="http://schemas.openxmlformats.org/officeDocument/2006/relationships/customXml" Target="../ink/ink86.xml"/><Relationship Id="rId2" Type="http://schemas.openxmlformats.org/officeDocument/2006/relationships/notesSlide" Target="../notesSlides/notesSlide5.xml"/><Relationship Id="rId16"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customXml" Target="../ink/ink83.xml"/><Relationship Id="rId5" Type="http://schemas.openxmlformats.org/officeDocument/2006/relationships/image" Target="../media/image41.png"/><Relationship Id="rId15" Type="http://schemas.openxmlformats.org/officeDocument/2006/relationships/customXml" Target="../ink/ink85.xml"/><Relationship Id="rId10" Type="http://schemas.openxmlformats.org/officeDocument/2006/relationships/image" Target="../media/image44.png"/><Relationship Id="rId4" Type="http://schemas.openxmlformats.org/officeDocument/2006/relationships/customXml" Target="../ink/ink80.xml"/><Relationship Id="rId9" Type="http://schemas.openxmlformats.org/officeDocument/2006/relationships/customXml" Target="../ink/ink82.xml"/><Relationship Id="rId14"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customXml" Target="../ink/ink92.xml"/><Relationship Id="rId18" Type="http://schemas.openxmlformats.org/officeDocument/2006/relationships/image" Target="../media/image54.png"/><Relationship Id="rId3" Type="http://schemas.openxmlformats.org/officeDocument/2006/relationships/image" Target="../media/image9.png"/><Relationship Id="rId21" Type="http://schemas.openxmlformats.org/officeDocument/2006/relationships/image" Target="../media/image56.png"/><Relationship Id="rId7" Type="http://schemas.openxmlformats.org/officeDocument/2006/relationships/customXml" Target="../ink/ink89.xml"/><Relationship Id="rId12" Type="http://schemas.openxmlformats.org/officeDocument/2006/relationships/image" Target="../media/image51.png"/><Relationship Id="rId17" Type="http://schemas.openxmlformats.org/officeDocument/2006/relationships/customXml" Target="../ink/ink94.xml"/><Relationship Id="rId2" Type="http://schemas.openxmlformats.org/officeDocument/2006/relationships/notesSlide" Target="../notesSlides/notesSlide6.xml"/><Relationship Id="rId16" Type="http://schemas.openxmlformats.org/officeDocument/2006/relationships/image" Target="../media/image53.png"/><Relationship Id="rId20"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customXml" Target="../ink/ink88.xml"/><Relationship Id="rId11" Type="http://schemas.openxmlformats.org/officeDocument/2006/relationships/customXml" Target="../ink/ink91.xml"/><Relationship Id="rId5" Type="http://schemas.openxmlformats.org/officeDocument/2006/relationships/image" Target="../media/image24.png"/><Relationship Id="rId15" Type="http://schemas.openxmlformats.org/officeDocument/2006/relationships/customXml" Target="../ink/ink93.xml"/><Relationship Id="rId10" Type="http://schemas.openxmlformats.org/officeDocument/2006/relationships/image" Target="../media/image50.png"/><Relationship Id="rId19" Type="http://schemas.openxmlformats.org/officeDocument/2006/relationships/customXml" Target="../ink/ink95.xml"/><Relationship Id="rId4" Type="http://schemas.openxmlformats.org/officeDocument/2006/relationships/customXml" Target="../ink/ink87.xml"/><Relationship Id="rId9" Type="http://schemas.openxmlformats.org/officeDocument/2006/relationships/customXml" Target="../ink/ink90.xml"/><Relationship Id="rId14" Type="http://schemas.openxmlformats.org/officeDocument/2006/relationships/image" Target="../media/image5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customXml" Target="../ink/ink100.xml"/><Relationship Id="rId3" Type="http://schemas.openxmlformats.org/officeDocument/2006/relationships/image" Target="../media/image9.png"/><Relationship Id="rId7" Type="http://schemas.openxmlformats.org/officeDocument/2006/relationships/customXml" Target="../ink/ink97.xml"/><Relationship Id="rId12" Type="http://schemas.openxmlformats.org/officeDocument/2006/relationships/image" Target="../media/image61.png"/><Relationship Id="rId2" Type="http://schemas.openxmlformats.org/officeDocument/2006/relationships/notesSlide" Target="../notesSlides/notesSlide8.xml"/><Relationship Id="rId16"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customXml" Target="../ink/ink99.xml"/><Relationship Id="rId5" Type="http://schemas.openxmlformats.org/officeDocument/2006/relationships/customXml" Target="../ink/ink96.xml"/><Relationship Id="rId15" Type="http://schemas.openxmlformats.org/officeDocument/2006/relationships/customXml" Target="../ink/ink101.xml"/><Relationship Id="rId10" Type="http://schemas.openxmlformats.org/officeDocument/2006/relationships/image" Target="../media/image60.png"/><Relationship Id="rId4" Type="http://schemas.openxmlformats.org/officeDocument/2006/relationships/image" Target="../media/image57.png"/><Relationship Id="rId9" Type="http://schemas.openxmlformats.org/officeDocument/2006/relationships/customXml" Target="../ink/ink98.xml"/><Relationship Id="rId14" Type="http://schemas.openxmlformats.org/officeDocument/2006/relationships/image" Target="../media/image62.png"/></Relationships>
</file>

<file path=ppt/slides/_rels/slide11.xml.rels><?xml version="1.0" encoding="UTF-8" standalone="yes"?>
<Relationships xmlns="http://schemas.openxmlformats.org/package/2006/relationships"><Relationship Id="rId8" Type="http://schemas.openxmlformats.org/officeDocument/2006/relationships/customXml" Target="../ink/ink104.xml"/><Relationship Id="rId13" Type="http://schemas.openxmlformats.org/officeDocument/2006/relationships/image" Target="../media/image69.png"/><Relationship Id="rId18" Type="http://schemas.openxmlformats.org/officeDocument/2006/relationships/customXml" Target="../ink/ink109.xml"/><Relationship Id="rId26" Type="http://schemas.openxmlformats.org/officeDocument/2006/relationships/customXml" Target="../ink/ink113.xml"/><Relationship Id="rId3" Type="http://schemas.openxmlformats.org/officeDocument/2006/relationships/image" Target="../media/image64.png"/><Relationship Id="rId21" Type="http://schemas.openxmlformats.org/officeDocument/2006/relationships/image" Target="../media/image73.png"/><Relationship Id="rId7" Type="http://schemas.openxmlformats.org/officeDocument/2006/relationships/image" Target="../media/image66.png"/><Relationship Id="rId12" Type="http://schemas.openxmlformats.org/officeDocument/2006/relationships/customXml" Target="../ink/ink106.xml"/><Relationship Id="rId17" Type="http://schemas.openxmlformats.org/officeDocument/2006/relationships/image" Target="../media/image71.png"/><Relationship Id="rId25" Type="http://schemas.openxmlformats.org/officeDocument/2006/relationships/image" Target="../media/image75.png"/><Relationship Id="rId2" Type="http://schemas.openxmlformats.org/officeDocument/2006/relationships/notesSlide" Target="../notesSlides/notesSlide9.xml"/><Relationship Id="rId16" Type="http://schemas.openxmlformats.org/officeDocument/2006/relationships/customXml" Target="../ink/ink108.xml"/><Relationship Id="rId20" Type="http://schemas.openxmlformats.org/officeDocument/2006/relationships/customXml" Target="../ink/ink110.xml"/><Relationship Id="rId29"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customXml" Target="../ink/ink103.xml"/><Relationship Id="rId11" Type="http://schemas.openxmlformats.org/officeDocument/2006/relationships/image" Target="../media/image68.png"/><Relationship Id="rId24" Type="http://schemas.openxmlformats.org/officeDocument/2006/relationships/customXml" Target="../ink/ink112.xml"/><Relationship Id="rId5" Type="http://schemas.openxmlformats.org/officeDocument/2006/relationships/image" Target="../media/image65.png"/><Relationship Id="rId15" Type="http://schemas.openxmlformats.org/officeDocument/2006/relationships/image" Target="../media/image70.png"/><Relationship Id="rId23" Type="http://schemas.openxmlformats.org/officeDocument/2006/relationships/image" Target="../media/image74.png"/><Relationship Id="rId28" Type="http://schemas.openxmlformats.org/officeDocument/2006/relationships/customXml" Target="../ink/ink114.xml"/><Relationship Id="rId10" Type="http://schemas.openxmlformats.org/officeDocument/2006/relationships/customXml" Target="../ink/ink105.xml"/><Relationship Id="rId19" Type="http://schemas.openxmlformats.org/officeDocument/2006/relationships/image" Target="../media/image72.png"/><Relationship Id="rId31" Type="http://schemas.openxmlformats.org/officeDocument/2006/relationships/image" Target="../media/image78.png"/><Relationship Id="rId4" Type="http://schemas.openxmlformats.org/officeDocument/2006/relationships/customXml" Target="../ink/ink102.xml"/><Relationship Id="rId9" Type="http://schemas.openxmlformats.org/officeDocument/2006/relationships/image" Target="../media/image67.png"/><Relationship Id="rId14" Type="http://schemas.openxmlformats.org/officeDocument/2006/relationships/customXml" Target="../ink/ink107.xml"/><Relationship Id="rId22" Type="http://schemas.openxmlformats.org/officeDocument/2006/relationships/customXml" Target="../ink/ink111.xml"/><Relationship Id="rId27" Type="http://schemas.openxmlformats.org/officeDocument/2006/relationships/image" Target="../media/image76.png"/><Relationship Id="rId30" Type="http://schemas.openxmlformats.org/officeDocument/2006/relationships/customXml" Target="../ink/ink115.xml"/></Relationships>
</file>

<file path=ppt/slides/_rels/slide1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9.png"/><Relationship Id="rId7" Type="http://schemas.openxmlformats.org/officeDocument/2006/relationships/customXml" Target="../ink/ink117.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customXml" Target="../ink/ink116.xml"/><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customXml" Target="../ink/ink123.xml"/><Relationship Id="rId3" Type="http://schemas.openxmlformats.org/officeDocument/2006/relationships/customXml" Target="../ink/ink118.xml"/><Relationship Id="rId7" Type="http://schemas.openxmlformats.org/officeDocument/2006/relationships/customXml" Target="../ink/ink120.xml"/><Relationship Id="rId12" Type="http://schemas.openxmlformats.org/officeDocument/2006/relationships/image" Target="../media/image8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customXml" Target="../ink/ink122.xml"/><Relationship Id="rId5" Type="http://schemas.openxmlformats.org/officeDocument/2006/relationships/customXml" Target="../ink/ink119.xml"/><Relationship Id="rId10" Type="http://schemas.openxmlformats.org/officeDocument/2006/relationships/image" Target="../media/image86.png"/><Relationship Id="rId4" Type="http://schemas.openxmlformats.org/officeDocument/2006/relationships/image" Target="../media/image83.png"/><Relationship Id="rId9" Type="http://schemas.openxmlformats.org/officeDocument/2006/relationships/customXml" Target="../ink/ink121.xml"/><Relationship Id="rId14" Type="http://schemas.openxmlformats.org/officeDocument/2006/relationships/image" Target="../media/image88.png"/></Relationships>
</file>

<file path=ppt/slides/_rels/slide14.xml.rels><?xml version="1.0" encoding="UTF-8" standalone="yes"?>
<Relationships xmlns="http://schemas.openxmlformats.org/package/2006/relationships"><Relationship Id="rId8" Type="http://schemas.openxmlformats.org/officeDocument/2006/relationships/customXml" Target="../ink/ink126.xml"/><Relationship Id="rId13" Type="http://schemas.openxmlformats.org/officeDocument/2006/relationships/image" Target="../media/image93.png"/><Relationship Id="rId18" Type="http://schemas.openxmlformats.org/officeDocument/2006/relationships/image" Target="../media/image95.png"/><Relationship Id="rId3" Type="http://schemas.openxmlformats.org/officeDocument/2006/relationships/customXml" Target="../ink/ink124.xml"/><Relationship Id="rId21" Type="http://schemas.openxmlformats.org/officeDocument/2006/relationships/customXml" Target="../ink/ink132.xml"/><Relationship Id="rId7" Type="http://schemas.openxmlformats.org/officeDocument/2006/relationships/image" Target="../media/image90.png"/><Relationship Id="rId12" Type="http://schemas.openxmlformats.org/officeDocument/2006/relationships/customXml" Target="../ink/ink128.xml"/><Relationship Id="rId17" Type="http://schemas.openxmlformats.org/officeDocument/2006/relationships/customXml" Target="../ink/ink130.xml"/><Relationship Id="rId2" Type="http://schemas.openxmlformats.org/officeDocument/2006/relationships/notesSlide" Target="../notesSlides/notesSlide12.xml"/><Relationship Id="rId16" Type="http://schemas.openxmlformats.org/officeDocument/2006/relationships/image" Target="../media/image42.png"/><Relationship Id="rId20" Type="http://schemas.openxmlformats.org/officeDocument/2006/relationships/image" Target="../media/image96.png"/><Relationship Id="rId1" Type="http://schemas.openxmlformats.org/officeDocument/2006/relationships/slideLayout" Target="../slideLayouts/slideLayout7.xml"/><Relationship Id="rId6" Type="http://schemas.openxmlformats.org/officeDocument/2006/relationships/customXml" Target="../ink/ink125.xml"/><Relationship Id="rId11" Type="http://schemas.openxmlformats.org/officeDocument/2006/relationships/image" Target="../media/image92.png"/><Relationship Id="rId24" Type="http://schemas.openxmlformats.org/officeDocument/2006/relationships/image" Target="../media/image98.png"/><Relationship Id="rId5" Type="http://schemas.openxmlformats.org/officeDocument/2006/relationships/image" Target="../media/image79.png"/><Relationship Id="rId15" Type="http://schemas.openxmlformats.org/officeDocument/2006/relationships/image" Target="../media/image94.png"/><Relationship Id="rId23" Type="http://schemas.openxmlformats.org/officeDocument/2006/relationships/customXml" Target="../ink/ink133.xml"/><Relationship Id="rId10" Type="http://schemas.openxmlformats.org/officeDocument/2006/relationships/customXml" Target="../ink/ink127.xml"/><Relationship Id="rId19" Type="http://schemas.openxmlformats.org/officeDocument/2006/relationships/customXml" Target="../ink/ink131.xml"/><Relationship Id="rId4" Type="http://schemas.openxmlformats.org/officeDocument/2006/relationships/image" Target="../media/image89.png"/><Relationship Id="rId9" Type="http://schemas.openxmlformats.org/officeDocument/2006/relationships/image" Target="../media/image91.png"/><Relationship Id="rId14" Type="http://schemas.openxmlformats.org/officeDocument/2006/relationships/customXml" Target="../ink/ink129.xml"/><Relationship Id="rId22" Type="http://schemas.openxmlformats.org/officeDocument/2006/relationships/image" Target="../media/image97.png"/></Relationships>
</file>

<file path=ppt/slides/_rels/slide15.xml.rels><?xml version="1.0" encoding="UTF-8" standalone="yes"?>
<Relationships xmlns="http://schemas.openxmlformats.org/package/2006/relationships"><Relationship Id="rId8" Type="http://schemas.openxmlformats.org/officeDocument/2006/relationships/customXml" Target="../ink/ink136.xml"/><Relationship Id="rId13" Type="http://schemas.openxmlformats.org/officeDocument/2006/relationships/image" Target="../media/image103.png"/><Relationship Id="rId18" Type="http://schemas.openxmlformats.org/officeDocument/2006/relationships/customXml" Target="../ink/ink141.xml"/><Relationship Id="rId26" Type="http://schemas.openxmlformats.org/officeDocument/2006/relationships/image" Target="../media/image110.png"/><Relationship Id="rId3" Type="http://schemas.openxmlformats.org/officeDocument/2006/relationships/image" Target="../media/image79.png"/><Relationship Id="rId21" Type="http://schemas.openxmlformats.org/officeDocument/2006/relationships/image" Target="../media/image107.png"/><Relationship Id="rId7" Type="http://schemas.openxmlformats.org/officeDocument/2006/relationships/image" Target="../media/image100.png"/><Relationship Id="rId12" Type="http://schemas.openxmlformats.org/officeDocument/2006/relationships/customXml" Target="../ink/ink138.xml"/><Relationship Id="rId17" Type="http://schemas.openxmlformats.org/officeDocument/2006/relationships/image" Target="../media/image105.png"/><Relationship Id="rId25" Type="http://schemas.openxmlformats.org/officeDocument/2006/relationships/image" Target="../media/image109.png"/><Relationship Id="rId2" Type="http://schemas.openxmlformats.org/officeDocument/2006/relationships/notesSlide" Target="../notesSlides/notesSlide13.xml"/><Relationship Id="rId16" Type="http://schemas.openxmlformats.org/officeDocument/2006/relationships/customXml" Target="../ink/ink140.xml"/><Relationship Id="rId20" Type="http://schemas.openxmlformats.org/officeDocument/2006/relationships/customXml" Target="../ink/ink142.xml"/><Relationship Id="rId1" Type="http://schemas.openxmlformats.org/officeDocument/2006/relationships/slideLayout" Target="../slideLayouts/slideLayout7.xml"/><Relationship Id="rId6" Type="http://schemas.openxmlformats.org/officeDocument/2006/relationships/customXml" Target="../ink/ink135.xml"/><Relationship Id="rId11" Type="http://schemas.openxmlformats.org/officeDocument/2006/relationships/image" Target="../media/image102.png"/><Relationship Id="rId24" Type="http://schemas.openxmlformats.org/officeDocument/2006/relationships/customXml" Target="../ink/ink144.xml"/><Relationship Id="rId5" Type="http://schemas.openxmlformats.org/officeDocument/2006/relationships/image" Target="../media/image99.png"/><Relationship Id="rId15" Type="http://schemas.openxmlformats.org/officeDocument/2006/relationships/image" Target="../media/image104.png"/><Relationship Id="rId23" Type="http://schemas.openxmlformats.org/officeDocument/2006/relationships/image" Target="../media/image108.png"/><Relationship Id="rId10" Type="http://schemas.openxmlformats.org/officeDocument/2006/relationships/customXml" Target="../ink/ink137.xml"/><Relationship Id="rId19" Type="http://schemas.openxmlformats.org/officeDocument/2006/relationships/image" Target="../media/image106.png"/><Relationship Id="rId4" Type="http://schemas.openxmlformats.org/officeDocument/2006/relationships/customXml" Target="../ink/ink134.xml"/><Relationship Id="rId9" Type="http://schemas.openxmlformats.org/officeDocument/2006/relationships/image" Target="../media/image101.png"/><Relationship Id="rId14" Type="http://schemas.openxmlformats.org/officeDocument/2006/relationships/customXml" Target="../ink/ink139.xml"/><Relationship Id="rId22" Type="http://schemas.openxmlformats.org/officeDocument/2006/relationships/customXml" Target="../ink/ink143.xml"/></Relationships>
</file>

<file path=ppt/slides/_rels/slide16.xml.rels><?xml version="1.0" encoding="UTF-8" standalone="yes"?>
<Relationships xmlns="http://schemas.openxmlformats.org/package/2006/relationships"><Relationship Id="rId8" Type="http://schemas.openxmlformats.org/officeDocument/2006/relationships/customXml" Target="../ink/ink147.xml"/><Relationship Id="rId13" Type="http://schemas.openxmlformats.org/officeDocument/2006/relationships/image" Target="../media/image115.png"/><Relationship Id="rId18" Type="http://schemas.openxmlformats.org/officeDocument/2006/relationships/customXml" Target="../ink/ink152.xml"/><Relationship Id="rId3" Type="http://schemas.openxmlformats.org/officeDocument/2006/relationships/image" Target="../media/image79.png"/><Relationship Id="rId21" Type="http://schemas.openxmlformats.org/officeDocument/2006/relationships/image" Target="../media/image119.png"/><Relationship Id="rId7" Type="http://schemas.openxmlformats.org/officeDocument/2006/relationships/image" Target="../media/image112.png"/><Relationship Id="rId12" Type="http://schemas.openxmlformats.org/officeDocument/2006/relationships/customXml" Target="../ink/ink149.xml"/><Relationship Id="rId17" Type="http://schemas.openxmlformats.org/officeDocument/2006/relationships/image" Target="../media/image117.png"/><Relationship Id="rId25" Type="http://schemas.openxmlformats.org/officeDocument/2006/relationships/image" Target="../media/image121.png"/><Relationship Id="rId2" Type="http://schemas.openxmlformats.org/officeDocument/2006/relationships/notesSlide" Target="../notesSlides/notesSlide14.xml"/><Relationship Id="rId16" Type="http://schemas.openxmlformats.org/officeDocument/2006/relationships/customXml" Target="../ink/ink151.xml"/><Relationship Id="rId20" Type="http://schemas.openxmlformats.org/officeDocument/2006/relationships/customXml" Target="../ink/ink153.xml"/><Relationship Id="rId1" Type="http://schemas.openxmlformats.org/officeDocument/2006/relationships/slideLayout" Target="../slideLayouts/slideLayout7.xml"/><Relationship Id="rId6" Type="http://schemas.openxmlformats.org/officeDocument/2006/relationships/customXml" Target="../ink/ink146.xml"/><Relationship Id="rId11" Type="http://schemas.openxmlformats.org/officeDocument/2006/relationships/image" Target="../media/image114.png"/><Relationship Id="rId24" Type="http://schemas.openxmlformats.org/officeDocument/2006/relationships/customXml" Target="../ink/ink155.xml"/><Relationship Id="rId5" Type="http://schemas.openxmlformats.org/officeDocument/2006/relationships/image" Target="../media/image111.png"/><Relationship Id="rId15" Type="http://schemas.openxmlformats.org/officeDocument/2006/relationships/image" Target="../media/image116.png"/><Relationship Id="rId23" Type="http://schemas.openxmlformats.org/officeDocument/2006/relationships/image" Target="../media/image120.png"/><Relationship Id="rId10" Type="http://schemas.openxmlformats.org/officeDocument/2006/relationships/customXml" Target="../ink/ink148.xml"/><Relationship Id="rId19" Type="http://schemas.openxmlformats.org/officeDocument/2006/relationships/image" Target="../media/image118.png"/><Relationship Id="rId4" Type="http://schemas.openxmlformats.org/officeDocument/2006/relationships/customXml" Target="../ink/ink145.xml"/><Relationship Id="rId9" Type="http://schemas.openxmlformats.org/officeDocument/2006/relationships/image" Target="../media/image113.png"/><Relationship Id="rId14" Type="http://schemas.openxmlformats.org/officeDocument/2006/relationships/customXml" Target="../ink/ink150.xml"/><Relationship Id="rId22" Type="http://schemas.openxmlformats.org/officeDocument/2006/relationships/customXml" Target="../ink/ink154.xml"/></Relationships>
</file>

<file path=ppt/slides/_rels/slide1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customXml" Target="../ink/ink158.xml"/><Relationship Id="rId13" Type="http://schemas.openxmlformats.org/officeDocument/2006/relationships/image" Target="../media/image128.png"/><Relationship Id="rId18" Type="http://schemas.openxmlformats.org/officeDocument/2006/relationships/customXml" Target="../ink/ink163.xml"/><Relationship Id="rId26" Type="http://schemas.openxmlformats.org/officeDocument/2006/relationships/image" Target="../media/image135.png"/><Relationship Id="rId3" Type="http://schemas.openxmlformats.org/officeDocument/2006/relationships/image" Target="../media/image123.png"/><Relationship Id="rId21" Type="http://schemas.openxmlformats.org/officeDocument/2006/relationships/image" Target="../media/image132.png"/><Relationship Id="rId7" Type="http://schemas.openxmlformats.org/officeDocument/2006/relationships/image" Target="../media/image125.png"/><Relationship Id="rId12" Type="http://schemas.openxmlformats.org/officeDocument/2006/relationships/customXml" Target="../ink/ink160.xml"/><Relationship Id="rId17" Type="http://schemas.openxmlformats.org/officeDocument/2006/relationships/image" Target="../media/image130.png"/><Relationship Id="rId25" Type="http://schemas.openxmlformats.org/officeDocument/2006/relationships/customXml" Target="../ink/ink166.xml"/><Relationship Id="rId2" Type="http://schemas.openxmlformats.org/officeDocument/2006/relationships/notesSlide" Target="../notesSlides/notesSlide16.xml"/><Relationship Id="rId16" Type="http://schemas.openxmlformats.org/officeDocument/2006/relationships/customXml" Target="../ink/ink162.xml"/><Relationship Id="rId20" Type="http://schemas.openxmlformats.org/officeDocument/2006/relationships/customXml" Target="../ink/ink164.xml"/><Relationship Id="rId29" Type="http://schemas.openxmlformats.org/officeDocument/2006/relationships/customXml" Target="../ink/ink168.xml"/><Relationship Id="rId1" Type="http://schemas.openxmlformats.org/officeDocument/2006/relationships/slideLayout" Target="../slideLayouts/slideLayout7.xml"/><Relationship Id="rId6" Type="http://schemas.openxmlformats.org/officeDocument/2006/relationships/customXml" Target="../ink/ink157.xml"/><Relationship Id="rId11" Type="http://schemas.openxmlformats.org/officeDocument/2006/relationships/image" Target="../media/image127.png"/><Relationship Id="rId24" Type="http://schemas.openxmlformats.org/officeDocument/2006/relationships/image" Target="../media/image134.png"/><Relationship Id="rId5" Type="http://schemas.openxmlformats.org/officeDocument/2006/relationships/image" Target="../media/image124.png"/><Relationship Id="rId15" Type="http://schemas.openxmlformats.org/officeDocument/2006/relationships/image" Target="../media/image129.png"/><Relationship Id="rId23" Type="http://schemas.openxmlformats.org/officeDocument/2006/relationships/image" Target="../media/image133.png"/><Relationship Id="rId28" Type="http://schemas.openxmlformats.org/officeDocument/2006/relationships/image" Target="../media/image136.png"/><Relationship Id="rId10" Type="http://schemas.openxmlformats.org/officeDocument/2006/relationships/customXml" Target="../ink/ink159.xml"/><Relationship Id="rId19" Type="http://schemas.openxmlformats.org/officeDocument/2006/relationships/image" Target="../media/image131.png"/><Relationship Id="rId4" Type="http://schemas.openxmlformats.org/officeDocument/2006/relationships/customXml" Target="../ink/ink156.xml"/><Relationship Id="rId9" Type="http://schemas.openxmlformats.org/officeDocument/2006/relationships/image" Target="../media/image126.png"/><Relationship Id="rId14" Type="http://schemas.openxmlformats.org/officeDocument/2006/relationships/customXml" Target="../ink/ink161.xml"/><Relationship Id="rId22" Type="http://schemas.openxmlformats.org/officeDocument/2006/relationships/customXml" Target="../ink/ink165.xml"/><Relationship Id="rId27" Type="http://schemas.openxmlformats.org/officeDocument/2006/relationships/customXml" Target="../ink/ink167.xml"/><Relationship Id="rId30" Type="http://schemas.openxmlformats.org/officeDocument/2006/relationships/image" Target="../media/image137.png"/></Relationships>
</file>

<file path=ppt/slides/_rels/slide1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customXml" Target="../ink/ink171.xml"/><Relationship Id="rId3" Type="http://schemas.openxmlformats.org/officeDocument/2006/relationships/image" Target="../media/image122.png"/><Relationship Id="rId7" Type="http://schemas.openxmlformats.org/officeDocument/2006/relationships/image" Target="../media/image14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customXml" Target="../ink/ink170.xml"/><Relationship Id="rId11" Type="http://schemas.openxmlformats.org/officeDocument/2006/relationships/image" Target="../media/image142.png"/><Relationship Id="rId5" Type="http://schemas.openxmlformats.org/officeDocument/2006/relationships/image" Target="../media/image139.png"/><Relationship Id="rId10" Type="http://schemas.openxmlformats.org/officeDocument/2006/relationships/customXml" Target="../ink/ink172.xml"/><Relationship Id="rId4" Type="http://schemas.openxmlformats.org/officeDocument/2006/relationships/customXml" Target="../ink/ink169.xml"/><Relationship Id="rId9" Type="http://schemas.openxmlformats.org/officeDocument/2006/relationships/image" Target="../media/image141.png"/></Relationships>
</file>

<file path=ppt/slides/_rels/slide21.xml.rels><?xml version="1.0" encoding="UTF-8" standalone="yes"?>
<Relationships xmlns="http://schemas.openxmlformats.org/package/2006/relationships"><Relationship Id="rId8" Type="http://schemas.openxmlformats.org/officeDocument/2006/relationships/customXml" Target="../ink/ink175.xml"/><Relationship Id="rId13" Type="http://schemas.openxmlformats.org/officeDocument/2006/relationships/image" Target="../media/image148.png"/><Relationship Id="rId3" Type="http://schemas.openxmlformats.org/officeDocument/2006/relationships/image" Target="../media/image143.png"/><Relationship Id="rId7" Type="http://schemas.openxmlformats.org/officeDocument/2006/relationships/image" Target="../media/image145.png"/><Relationship Id="rId12" Type="http://schemas.openxmlformats.org/officeDocument/2006/relationships/customXml" Target="../ink/ink177.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customXml" Target="../ink/ink174.xml"/><Relationship Id="rId11" Type="http://schemas.openxmlformats.org/officeDocument/2006/relationships/image" Target="../media/image147.png"/><Relationship Id="rId5" Type="http://schemas.openxmlformats.org/officeDocument/2006/relationships/image" Target="../media/image144.png"/><Relationship Id="rId15" Type="http://schemas.openxmlformats.org/officeDocument/2006/relationships/image" Target="../media/image149.png"/><Relationship Id="rId10" Type="http://schemas.openxmlformats.org/officeDocument/2006/relationships/customXml" Target="../ink/ink176.xml"/><Relationship Id="rId4" Type="http://schemas.openxmlformats.org/officeDocument/2006/relationships/customXml" Target="../ink/ink173.xml"/><Relationship Id="rId9" Type="http://schemas.openxmlformats.org/officeDocument/2006/relationships/image" Target="../media/image146.png"/><Relationship Id="rId14" Type="http://schemas.openxmlformats.org/officeDocument/2006/relationships/customXml" Target="../ink/ink178.xml"/></Relationships>
</file>

<file path=ppt/slides/_rels/slide2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51.png"/></Relationships>
</file>

<file path=ppt/slides/_rels/slide2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3" Type="http://schemas.openxmlformats.org/officeDocument/2006/relationships/image" Target="../media/image158.png"/><Relationship Id="rId18" Type="http://schemas.openxmlformats.org/officeDocument/2006/relationships/customXml" Target="../ink/ink186.xml"/><Relationship Id="rId26" Type="http://schemas.openxmlformats.org/officeDocument/2006/relationships/customXml" Target="../ink/ink190.xml"/><Relationship Id="rId3" Type="http://schemas.openxmlformats.org/officeDocument/2006/relationships/image" Target="../media/image153.png"/><Relationship Id="rId21" Type="http://schemas.openxmlformats.org/officeDocument/2006/relationships/image" Target="../media/image162.png"/><Relationship Id="rId34" Type="http://schemas.openxmlformats.org/officeDocument/2006/relationships/customXml" Target="../ink/ink194.xml"/><Relationship Id="rId7" Type="http://schemas.openxmlformats.org/officeDocument/2006/relationships/image" Target="../media/image155.png"/><Relationship Id="rId12" Type="http://schemas.openxmlformats.org/officeDocument/2006/relationships/customXml" Target="../ink/ink183.xml"/><Relationship Id="rId17" Type="http://schemas.openxmlformats.org/officeDocument/2006/relationships/image" Target="../media/image160.png"/><Relationship Id="rId25" Type="http://schemas.openxmlformats.org/officeDocument/2006/relationships/image" Target="../media/image164.png"/><Relationship Id="rId33" Type="http://schemas.openxmlformats.org/officeDocument/2006/relationships/image" Target="../media/image168.png"/><Relationship Id="rId2" Type="http://schemas.openxmlformats.org/officeDocument/2006/relationships/notesSlide" Target="../notesSlides/notesSlide22.xml"/><Relationship Id="rId16" Type="http://schemas.openxmlformats.org/officeDocument/2006/relationships/customXml" Target="../ink/ink185.xml"/><Relationship Id="rId20" Type="http://schemas.openxmlformats.org/officeDocument/2006/relationships/customXml" Target="../ink/ink187.xml"/><Relationship Id="rId29" Type="http://schemas.openxmlformats.org/officeDocument/2006/relationships/image" Target="../media/image166.png"/><Relationship Id="rId1" Type="http://schemas.openxmlformats.org/officeDocument/2006/relationships/slideLayout" Target="../slideLayouts/slideLayout7.xml"/><Relationship Id="rId6" Type="http://schemas.openxmlformats.org/officeDocument/2006/relationships/customXml" Target="../ink/ink180.xml"/><Relationship Id="rId11" Type="http://schemas.openxmlformats.org/officeDocument/2006/relationships/image" Target="../media/image157.png"/><Relationship Id="rId24" Type="http://schemas.openxmlformats.org/officeDocument/2006/relationships/customXml" Target="../ink/ink189.xml"/><Relationship Id="rId32" Type="http://schemas.openxmlformats.org/officeDocument/2006/relationships/customXml" Target="../ink/ink193.xml"/><Relationship Id="rId5" Type="http://schemas.openxmlformats.org/officeDocument/2006/relationships/image" Target="../media/image154.png"/><Relationship Id="rId15" Type="http://schemas.openxmlformats.org/officeDocument/2006/relationships/image" Target="../media/image159.png"/><Relationship Id="rId23" Type="http://schemas.openxmlformats.org/officeDocument/2006/relationships/image" Target="../media/image163.png"/><Relationship Id="rId28" Type="http://schemas.openxmlformats.org/officeDocument/2006/relationships/customXml" Target="../ink/ink191.xml"/><Relationship Id="rId10" Type="http://schemas.openxmlformats.org/officeDocument/2006/relationships/customXml" Target="../ink/ink182.xml"/><Relationship Id="rId19" Type="http://schemas.openxmlformats.org/officeDocument/2006/relationships/image" Target="../media/image161.png"/><Relationship Id="rId31" Type="http://schemas.openxmlformats.org/officeDocument/2006/relationships/image" Target="../media/image167.png"/><Relationship Id="rId4" Type="http://schemas.openxmlformats.org/officeDocument/2006/relationships/customXml" Target="../ink/ink179.xml"/><Relationship Id="rId9" Type="http://schemas.openxmlformats.org/officeDocument/2006/relationships/image" Target="../media/image156.png"/><Relationship Id="rId14" Type="http://schemas.openxmlformats.org/officeDocument/2006/relationships/customXml" Target="../ink/ink184.xml"/><Relationship Id="rId22" Type="http://schemas.openxmlformats.org/officeDocument/2006/relationships/customXml" Target="../ink/ink188.xml"/><Relationship Id="rId27" Type="http://schemas.openxmlformats.org/officeDocument/2006/relationships/image" Target="../media/image165.png"/><Relationship Id="rId30" Type="http://schemas.openxmlformats.org/officeDocument/2006/relationships/customXml" Target="../ink/ink192.xml"/><Relationship Id="rId35" Type="http://schemas.openxmlformats.org/officeDocument/2006/relationships/image" Target="../media/image169.png"/><Relationship Id="rId8" Type="http://schemas.openxmlformats.org/officeDocument/2006/relationships/customXml" Target="../ink/ink181.xml"/></Relationships>
</file>

<file path=ppt/slides/_rels/slide2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customXml" Target="../ink/ink197.xml"/><Relationship Id="rId3" Type="http://schemas.openxmlformats.org/officeDocument/2006/relationships/image" Target="../media/image170.png"/><Relationship Id="rId7" Type="http://schemas.openxmlformats.org/officeDocument/2006/relationships/image" Target="../media/image17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customXml" Target="../ink/ink196.xml"/><Relationship Id="rId11" Type="http://schemas.openxmlformats.org/officeDocument/2006/relationships/image" Target="../media/image174.png"/><Relationship Id="rId5" Type="http://schemas.openxmlformats.org/officeDocument/2006/relationships/image" Target="../media/image171.png"/><Relationship Id="rId10" Type="http://schemas.openxmlformats.org/officeDocument/2006/relationships/customXml" Target="../ink/ink198.xml"/><Relationship Id="rId4" Type="http://schemas.openxmlformats.org/officeDocument/2006/relationships/customXml" Target="../ink/ink195.xml"/><Relationship Id="rId9" Type="http://schemas.openxmlformats.org/officeDocument/2006/relationships/image" Target="../media/image173.png"/></Relationships>
</file>

<file path=ppt/slides/_rels/slide27.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customXml" Target="../ink/ink203.xml"/><Relationship Id="rId3" Type="http://schemas.openxmlformats.org/officeDocument/2006/relationships/image" Target="../media/image175.png"/><Relationship Id="rId7" Type="http://schemas.openxmlformats.org/officeDocument/2006/relationships/customXml" Target="../ink/ink200.xml"/><Relationship Id="rId12" Type="http://schemas.openxmlformats.org/officeDocument/2006/relationships/image" Target="../media/image180.png"/><Relationship Id="rId2" Type="http://schemas.openxmlformats.org/officeDocument/2006/relationships/notesSlide" Target="../notesSlides/notesSlide25.xml"/><Relationship Id="rId16" Type="http://schemas.openxmlformats.org/officeDocument/2006/relationships/image" Target="../media/image182.png"/><Relationship Id="rId1" Type="http://schemas.openxmlformats.org/officeDocument/2006/relationships/slideLayout" Target="../slideLayouts/slideLayout7.xml"/><Relationship Id="rId6" Type="http://schemas.openxmlformats.org/officeDocument/2006/relationships/image" Target="../media/image177.png"/><Relationship Id="rId11" Type="http://schemas.openxmlformats.org/officeDocument/2006/relationships/customXml" Target="../ink/ink202.xml"/><Relationship Id="rId5" Type="http://schemas.openxmlformats.org/officeDocument/2006/relationships/customXml" Target="../ink/ink199.xml"/><Relationship Id="rId15" Type="http://schemas.openxmlformats.org/officeDocument/2006/relationships/customXml" Target="../ink/ink204.xml"/><Relationship Id="rId10" Type="http://schemas.openxmlformats.org/officeDocument/2006/relationships/image" Target="../media/image179.png"/><Relationship Id="rId4" Type="http://schemas.openxmlformats.org/officeDocument/2006/relationships/image" Target="../media/image176.png"/><Relationship Id="rId9" Type="http://schemas.openxmlformats.org/officeDocument/2006/relationships/customXml" Target="../ink/ink201.xml"/><Relationship Id="rId14" Type="http://schemas.openxmlformats.org/officeDocument/2006/relationships/image" Target="../media/image181.png"/></Relationships>
</file>

<file path=ppt/slides/_rels/slide28.xml.rels><?xml version="1.0" encoding="UTF-8" standalone="yes"?>
<Relationships xmlns="http://schemas.openxmlformats.org/package/2006/relationships"><Relationship Id="rId8" Type="http://schemas.openxmlformats.org/officeDocument/2006/relationships/customXml" Target="../ink/ink207.xml"/><Relationship Id="rId3" Type="http://schemas.openxmlformats.org/officeDocument/2006/relationships/customXml" Target="../ink/ink205.xml"/><Relationship Id="rId7" Type="http://schemas.openxmlformats.org/officeDocument/2006/relationships/image" Target="../media/image18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customXml" Target="../ink/ink206.xml"/><Relationship Id="rId5" Type="http://schemas.openxmlformats.org/officeDocument/2006/relationships/image" Target="../media/image183.png"/><Relationship Id="rId10" Type="http://schemas.openxmlformats.org/officeDocument/2006/relationships/image" Target="../media/image110.png"/><Relationship Id="rId4" Type="http://schemas.openxmlformats.org/officeDocument/2006/relationships/image" Target="../media/image137.png"/><Relationship Id="rId9" Type="http://schemas.openxmlformats.org/officeDocument/2006/relationships/image" Target="../media/image18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FC54D6-B490-A890-70DB-5E736C7C0930}"/>
              </a:ext>
            </a:extLst>
          </p:cNvPr>
          <p:cNvSpPr/>
          <p:nvPr/>
        </p:nvSpPr>
        <p:spPr>
          <a:xfrm>
            <a:off x="205562" y="164804"/>
            <a:ext cx="11780875" cy="65283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3" name="TextBox 2">
            <a:extLst>
              <a:ext uri="{FF2B5EF4-FFF2-40B4-BE49-F238E27FC236}">
                <a16:creationId xmlns:a16="http://schemas.microsoft.com/office/drawing/2014/main" id="{C7289126-7415-00C1-46FD-D82B805FBB8B}"/>
              </a:ext>
            </a:extLst>
          </p:cNvPr>
          <p:cNvSpPr txBox="1"/>
          <p:nvPr/>
        </p:nvSpPr>
        <p:spPr>
          <a:xfrm>
            <a:off x="3657600" y="340242"/>
            <a:ext cx="4455042" cy="369332"/>
          </a:xfrm>
          <a:prstGeom prst="rect">
            <a:avLst/>
          </a:prstGeom>
          <a:noFill/>
        </p:spPr>
        <p:txBody>
          <a:bodyPr wrap="square" rtlCol="0">
            <a:spAutoFit/>
          </a:bodyPr>
          <a:lstStyle/>
          <a:p>
            <a:r>
              <a:rPr lang="en-ZA" dirty="0"/>
              <a:t>Typical flow of transactions </a:t>
            </a:r>
          </a:p>
        </p:txBody>
      </p:sp>
      <p:sp>
        <p:nvSpPr>
          <p:cNvPr id="4" name="Rectangle: Rounded Corners 3">
            <a:extLst>
              <a:ext uri="{FF2B5EF4-FFF2-40B4-BE49-F238E27FC236}">
                <a16:creationId xmlns:a16="http://schemas.microsoft.com/office/drawing/2014/main" id="{F306870F-C830-A79D-6299-24EF28B8B334}"/>
              </a:ext>
            </a:extLst>
          </p:cNvPr>
          <p:cNvSpPr/>
          <p:nvPr/>
        </p:nvSpPr>
        <p:spPr>
          <a:xfrm>
            <a:off x="446567" y="1137684"/>
            <a:ext cx="2519917" cy="7655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200" dirty="0"/>
              <a:t>Mine or buyer creates route, the one that creates the route is the </a:t>
            </a:r>
            <a:r>
              <a:rPr lang="en-ZA" sz="1400" b="1" u="sng" dirty="0"/>
              <a:t>route master </a:t>
            </a:r>
            <a:r>
              <a:rPr lang="en-ZA" sz="1200" dirty="0"/>
              <a:t>– aka pay master</a:t>
            </a:r>
          </a:p>
        </p:txBody>
      </p:sp>
      <p:sp>
        <p:nvSpPr>
          <p:cNvPr id="5" name="Rectangle: Rounded Corners 4">
            <a:extLst>
              <a:ext uri="{FF2B5EF4-FFF2-40B4-BE49-F238E27FC236}">
                <a16:creationId xmlns:a16="http://schemas.microsoft.com/office/drawing/2014/main" id="{3BF440C1-B953-C08B-0D48-40B121D58785}"/>
              </a:ext>
            </a:extLst>
          </p:cNvPr>
          <p:cNvSpPr/>
          <p:nvPr/>
        </p:nvSpPr>
        <p:spPr>
          <a:xfrm>
            <a:off x="3535325" y="1137684"/>
            <a:ext cx="3742661" cy="893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28600" indent="-228600">
              <a:buFont typeface="Wingdings" panose="05000000000000000000" pitchFamily="2" charset="2"/>
              <a:buChar char="§"/>
            </a:pPr>
            <a:r>
              <a:rPr lang="en-ZA" sz="1200" dirty="0"/>
              <a:t>Uploads loading and offloading pins</a:t>
            </a:r>
          </a:p>
          <a:p>
            <a:pPr marL="228600" indent="-228600">
              <a:buFont typeface="Wingdings" panose="05000000000000000000" pitchFamily="2" charset="2"/>
              <a:buChar char="§"/>
            </a:pPr>
            <a:r>
              <a:rPr lang="en-ZA" sz="1200" dirty="0"/>
              <a:t>Uploads route details( rates, payment terms, commodity, diesel, working hours, ton allocation)</a:t>
            </a:r>
          </a:p>
          <a:p>
            <a:pPr marL="228600" indent="-228600">
              <a:buFont typeface="Wingdings" panose="05000000000000000000" pitchFamily="2" charset="2"/>
              <a:buChar char="§"/>
            </a:pPr>
            <a:r>
              <a:rPr lang="en-ZA" sz="1200" dirty="0"/>
              <a:t> creates waybill details </a:t>
            </a:r>
          </a:p>
        </p:txBody>
      </p:sp>
      <p:sp>
        <p:nvSpPr>
          <p:cNvPr id="6" name="Rectangle: Rounded Corners 5">
            <a:extLst>
              <a:ext uri="{FF2B5EF4-FFF2-40B4-BE49-F238E27FC236}">
                <a16:creationId xmlns:a16="http://schemas.microsoft.com/office/drawing/2014/main" id="{5E2B31F6-8F1A-1675-08C5-EBD0096C24AC}"/>
              </a:ext>
            </a:extLst>
          </p:cNvPr>
          <p:cNvSpPr/>
          <p:nvPr/>
        </p:nvSpPr>
        <p:spPr>
          <a:xfrm>
            <a:off x="7891130" y="1127052"/>
            <a:ext cx="3636335" cy="165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ZA" sz="1400" dirty="0"/>
              <a:t>These details get sent to me ( to our control portal) for me to approve (and do DD) and I  send to a transporter.</a:t>
            </a:r>
          </a:p>
          <a:p>
            <a:pPr marL="342900" indent="-342900">
              <a:buFont typeface="+mj-lt"/>
              <a:buAutoNum type="arabicPeriod"/>
            </a:pPr>
            <a:r>
              <a:rPr lang="en-ZA" sz="1400" dirty="0"/>
              <a:t>Trans does work –</a:t>
            </a:r>
          </a:p>
          <a:p>
            <a:pPr marL="342900" indent="-342900">
              <a:buFont typeface="+mj-lt"/>
              <a:buAutoNum type="arabicPeriod"/>
            </a:pPr>
            <a:r>
              <a:rPr lang="en-ZA" sz="1400" dirty="0"/>
              <a:t>I invoice route master, </a:t>
            </a:r>
          </a:p>
          <a:p>
            <a:pPr marL="342900" indent="-342900">
              <a:buFont typeface="+mj-lt"/>
              <a:buAutoNum type="arabicPeriod"/>
            </a:pPr>
            <a:r>
              <a:rPr lang="en-ZA" sz="1400" dirty="0"/>
              <a:t>I pay trans</a:t>
            </a:r>
          </a:p>
        </p:txBody>
      </p:sp>
      <p:sp>
        <p:nvSpPr>
          <p:cNvPr id="7" name="Arrow: Right 6">
            <a:extLst>
              <a:ext uri="{FF2B5EF4-FFF2-40B4-BE49-F238E27FC236}">
                <a16:creationId xmlns:a16="http://schemas.microsoft.com/office/drawing/2014/main" id="{87306F57-7483-CB61-06F7-ACB182028DAF}"/>
              </a:ext>
            </a:extLst>
          </p:cNvPr>
          <p:cNvSpPr/>
          <p:nvPr/>
        </p:nvSpPr>
        <p:spPr>
          <a:xfrm>
            <a:off x="2961167" y="1371600"/>
            <a:ext cx="574158" cy="29771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ln w="0"/>
              <a:solidFill>
                <a:schemeClr val="accent1"/>
              </a:solidFill>
              <a:effectLst>
                <a:outerShdw blurRad="38100" dist="25400" dir="5400000" algn="ctr" rotWithShape="0">
                  <a:srgbClr val="6E747A">
                    <a:alpha val="43000"/>
                  </a:srgbClr>
                </a:outerShdw>
              </a:effectLst>
            </a:endParaRPr>
          </a:p>
        </p:txBody>
      </p:sp>
      <p:sp>
        <p:nvSpPr>
          <p:cNvPr id="8" name="Arrow: Right 7">
            <a:extLst>
              <a:ext uri="{FF2B5EF4-FFF2-40B4-BE49-F238E27FC236}">
                <a16:creationId xmlns:a16="http://schemas.microsoft.com/office/drawing/2014/main" id="{ED2DE1A1-FFBB-D0DB-3285-8F1D0608E13A}"/>
              </a:ext>
            </a:extLst>
          </p:cNvPr>
          <p:cNvSpPr/>
          <p:nvPr/>
        </p:nvSpPr>
        <p:spPr>
          <a:xfrm>
            <a:off x="7297479" y="1371600"/>
            <a:ext cx="574158" cy="29771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ln w="0"/>
              <a:solidFill>
                <a:schemeClr val="accent1"/>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43799381-EC86-B18D-7BE4-FF3801CE35EE}"/>
              </a:ext>
            </a:extLst>
          </p:cNvPr>
          <p:cNvSpPr/>
          <p:nvPr/>
        </p:nvSpPr>
        <p:spPr>
          <a:xfrm>
            <a:off x="12548190" y="435636"/>
            <a:ext cx="1733107" cy="191415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sz="1400" dirty="0"/>
              <a:t>Depending on the deal – the trans can invoice the pay master , then I invoice the trans. Or I invoice pay master and trans invoices me </a:t>
            </a:r>
          </a:p>
        </p:txBody>
      </p:sp>
      <p:sp>
        <p:nvSpPr>
          <p:cNvPr id="10" name="Rectangle: Rounded Corners 9">
            <a:extLst>
              <a:ext uri="{FF2B5EF4-FFF2-40B4-BE49-F238E27FC236}">
                <a16:creationId xmlns:a16="http://schemas.microsoft.com/office/drawing/2014/main" id="{671B7CC2-0FE2-82E7-5114-EA679306BCD0}"/>
              </a:ext>
            </a:extLst>
          </p:cNvPr>
          <p:cNvSpPr/>
          <p:nvPr/>
        </p:nvSpPr>
        <p:spPr>
          <a:xfrm>
            <a:off x="404036" y="2910663"/>
            <a:ext cx="2360428" cy="6432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Mine wants buyer. </a:t>
            </a:r>
          </a:p>
        </p:txBody>
      </p:sp>
      <p:sp>
        <p:nvSpPr>
          <p:cNvPr id="11" name="Rectangle: Rounded Corners 10">
            <a:extLst>
              <a:ext uri="{FF2B5EF4-FFF2-40B4-BE49-F238E27FC236}">
                <a16:creationId xmlns:a16="http://schemas.microsoft.com/office/drawing/2014/main" id="{8A7FE307-01F8-8F93-12A8-D7B6216D7F2F}"/>
              </a:ext>
            </a:extLst>
          </p:cNvPr>
          <p:cNvSpPr/>
          <p:nvPr/>
        </p:nvSpPr>
        <p:spPr>
          <a:xfrm>
            <a:off x="361505" y="4561367"/>
            <a:ext cx="2402959" cy="7655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Buyer wants product </a:t>
            </a:r>
          </a:p>
        </p:txBody>
      </p:sp>
      <p:sp>
        <p:nvSpPr>
          <p:cNvPr id="12" name="Rectangle: Rounded Corners 11">
            <a:extLst>
              <a:ext uri="{FF2B5EF4-FFF2-40B4-BE49-F238E27FC236}">
                <a16:creationId xmlns:a16="http://schemas.microsoft.com/office/drawing/2014/main" id="{07591EEA-BB2E-02E5-8C5B-699285CD59A1}"/>
              </a:ext>
            </a:extLst>
          </p:cNvPr>
          <p:cNvSpPr/>
          <p:nvPr/>
        </p:nvSpPr>
        <p:spPr>
          <a:xfrm>
            <a:off x="3143692" y="2658138"/>
            <a:ext cx="2665228" cy="11616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200" dirty="0"/>
              <a:t>1. Uploads product details ( spec, price, terms )- gets sent to me </a:t>
            </a:r>
          </a:p>
          <a:p>
            <a:pPr algn="ctr"/>
            <a:endParaRPr lang="en-ZA" sz="1200" dirty="0"/>
          </a:p>
          <a:p>
            <a:pPr algn="ctr"/>
            <a:r>
              <a:rPr lang="en-ZA" sz="1200" dirty="0"/>
              <a:t>2. I find suitable buyer- he becomes a route master and creates route </a:t>
            </a:r>
          </a:p>
        </p:txBody>
      </p:sp>
      <p:sp>
        <p:nvSpPr>
          <p:cNvPr id="13" name="Arrow: Right 12">
            <a:extLst>
              <a:ext uri="{FF2B5EF4-FFF2-40B4-BE49-F238E27FC236}">
                <a16:creationId xmlns:a16="http://schemas.microsoft.com/office/drawing/2014/main" id="{BF6A100F-A2E6-9495-DD84-81C572237448}"/>
              </a:ext>
            </a:extLst>
          </p:cNvPr>
          <p:cNvSpPr/>
          <p:nvPr/>
        </p:nvSpPr>
        <p:spPr>
          <a:xfrm>
            <a:off x="2658139" y="3090087"/>
            <a:ext cx="574158" cy="29771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ln w="0"/>
              <a:solidFill>
                <a:schemeClr val="accent1"/>
              </a:solidFill>
              <a:effectLst>
                <a:outerShdw blurRad="38100" dist="25400" dir="5400000" algn="ctr" rotWithShape="0">
                  <a:srgbClr val="6E747A">
                    <a:alpha val="43000"/>
                  </a:srgbClr>
                </a:outerShdw>
              </a:effectLst>
            </a:endParaRPr>
          </a:p>
        </p:txBody>
      </p:sp>
      <p:sp>
        <p:nvSpPr>
          <p:cNvPr id="23" name="Rectangle: Rounded Corners 22">
            <a:extLst>
              <a:ext uri="{FF2B5EF4-FFF2-40B4-BE49-F238E27FC236}">
                <a16:creationId xmlns:a16="http://schemas.microsoft.com/office/drawing/2014/main" id="{684FC0F0-9F6E-A83E-E773-E4B564ACB1C6}"/>
              </a:ext>
            </a:extLst>
          </p:cNvPr>
          <p:cNvSpPr/>
          <p:nvPr/>
        </p:nvSpPr>
        <p:spPr>
          <a:xfrm>
            <a:off x="3150564" y="4440892"/>
            <a:ext cx="2665228" cy="11616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200" dirty="0"/>
              <a:t>1. Uploads product details ( spec, price, terms )- gets sent to me </a:t>
            </a:r>
          </a:p>
          <a:p>
            <a:pPr algn="ctr"/>
            <a:endParaRPr lang="en-ZA" sz="1200" dirty="0"/>
          </a:p>
          <a:p>
            <a:pPr algn="ctr"/>
            <a:r>
              <a:rPr lang="en-ZA" sz="1200" dirty="0"/>
              <a:t>2. I find suitable mine- buyer becomes a route master and creates route </a:t>
            </a:r>
          </a:p>
        </p:txBody>
      </p: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C29336F1-5E97-FB7E-7517-E550DD18869C}"/>
                  </a:ext>
                </a:extLst>
              </p14:cNvPr>
              <p14:cNvContentPartPr/>
              <p14:nvPr/>
            </p14:nvContentPartPr>
            <p14:xfrm>
              <a:off x="5837392" y="2119002"/>
              <a:ext cx="369360" cy="1124280"/>
            </p14:xfrm>
          </p:contentPart>
        </mc:Choice>
        <mc:Fallback xmlns="">
          <p:pic>
            <p:nvPicPr>
              <p:cNvPr id="25" name="Ink 24">
                <a:extLst>
                  <a:ext uri="{FF2B5EF4-FFF2-40B4-BE49-F238E27FC236}">
                    <a16:creationId xmlns:a16="http://schemas.microsoft.com/office/drawing/2014/main" id="{C29336F1-5E97-FB7E-7517-E550DD18869C}"/>
                  </a:ext>
                </a:extLst>
              </p:cNvPr>
              <p:cNvPicPr/>
              <p:nvPr/>
            </p:nvPicPr>
            <p:blipFill>
              <a:blip r:embed="rId4"/>
              <a:stretch>
                <a:fillRect/>
              </a:stretch>
            </p:blipFill>
            <p:spPr>
              <a:xfrm>
                <a:off x="5801392" y="2083362"/>
                <a:ext cx="441000" cy="1195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a:extLst>
                  <a:ext uri="{FF2B5EF4-FFF2-40B4-BE49-F238E27FC236}">
                    <a16:creationId xmlns:a16="http://schemas.microsoft.com/office/drawing/2014/main" id="{235F52FB-6F11-400F-9E13-6C0B44C24531}"/>
                  </a:ext>
                </a:extLst>
              </p14:cNvPr>
              <p14:cNvContentPartPr/>
              <p14:nvPr/>
            </p14:nvContentPartPr>
            <p14:xfrm>
              <a:off x="5858272" y="2157162"/>
              <a:ext cx="693360" cy="2808720"/>
            </p14:xfrm>
          </p:contentPart>
        </mc:Choice>
        <mc:Fallback xmlns="">
          <p:pic>
            <p:nvPicPr>
              <p:cNvPr id="26" name="Ink 25">
                <a:extLst>
                  <a:ext uri="{FF2B5EF4-FFF2-40B4-BE49-F238E27FC236}">
                    <a16:creationId xmlns:a16="http://schemas.microsoft.com/office/drawing/2014/main" id="{235F52FB-6F11-400F-9E13-6C0B44C24531}"/>
                  </a:ext>
                </a:extLst>
              </p:cNvPr>
              <p:cNvPicPr/>
              <p:nvPr/>
            </p:nvPicPr>
            <p:blipFill>
              <a:blip r:embed="rId6"/>
              <a:stretch>
                <a:fillRect/>
              </a:stretch>
            </p:blipFill>
            <p:spPr>
              <a:xfrm>
                <a:off x="5822632" y="2121162"/>
                <a:ext cx="765000" cy="2880360"/>
              </a:xfrm>
              <a:prstGeom prst="rect">
                <a:avLst/>
              </a:prstGeom>
            </p:spPr>
          </p:pic>
        </mc:Fallback>
      </mc:AlternateContent>
      <p:sp>
        <p:nvSpPr>
          <p:cNvPr id="27" name="Rectangle 26">
            <a:extLst>
              <a:ext uri="{FF2B5EF4-FFF2-40B4-BE49-F238E27FC236}">
                <a16:creationId xmlns:a16="http://schemas.microsoft.com/office/drawing/2014/main" id="{F9C15A5C-A96F-A443-54D9-6E2DD00A58C5}"/>
              </a:ext>
            </a:extLst>
          </p:cNvPr>
          <p:cNvSpPr/>
          <p:nvPr/>
        </p:nvSpPr>
        <p:spPr>
          <a:xfrm>
            <a:off x="-2342058" y="3269077"/>
            <a:ext cx="1642730" cy="223682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Here we get commission, from either the mine or buyer , whoever requests our service </a:t>
            </a:r>
          </a:p>
        </p:txBody>
      </p:sp>
      <p:grpSp>
        <p:nvGrpSpPr>
          <p:cNvPr id="30" name="Group 29">
            <a:extLst>
              <a:ext uri="{FF2B5EF4-FFF2-40B4-BE49-F238E27FC236}">
                <a16:creationId xmlns:a16="http://schemas.microsoft.com/office/drawing/2014/main" id="{9255D198-C33A-B128-7E69-ED8067C51BBD}"/>
              </a:ext>
            </a:extLst>
          </p:cNvPr>
          <p:cNvGrpSpPr/>
          <p:nvPr/>
        </p:nvGrpSpPr>
        <p:grpSpPr>
          <a:xfrm>
            <a:off x="-669968" y="3178842"/>
            <a:ext cx="1009800" cy="245880"/>
            <a:chOff x="-669968" y="3178842"/>
            <a:chExt cx="1009800" cy="245880"/>
          </a:xfrm>
        </p:grpSpPr>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083A3347-8002-21EA-4226-A54F99F10830}"/>
                    </a:ext>
                  </a:extLst>
                </p14:cNvPr>
                <p14:cNvContentPartPr/>
                <p14:nvPr/>
              </p14:nvContentPartPr>
              <p14:xfrm>
                <a:off x="-669968" y="3230682"/>
                <a:ext cx="788760" cy="194040"/>
              </p14:xfrm>
            </p:contentPart>
          </mc:Choice>
          <mc:Fallback xmlns="">
            <p:pic>
              <p:nvPicPr>
                <p:cNvPr id="28" name="Ink 27">
                  <a:extLst>
                    <a:ext uri="{FF2B5EF4-FFF2-40B4-BE49-F238E27FC236}">
                      <a16:creationId xmlns:a16="http://schemas.microsoft.com/office/drawing/2014/main" id="{083A3347-8002-21EA-4226-A54F99F10830}"/>
                    </a:ext>
                  </a:extLst>
                </p:cNvPr>
                <p:cNvPicPr/>
                <p:nvPr/>
              </p:nvPicPr>
              <p:blipFill>
                <a:blip r:embed="rId8"/>
                <a:stretch>
                  <a:fillRect/>
                </a:stretch>
              </p:blipFill>
              <p:spPr>
                <a:xfrm>
                  <a:off x="-705608" y="3194682"/>
                  <a:ext cx="8604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D574C633-3623-D3E5-F077-06994BFE2038}"/>
                    </a:ext>
                  </a:extLst>
                </p14:cNvPr>
                <p14:cNvContentPartPr/>
                <p14:nvPr/>
              </p14:nvContentPartPr>
              <p14:xfrm>
                <a:off x="38512" y="3178842"/>
                <a:ext cx="301320" cy="164520"/>
              </p14:xfrm>
            </p:contentPart>
          </mc:Choice>
          <mc:Fallback xmlns="">
            <p:pic>
              <p:nvPicPr>
                <p:cNvPr id="29" name="Ink 28">
                  <a:extLst>
                    <a:ext uri="{FF2B5EF4-FFF2-40B4-BE49-F238E27FC236}">
                      <a16:creationId xmlns:a16="http://schemas.microsoft.com/office/drawing/2014/main" id="{D574C633-3623-D3E5-F077-06994BFE2038}"/>
                    </a:ext>
                  </a:extLst>
                </p:cNvPr>
                <p:cNvPicPr/>
                <p:nvPr/>
              </p:nvPicPr>
              <p:blipFill>
                <a:blip r:embed="rId10"/>
                <a:stretch>
                  <a:fillRect/>
                </a:stretch>
              </p:blipFill>
              <p:spPr>
                <a:xfrm>
                  <a:off x="2872" y="3143202"/>
                  <a:ext cx="372960" cy="236160"/>
                </a:xfrm>
                <a:prstGeom prst="rect">
                  <a:avLst/>
                </a:prstGeom>
              </p:spPr>
            </p:pic>
          </mc:Fallback>
        </mc:AlternateContent>
      </p:grpSp>
      <p:grpSp>
        <p:nvGrpSpPr>
          <p:cNvPr id="33" name="Group 32">
            <a:extLst>
              <a:ext uri="{FF2B5EF4-FFF2-40B4-BE49-F238E27FC236}">
                <a16:creationId xmlns:a16="http://schemas.microsoft.com/office/drawing/2014/main" id="{809FD9FE-8218-D7E8-FFA0-CF05C8D7620D}"/>
              </a:ext>
            </a:extLst>
          </p:cNvPr>
          <p:cNvGrpSpPr/>
          <p:nvPr/>
        </p:nvGrpSpPr>
        <p:grpSpPr>
          <a:xfrm>
            <a:off x="-755288" y="4688682"/>
            <a:ext cx="1137240" cy="394560"/>
            <a:chOff x="-755288" y="4688682"/>
            <a:chExt cx="1137240" cy="394560"/>
          </a:xfrm>
        </p:grpSpPr>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F7C53F3C-FB56-53DB-A1B2-957417A3F4B0}"/>
                    </a:ext>
                  </a:extLst>
                </p14:cNvPr>
                <p14:cNvContentPartPr/>
                <p14:nvPr/>
              </p14:nvContentPartPr>
              <p14:xfrm>
                <a:off x="-755288" y="4688682"/>
                <a:ext cx="833040" cy="288720"/>
              </p14:xfrm>
            </p:contentPart>
          </mc:Choice>
          <mc:Fallback xmlns="">
            <p:pic>
              <p:nvPicPr>
                <p:cNvPr id="31" name="Ink 30">
                  <a:extLst>
                    <a:ext uri="{FF2B5EF4-FFF2-40B4-BE49-F238E27FC236}">
                      <a16:creationId xmlns:a16="http://schemas.microsoft.com/office/drawing/2014/main" id="{F7C53F3C-FB56-53DB-A1B2-957417A3F4B0}"/>
                    </a:ext>
                  </a:extLst>
                </p:cNvPr>
                <p:cNvPicPr/>
                <p:nvPr/>
              </p:nvPicPr>
              <p:blipFill>
                <a:blip r:embed="rId12"/>
                <a:stretch>
                  <a:fillRect/>
                </a:stretch>
              </p:blipFill>
              <p:spPr>
                <a:xfrm>
                  <a:off x="-790928" y="4653042"/>
                  <a:ext cx="90468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2" name="Ink 31">
                  <a:extLst>
                    <a:ext uri="{FF2B5EF4-FFF2-40B4-BE49-F238E27FC236}">
                      <a16:creationId xmlns:a16="http://schemas.microsoft.com/office/drawing/2014/main" id="{8BB0F9A7-8004-9BB1-8A60-64B2F091D603}"/>
                    </a:ext>
                  </a:extLst>
                </p14:cNvPr>
                <p14:cNvContentPartPr/>
                <p14:nvPr/>
              </p14:nvContentPartPr>
              <p14:xfrm>
                <a:off x="-86768" y="4880202"/>
                <a:ext cx="468720" cy="203040"/>
              </p14:xfrm>
            </p:contentPart>
          </mc:Choice>
          <mc:Fallback xmlns="">
            <p:pic>
              <p:nvPicPr>
                <p:cNvPr id="32" name="Ink 31">
                  <a:extLst>
                    <a:ext uri="{FF2B5EF4-FFF2-40B4-BE49-F238E27FC236}">
                      <a16:creationId xmlns:a16="http://schemas.microsoft.com/office/drawing/2014/main" id="{8BB0F9A7-8004-9BB1-8A60-64B2F091D603}"/>
                    </a:ext>
                  </a:extLst>
                </p:cNvPr>
                <p:cNvPicPr/>
                <p:nvPr/>
              </p:nvPicPr>
              <p:blipFill>
                <a:blip r:embed="rId14"/>
                <a:stretch>
                  <a:fillRect/>
                </a:stretch>
              </p:blipFill>
              <p:spPr>
                <a:xfrm>
                  <a:off x="-122768" y="4844202"/>
                  <a:ext cx="540360" cy="274680"/>
                </a:xfrm>
                <a:prstGeom prst="rect">
                  <a:avLst/>
                </a:prstGeom>
              </p:spPr>
            </p:pic>
          </mc:Fallback>
        </mc:AlternateContent>
      </p:grpSp>
      <p:sp>
        <p:nvSpPr>
          <p:cNvPr id="22" name="Arrow: Right 21">
            <a:extLst>
              <a:ext uri="{FF2B5EF4-FFF2-40B4-BE49-F238E27FC236}">
                <a16:creationId xmlns:a16="http://schemas.microsoft.com/office/drawing/2014/main" id="{9D61E2D6-03B1-9C8D-6745-21E3A79D2DC3}"/>
              </a:ext>
            </a:extLst>
          </p:cNvPr>
          <p:cNvSpPr/>
          <p:nvPr/>
        </p:nvSpPr>
        <p:spPr>
          <a:xfrm>
            <a:off x="2658139" y="4789965"/>
            <a:ext cx="574158" cy="324735"/>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ln w="0"/>
              <a:solidFill>
                <a:schemeClr val="accent1"/>
              </a:solidFill>
              <a:effectLst>
                <a:outerShdw blurRad="38100" dist="25400" dir="5400000" algn="ctr" rotWithShape="0">
                  <a:srgbClr val="6E747A">
                    <a:alpha val="43000"/>
                  </a:srgbClr>
                </a:outerShdw>
              </a:effectLst>
            </a:endParaRPr>
          </a:p>
        </p:txBody>
      </p:sp>
      <p:sp>
        <p:nvSpPr>
          <p:cNvPr id="34" name="Rectangle 33">
            <a:extLst>
              <a:ext uri="{FF2B5EF4-FFF2-40B4-BE49-F238E27FC236}">
                <a16:creationId xmlns:a16="http://schemas.microsoft.com/office/drawing/2014/main" id="{259E900B-A1CE-F61C-A723-8140F2CA468B}"/>
              </a:ext>
            </a:extLst>
          </p:cNvPr>
          <p:cNvSpPr/>
          <p:nvPr/>
        </p:nvSpPr>
        <p:spPr>
          <a:xfrm>
            <a:off x="-2228644" y="126994"/>
            <a:ext cx="1718930" cy="191415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Here , the buyer and mine are already there , so we only getting comms from the transport </a:t>
            </a:r>
          </a:p>
        </p:txBody>
      </p:sp>
      <p:grpSp>
        <p:nvGrpSpPr>
          <p:cNvPr id="37" name="Group 36">
            <a:extLst>
              <a:ext uri="{FF2B5EF4-FFF2-40B4-BE49-F238E27FC236}">
                <a16:creationId xmlns:a16="http://schemas.microsoft.com/office/drawing/2014/main" id="{1C79958D-349C-1BF8-8249-54DAB9BB879A}"/>
              </a:ext>
            </a:extLst>
          </p:cNvPr>
          <p:cNvGrpSpPr/>
          <p:nvPr/>
        </p:nvGrpSpPr>
        <p:grpSpPr>
          <a:xfrm>
            <a:off x="-499739" y="1381722"/>
            <a:ext cx="807480" cy="187560"/>
            <a:chOff x="-499739" y="1381722"/>
            <a:chExt cx="807480" cy="187560"/>
          </a:xfrm>
        </p:grpSpPr>
        <mc:AlternateContent xmlns:mc="http://schemas.openxmlformats.org/markup-compatibility/2006" xmlns:p14="http://schemas.microsoft.com/office/powerpoint/2010/main">
          <mc:Choice Requires="p14">
            <p:contentPart p14:bwMode="auto" r:id="rId15">
              <p14:nvContentPartPr>
                <p14:cNvPr id="35" name="Ink 34">
                  <a:extLst>
                    <a:ext uri="{FF2B5EF4-FFF2-40B4-BE49-F238E27FC236}">
                      <a16:creationId xmlns:a16="http://schemas.microsoft.com/office/drawing/2014/main" id="{115BB794-AB41-5962-3A5B-77326D063D07}"/>
                    </a:ext>
                  </a:extLst>
                </p14:cNvPr>
                <p14:cNvContentPartPr/>
                <p14:nvPr/>
              </p14:nvContentPartPr>
              <p14:xfrm>
                <a:off x="-499739" y="1486842"/>
                <a:ext cx="610200" cy="23400"/>
              </p14:xfrm>
            </p:contentPart>
          </mc:Choice>
          <mc:Fallback xmlns="">
            <p:pic>
              <p:nvPicPr>
                <p:cNvPr id="35" name="Ink 34">
                  <a:extLst>
                    <a:ext uri="{FF2B5EF4-FFF2-40B4-BE49-F238E27FC236}">
                      <a16:creationId xmlns:a16="http://schemas.microsoft.com/office/drawing/2014/main" id="{115BB794-AB41-5962-3A5B-77326D063D07}"/>
                    </a:ext>
                  </a:extLst>
                </p:cNvPr>
                <p:cNvPicPr/>
                <p:nvPr/>
              </p:nvPicPr>
              <p:blipFill>
                <a:blip r:embed="rId16"/>
                <a:stretch>
                  <a:fillRect/>
                </a:stretch>
              </p:blipFill>
              <p:spPr>
                <a:xfrm>
                  <a:off x="-535739" y="1450842"/>
                  <a:ext cx="68184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6" name="Ink 35">
                  <a:extLst>
                    <a:ext uri="{FF2B5EF4-FFF2-40B4-BE49-F238E27FC236}">
                      <a16:creationId xmlns:a16="http://schemas.microsoft.com/office/drawing/2014/main" id="{AB90BEB2-7B01-3E02-E80F-70E6FD5AAE31}"/>
                    </a:ext>
                  </a:extLst>
                </p14:cNvPr>
                <p14:cNvContentPartPr/>
                <p14:nvPr/>
              </p14:nvContentPartPr>
              <p14:xfrm>
                <a:off x="119461" y="1381722"/>
                <a:ext cx="188280" cy="187560"/>
              </p14:xfrm>
            </p:contentPart>
          </mc:Choice>
          <mc:Fallback xmlns="">
            <p:pic>
              <p:nvPicPr>
                <p:cNvPr id="36" name="Ink 35">
                  <a:extLst>
                    <a:ext uri="{FF2B5EF4-FFF2-40B4-BE49-F238E27FC236}">
                      <a16:creationId xmlns:a16="http://schemas.microsoft.com/office/drawing/2014/main" id="{AB90BEB2-7B01-3E02-E80F-70E6FD5AAE31}"/>
                    </a:ext>
                  </a:extLst>
                </p:cNvPr>
                <p:cNvPicPr/>
                <p:nvPr/>
              </p:nvPicPr>
              <p:blipFill>
                <a:blip r:embed="rId18"/>
                <a:stretch>
                  <a:fillRect/>
                </a:stretch>
              </p:blipFill>
              <p:spPr>
                <a:xfrm>
                  <a:off x="83461" y="1346082"/>
                  <a:ext cx="259920" cy="259200"/>
                </a:xfrm>
                <a:prstGeom prst="rect">
                  <a:avLst/>
                </a:prstGeom>
              </p:spPr>
            </p:pic>
          </mc:Fallback>
        </mc:AlternateContent>
      </p:grpSp>
    </p:spTree>
    <p:extLst>
      <p:ext uri="{BB962C8B-B14F-4D97-AF65-F5344CB8AC3E}">
        <p14:creationId xmlns:p14="http://schemas.microsoft.com/office/powerpoint/2010/main" val="4153692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452093-D6B4-69FF-FF10-92331DDFC5A4}"/>
              </a:ext>
            </a:extLst>
          </p:cNvPr>
          <p:cNvSpPr/>
          <p:nvPr/>
        </p:nvSpPr>
        <p:spPr>
          <a:xfrm>
            <a:off x="255639" y="550606"/>
            <a:ext cx="11031793" cy="5805948"/>
          </a:xfrm>
          <a:prstGeom prst="rect">
            <a:avLst/>
          </a:prstGeom>
        </p:spPr>
        <p:style>
          <a:lnRef idx="2">
            <a:schemeClr val="accent6"/>
          </a:lnRef>
          <a:fillRef idx="1">
            <a:schemeClr val="lt1"/>
          </a:fillRef>
          <a:effectRef idx="0">
            <a:schemeClr val="accent6"/>
          </a:effectRef>
          <a:fontRef idx="minor">
            <a:schemeClr val="dk1"/>
          </a:fontRef>
        </p:style>
        <p:txBody>
          <a:bodyPr numCol="2" rtlCol="0" anchor="t"/>
          <a:lstStyle/>
          <a:p>
            <a:pPr marL="0" marR="0" lvl="0" indent="0" algn="l" defTabSz="914400" rtl="0" eaLnBrk="1" fontAlgn="auto" latinLnBrk="0" hangingPunct="1">
              <a:lnSpc>
                <a:spcPct val="100000"/>
              </a:lnSpc>
              <a:spcBef>
                <a:spcPts val="800"/>
              </a:spcBef>
              <a:spcAft>
                <a:spcPts val="400"/>
              </a:spcAft>
              <a:buClrTx/>
              <a:buSzTx/>
              <a:buFontTx/>
              <a:buNone/>
              <a:tabLst/>
              <a:defRPr/>
            </a:pPr>
            <a:r>
              <a:rPr kumimoji="0" lang="en-US" sz="2000" b="1" i="0" u="none" strike="noStrike" kern="1200" cap="none" spc="0" normalizeH="0" baseline="0" noProof="0" dirty="0">
                <a:ln>
                  <a:noFill/>
                </a:ln>
                <a:solidFill>
                  <a:srgbClr val="0F4761"/>
                </a:solidFill>
                <a:effectLst/>
                <a:uLnTx/>
                <a:uFillTx/>
                <a:latin typeface="Aptos Display" panose="020B0004020202020204" pitchFamily="34" charset="0"/>
                <a:ea typeface="Times New Roman" panose="02020603050405020304" pitchFamily="18" charset="0"/>
                <a:cs typeface="Times New Roman" panose="02020603050405020304" pitchFamily="18" charset="0"/>
              </a:rPr>
              <a:t>STEP 1 — ROUTE CREATED</a:t>
            </a:r>
            <a:endParaRPr kumimoji="0" lang="en-ZA" sz="2000" b="1" i="0" u="none" strike="noStrike" kern="1200" cap="none" spc="0" normalizeH="0" baseline="0" noProof="0" dirty="0">
              <a:ln>
                <a:noFill/>
              </a:ln>
              <a:solidFill>
                <a:srgbClr val="0F4761"/>
              </a:solidFill>
              <a:effectLst/>
              <a:uLnTx/>
              <a:uFillTx/>
              <a:latin typeface="Aptos Display"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USER:</a:t>
            </a:r>
            <a:r>
              <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Buyer OR Mine Admin provides route details , gets sent to our control portal to approve. </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ACTION:</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Create transport route.</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SYSTEM CREATES: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Route ID</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Commodity details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Payment terms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Loading point</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Offloading point</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Operational hours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SYSTEM UPDATES: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Available routes screen</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Buyer dashboard</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Transporter route marketplace</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ctr" defTabSz="914400" rtl="0" eaLnBrk="1" fontAlgn="auto" latinLnBrk="0" hangingPunct="1">
              <a:lnSpc>
                <a:spcPct val="100000"/>
              </a:lnSpc>
              <a:spcBef>
                <a:spcPts val="0"/>
              </a:spcBef>
              <a:spcAft>
                <a:spcPts val="1000"/>
              </a:spcAft>
              <a:buClrTx/>
              <a:buSzTx/>
              <a:buFontTx/>
              <a:buNone/>
              <a:tabLst/>
              <a:defRPr/>
            </a:pPr>
            <a:b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800"/>
              </a:spcBef>
              <a:spcAft>
                <a:spcPts val="400"/>
              </a:spcAft>
              <a:buClrTx/>
              <a:buSzTx/>
              <a:buFontTx/>
              <a:buNone/>
              <a:tabLst/>
              <a:defRPr/>
            </a:pPr>
            <a:r>
              <a:rPr kumimoji="0" lang="en-US" sz="2000" b="1" i="0" u="none" strike="noStrike" kern="1200" cap="none" spc="0" normalizeH="0" baseline="0" noProof="0" dirty="0">
                <a:ln>
                  <a:noFill/>
                </a:ln>
                <a:solidFill>
                  <a:srgbClr val="0F4761"/>
                </a:solidFill>
                <a:effectLst/>
                <a:uLnTx/>
                <a:uFillTx/>
                <a:latin typeface="Aptos Display" panose="020B0004020202020204" pitchFamily="34" charset="0"/>
                <a:ea typeface="Times New Roman" panose="02020603050405020304" pitchFamily="18" charset="0"/>
                <a:cs typeface="Times New Roman" panose="02020603050405020304" pitchFamily="18" charset="0"/>
              </a:rPr>
              <a:t>STEP 2 — TRANSPORTER ACCEPTS ROUTE</a:t>
            </a:r>
            <a:endParaRPr kumimoji="0" lang="en-ZA" sz="2000" b="1" i="0" u="none" strike="noStrike" kern="1200" cap="none" spc="0" normalizeH="0" baseline="0" noProof="0" dirty="0">
              <a:ln>
                <a:noFill/>
              </a:ln>
              <a:solidFill>
                <a:srgbClr val="0F4761"/>
              </a:solidFill>
              <a:effectLst/>
              <a:uLnTx/>
              <a:uFillTx/>
              <a:latin typeface="Aptos Display"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USER:</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Transporter Admin</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ACTION:</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Accept route.</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Assign trucks.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Assign drivers.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SYSTEM CREATES: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Truck-route relationships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Driver assignments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Scheduled trips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SYSTEM UPDATES: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Route dashboard</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Driver notifications</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a:p>
            <a:pPr marL="342900" marR="0" lvl="0" indent="-342900" algn="l" defTabSz="914400" rtl="0" eaLnBrk="1" fontAlgn="auto" latinLnBrk="0" hangingPunct="1">
              <a:lnSpc>
                <a:spcPct val="100000"/>
              </a:lnSpc>
              <a:spcBef>
                <a:spcPts val="180"/>
              </a:spcBef>
              <a:spcAft>
                <a:spcPts val="18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rPr>
              <a:t>Active route list</a:t>
            </a:r>
            <a:endParaRPr kumimoji="0" lang="en-ZA" sz="1600" b="0" i="0" u="none" strike="noStrike" kern="12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Symbol" panose="05050102010706020507" pitchFamily="18" charset="2"/>
            </a:endParaRPr>
          </a:p>
        </p:txBody>
      </p:sp>
    </p:spTree>
    <p:extLst>
      <p:ext uri="{BB962C8B-B14F-4D97-AF65-F5344CB8AC3E}">
        <p14:creationId xmlns:p14="http://schemas.microsoft.com/office/powerpoint/2010/main" val="3693396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F3579-E5C6-0828-6B8D-23DDA330A4B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A503DAB-65CD-0785-CC67-ABA05508CEC7}"/>
              </a:ext>
            </a:extLst>
          </p:cNvPr>
          <p:cNvSpPr>
            <a:spLocks noGrp="1" noRot="1" noMove="1" noResize="1" noEditPoints="1" noAdjustHandles="1" noChangeArrowheads="1" noChangeShapeType="1"/>
          </p:cNvSpPr>
          <p:nvPr/>
        </p:nvSpPr>
        <p:spPr>
          <a:xfrm>
            <a:off x="294968" y="186813"/>
            <a:ext cx="11651226" cy="6518787"/>
          </a:xfrm>
          <a:prstGeom prst="rect">
            <a:avLst/>
          </a:prstGeom>
        </p:spPr>
        <p:style>
          <a:lnRef idx="2">
            <a:schemeClr val="accent6"/>
          </a:lnRef>
          <a:fillRef idx="1">
            <a:schemeClr val="lt1"/>
          </a:fillRef>
          <a:effectRef idx="0">
            <a:schemeClr val="accent6"/>
          </a:effectRef>
          <a:fontRef idx="minor">
            <a:schemeClr val="dk1"/>
          </a:fontRef>
        </p:style>
        <p:txBody>
          <a:bodyPr numCol="2" rtlCol="0" anchor="t"/>
          <a:lstStyle/>
          <a:p>
            <a:pPr>
              <a:spcBef>
                <a:spcPts val="800"/>
              </a:spcBef>
              <a:spcAft>
                <a:spcPts val="400"/>
              </a:spcAft>
              <a:buNone/>
            </a:pPr>
            <a:r>
              <a:rPr lang="en-US"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3 — DRIVER RECEIVES ROUTE</a:t>
            </a:r>
            <a:endParaRPr lang="en-ZA"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USER:</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Driver</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ACTION:</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Opens mobile app.</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Views assigned route.</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Opens navigation.</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SHOWS:</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Loading point</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Offloading point</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Commodity</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Route notes</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STATUS: TRIP STATUS = EN ROUTE TO LOAD</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800"/>
              </a:spcBef>
              <a:spcAft>
                <a:spcPts val="400"/>
              </a:spcAft>
              <a:buNone/>
            </a:pPr>
            <a:r>
              <a:rPr lang="en-US"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4 — LIVE TRIP TRACKING</a:t>
            </a:r>
            <a:endParaRPr lang="en-ZA"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USER:</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Buyer</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Mine</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Transporter</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ACTION:</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View truck location.</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View ETA.</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Monitor active trips.</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USES:</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Phone GPS OR tracking API.</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Live truck map</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ETA calculations</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Route activity</a:t>
            </a:r>
            <a:endParaRPr lang="en-ZA"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800"/>
              </a:spcBef>
              <a:spcAft>
                <a:spcPts val="400"/>
              </a:spcAft>
              <a:buNone/>
            </a:pPr>
            <a:r>
              <a:rPr lang="en-US"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5 — TRUCK ARRIVES AT MINE</a:t>
            </a:r>
            <a:endParaRPr lang="en-ZA" sz="16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USER:</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Security</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ACTION:</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Search truck registration.</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Mark truck as ARRIVED.</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Trip status</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Arrival timestamp</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Loading activity dashboard</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Mine loading queue</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SYSTEM STATUS: TRIP STATUS = ARRIVED AT MINE</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NOTIFICATIONS:</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Load controller notified</a:t>
            </a:r>
            <a:endParaRPr lang="en-ZA" sz="12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Symbol" panose="05050102010706020507" pitchFamily="18" charset="2"/>
              </a:rPr>
              <a:t>Supervisor visibility updated</a:t>
            </a:r>
            <a:endParaRPr lang="en-ZA" sz="1200" dirty="0">
              <a:effectLst/>
              <a:latin typeface="Aptos" panose="020B0004020202020204" pitchFamily="34" charset="0"/>
              <a:ea typeface="Aptos" panose="020B0004020202020204" pitchFamily="34" charset="0"/>
              <a:cs typeface="Symbol" panose="05050102010706020507" pitchFamily="18" charset="2"/>
            </a:endParaRPr>
          </a:p>
        </p:txBody>
      </p:sp>
    </p:spTree>
    <p:extLst>
      <p:ext uri="{BB962C8B-B14F-4D97-AF65-F5344CB8AC3E}">
        <p14:creationId xmlns:p14="http://schemas.microsoft.com/office/powerpoint/2010/main" val="316439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16A6C-D117-4066-980A-4CE3C5AFF8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AC8444-BEE6-6EBA-3FB5-89D71D082385}"/>
              </a:ext>
            </a:extLst>
          </p:cNvPr>
          <p:cNvSpPr>
            <a:spLocks noGrp="1" noRot="1" noMove="1" noResize="1" noEditPoints="1" noAdjustHandles="1" noChangeArrowheads="1" noChangeShapeType="1"/>
          </p:cNvSpPr>
          <p:nvPr/>
        </p:nvSpPr>
        <p:spPr>
          <a:xfrm>
            <a:off x="294968" y="186813"/>
            <a:ext cx="11651226" cy="6518787"/>
          </a:xfrm>
          <a:prstGeom prst="rect">
            <a:avLst/>
          </a:prstGeom>
        </p:spPr>
        <p:style>
          <a:lnRef idx="2">
            <a:schemeClr val="accent6"/>
          </a:lnRef>
          <a:fillRef idx="1">
            <a:schemeClr val="lt1"/>
          </a:fillRef>
          <a:effectRef idx="0">
            <a:schemeClr val="accent6"/>
          </a:effectRef>
          <a:fontRef idx="minor">
            <a:schemeClr val="dk1"/>
          </a:fontRef>
        </p:style>
        <p:txBody>
          <a:bodyPr numCol="2" rtlCol="0" anchor="t"/>
          <a:lstStyle/>
          <a:p>
            <a:pPr>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6 — TRUCK LOADING PROCESS</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USER:</a:t>
            </a:r>
            <a:r>
              <a:rPr lang="en-ZA" sz="1400" dirty="0">
                <a:latin typeface="Aptos" panose="020B0004020202020204" pitchFamily="34" charset="0"/>
                <a:ea typeface="Aptos" panose="020B0004020202020204" pitchFamily="34" charset="0"/>
                <a:cs typeface="Times New Roman" panose="02020603050405020304" pitchFamily="18" charset="0"/>
              </a:rPr>
              <a:t>       </a:t>
            </a:r>
            <a:r>
              <a:rPr lang="en-US" sz="1400" dirty="0">
                <a:effectLst/>
                <a:latin typeface="Aptos" panose="020B0004020202020204" pitchFamily="34" charset="0"/>
                <a:ea typeface="Aptos" panose="020B0004020202020204" pitchFamily="34" charset="0"/>
                <a:cs typeface="Symbol" panose="05050102010706020507" pitchFamily="18" charset="2"/>
              </a:rPr>
              <a:t>Load Controller</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ACTION:</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Search truck registration.</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Enter loaded tons.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Enter seal numbers.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Upload pictures.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Save </a:t>
            </a:r>
            <a:r>
              <a:rPr lang="en-US" sz="1400" dirty="0" err="1">
                <a:effectLst/>
                <a:latin typeface="Aptos" panose="020B0004020202020204" pitchFamily="34" charset="0"/>
                <a:ea typeface="Aptos" panose="020B0004020202020204" pitchFamily="34" charset="0"/>
                <a:cs typeface="Symbol" panose="05050102010706020507" pitchFamily="18" charset="2"/>
              </a:rPr>
              <a:t>wayslip</a:t>
            </a:r>
            <a:r>
              <a:rPr lang="en-US" sz="1400" dirty="0">
                <a:effectLst/>
                <a:latin typeface="Aptos" panose="020B0004020202020204" pitchFamily="34" charset="0"/>
                <a:ea typeface="Aptos" panose="020B0004020202020204" pitchFamily="34" charset="0"/>
                <a:cs typeface="Symbol" panose="05050102010706020507" pitchFamily="18" charset="2"/>
              </a:rPr>
              <a:t> information.</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CREATES: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Recon record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Load record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Seal record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Tons out dashboard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Buyer recon totals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Transporter tons delivered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Route totals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Stockpile reductions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Loading activity</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STATUS: TRIP STATUS = LOADED</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7 — TRUCK LEAVES MINE</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USER:</a:t>
            </a:r>
            <a:r>
              <a:rPr lang="en-ZA" sz="1400" dirty="0">
                <a:latin typeface="Aptos" panose="020B0004020202020204" pitchFamily="34" charset="0"/>
                <a:ea typeface="Aptos" panose="020B0004020202020204" pitchFamily="34" charset="0"/>
                <a:cs typeface="Times New Roman" panose="02020603050405020304" pitchFamily="18" charset="0"/>
              </a:rPr>
              <a:t>  </a:t>
            </a:r>
            <a:r>
              <a:rPr lang="en-US" sz="1400" dirty="0">
                <a:effectLst/>
                <a:latin typeface="Aptos" panose="020B0004020202020204" pitchFamily="34" charset="0"/>
                <a:ea typeface="Aptos" panose="020B0004020202020204" pitchFamily="34" charset="0"/>
                <a:cs typeface="Symbol" panose="05050102010706020507" pitchFamily="18" charset="2"/>
              </a:rPr>
              <a:t>Security</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ACTION:</a:t>
            </a:r>
            <a:r>
              <a:rPr lang="en-ZA" sz="1400" dirty="0">
                <a:latin typeface="Aptos" panose="020B0004020202020204" pitchFamily="34" charset="0"/>
                <a:ea typeface="Aptos" panose="020B0004020202020204" pitchFamily="34" charset="0"/>
                <a:cs typeface="Times New Roman" panose="02020603050405020304" pitchFamily="18" charset="0"/>
              </a:rPr>
              <a:t>     </a:t>
            </a:r>
            <a:r>
              <a:rPr lang="en-US" sz="1400" dirty="0">
                <a:effectLst/>
                <a:latin typeface="Aptos" panose="020B0004020202020204" pitchFamily="34" charset="0"/>
                <a:ea typeface="Aptos" panose="020B0004020202020204" pitchFamily="34" charset="0"/>
                <a:cs typeface="Symbol" panose="05050102010706020507" pitchFamily="18" charset="2"/>
              </a:rPr>
              <a:t>Mark truck as LEFT SITE.</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Departure timestamp</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GPS monitoring</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Active trips dashboard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ETA calculations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STATUS: TRIP STATUS = EN ROUTE TO OFFLOAD</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8 — OFFLOADING PROCESS</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USER:</a:t>
            </a:r>
            <a:r>
              <a:rPr lang="en-ZA" sz="1400" dirty="0">
                <a:latin typeface="Aptos" panose="020B0004020202020204" pitchFamily="34" charset="0"/>
                <a:ea typeface="Aptos" panose="020B0004020202020204" pitchFamily="34" charset="0"/>
                <a:cs typeface="Times New Roman" panose="02020603050405020304" pitchFamily="18" charset="0"/>
              </a:rPr>
              <a:t>   </a:t>
            </a:r>
            <a:r>
              <a:rPr lang="en-US" sz="1400" dirty="0">
                <a:effectLst/>
                <a:latin typeface="Aptos" panose="020B0004020202020204" pitchFamily="34" charset="0"/>
                <a:ea typeface="Aptos" panose="020B0004020202020204" pitchFamily="34" charset="0"/>
                <a:cs typeface="Symbol" panose="05050102010706020507" pitchFamily="18" charset="2"/>
              </a:rPr>
              <a:t>Driver</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ACTION:</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Upload POD image.</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Enter delivered tons.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Mark offloaded.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Delivery confirmation</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Recon completion</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Buyer totals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Transporter totals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Route totals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STATUS: TRIP STATUS = OFFLOADED</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buNone/>
            </a:pPr>
            <a:br>
              <a:rPr lang="en-US" sz="1400" dirty="0">
                <a:effectLst/>
                <a:latin typeface="Aptos" panose="020B0004020202020204" pitchFamily="34" charset="0"/>
                <a:ea typeface="Aptos" panose="020B0004020202020204" pitchFamily="34" charset="0"/>
                <a:cs typeface="Times New Roman" panose="02020603050405020304" pitchFamily="18" charset="0"/>
              </a:rPr>
            </a:b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9 — TRIP COMPLETED</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FINALIZES: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Recon</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Tons delivered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Reporting metrics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Route statistics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Historical analytics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STATUS: TRIP STATUS = COMPLETED</a:t>
            </a:r>
          </a:p>
          <a:p>
            <a:pPr>
              <a:buNone/>
            </a:pPr>
            <a:endParaRPr lang="en-US" sz="1400" dirty="0">
              <a:latin typeface="Aptos" panose="020B0004020202020204" pitchFamily="34" charset="0"/>
              <a:ea typeface="Aptos" panose="020B0004020202020204" pitchFamily="34" charset="0"/>
              <a:cs typeface="Times New Roman" panose="02020603050405020304" pitchFamily="18" charset="0"/>
            </a:endParaRPr>
          </a:p>
          <a:p>
            <a:pPr>
              <a:spcBef>
                <a:spcPts val="800"/>
              </a:spcBef>
              <a:spcAft>
                <a:spcPts val="400"/>
              </a:spcAft>
              <a:buNone/>
            </a:pPr>
            <a:r>
              <a:rPr lang="en-US" sz="14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TRIP STATUS LIFECYCLE</a:t>
            </a:r>
            <a:endParaRPr lang="en-ZA" sz="14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buNone/>
            </a:pPr>
            <a:r>
              <a:rPr lang="en-US" sz="1200" dirty="0">
                <a:effectLst/>
                <a:latin typeface="Aptos" panose="020B0004020202020204" pitchFamily="34" charset="0"/>
                <a:ea typeface="Aptos" panose="020B0004020202020204" pitchFamily="34" charset="0"/>
                <a:cs typeface="Times New Roman" panose="02020603050405020304" pitchFamily="18" charset="0"/>
              </a:rPr>
              <a:t>SCHEDULED ↓ EN ROUTE TO LOAD ↓ ARRIVED AT MINE ↓ LOADING ↓ LOADED ↓ LEFT MINE ↓ EN ROUTE TO OFFLOAD ↓ OFFLOADED ↓ COMPLETED</a:t>
            </a:r>
            <a:endParaRPr lang="en-ZA" sz="1200" dirty="0">
              <a:effectLst/>
              <a:latin typeface="Aptos" panose="020B0004020202020204" pitchFamily="34" charset="0"/>
              <a:ea typeface="Aptos" panose="020B0004020202020204" pitchFamily="34" charset="0"/>
              <a:cs typeface="Times New Roman" panose="02020603050405020304" pitchFamily="18" charset="0"/>
            </a:endParaRPr>
          </a:p>
          <a:p>
            <a:pPr>
              <a:buNone/>
            </a:pPr>
            <a:endParaRPr lang="en-ZA" sz="1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93554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521123-E070-D483-F1A4-538E68927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9836"/>
            <a:ext cx="12095936" cy="6407441"/>
          </a:xfrm>
          <a:prstGeom prst="rect">
            <a:avLst/>
          </a:prstGeom>
        </p:spPr>
      </p:pic>
      <p:sp>
        <p:nvSpPr>
          <p:cNvPr id="2" name="Rectangle 1">
            <a:extLst>
              <a:ext uri="{FF2B5EF4-FFF2-40B4-BE49-F238E27FC236}">
                <a16:creationId xmlns:a16="http://schemas.microsoft.com/office/drawing/2014/main" id="{53223CD0-E2D2-551A-7328-E11D7BAB7503}"/>
              </a:ext>
            </a:extLst>
          </p:cNvPr>
          <p:cNvSpPr/>
          <p:nvPr/>
        </p:nvSpPr>
        <p:spPr>
          <a:xfrm>
            <a:off x="2253343" y="1730829"/>
            <a:ext cx="9732155" cy="4876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32D4386-7245-2750-14E2-E338CE2E63AE}"/>
                  </a:ext>
                </a:extLst>
              </p14:cNvPr>
              <p14:cNvContentPartPr/>
              <p14:nvPr/>
            </p14:nvContentPartPr>
            <p14:xfrm>
              <a:off x="5780857" y="2418348"/>
              <a:ext cx="669600" cy="21240"/>
            </p14:xfrm>
          </p:contentPart>
        </mc:Choice>
        <mc:Fallback xmlns="">
          <p:pic>
            <p:nvPicPr>
              <p:cNvPr id="4" name="Ink 3">
                <a:extLst>
                  <a:ext uri="{FF2B5EF4-FFF2-40B4-BE49-F238E27FC236}">
                    <a16:creationId xmlns:a16="http://schemas.microsoft.com/office/drawing/2014/main" id="{432D4386-7245-2750-14E2-E338CE2E63AE}"/>
                  </a:ext>
                </a:extLst>
              </p:cNvPr>
              <p:cNvPicPr/>
              <p:nvPr/>
            </p:nvPicPr>
            <p:blipFill>
              <a:blip r:embed="rId5"/>
              <a:stretch>
                <a:fillRect/>
              </a:stretch>
            </p:blipFill>
            <p:spPr>
              <a:xfrm>
                <a:off x="5691217" y="2238708"/>
                <a:ext cx="84924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69A9198-18D7-F985-ABC2-747508286015}"/>
                  </a:ext>
                </a:extLst>
              </p14:cNvPr>
              <p14:cNvContentPartPr/>
              <p14:nvPr/>
            </p14:nvContentPartPr>
            <p14:xfrm>
              <a:off x="5879497" y="2448228"/>
              <a:ext cx="689400" cy="50040"/>
            </p14:xfrm>
          </p:contentPart>
        </mc:Choice>
        <mc:Fallback xmlns="">
          <p:pic>
            <p:nvPicPr>
              <p:cNvPr id="5" name="Ink 4">
                <a:extLst>
                  <a:ext uri="{FF2B5EF4-FFF2-40B4-BE49-F238E27FC236}">
                    <a16:creationId xmlns:a16="http://schemas.microsoft.com/office/drawing/2014/main" id="{B69A9198-18D7-F985-ABC2-747508286015}"/>
                  </a:ext>
                </a:extLst>
              </p:cNvPr>
              <p:cNvPicPr/>
              <p:nvPr/>
            </p:nvPicPr>
            <p:blipFill>
              <a:blip r:embed="rId7"/>
              <a:stretch>
                <a:fillRect/>
              </a:stretch>
            </p:blipFill>
            <p:spPr>
              <a:xfrm>
                <a:off x="5789857" y="2268228"/>
                <a:ext cx="86904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F495880D-06C5-9856-BC1A-7891FB78DC68}"/>
                  </a:ext>
                </a:extLst>
              </p14:cNvPr>
              <p14:cNvContentPartPr/>
              <p14:nvPr/>
            </p14:nvContentPartPr>
            <p14:xfrm>
              <a:off x="6153817" y="2513028"/>
              <a:ext cx="237240" cy="14040"/>
            </p14:xfrm>
          </p:contentPart>
        </mc:Choice>
        <mc:Fallback xmlns="">
          <p:pic>
            <p:nvPicPr>
              <p:cNvPr id="6" name="Ink 5">
                <a:extLst>
                  <a:ext uri="{FF2B5EF4-FFF2-40B4-BE49-F238E27FC236}">
                    <a16:creationId xmlns:a16="http://schemas.microsoft.com/office/drawing/2014/main" id="{F495880D-06C5-9856-BC1A-7891FB78DC68}"/>
                  </a:ext>
                </a:extLst>
              </p:cNvPr>
              <p:cNvPicPr/>
              <p:nvPr/>
            </p:nvPicPr>
            <p:blipFill>
              <a:blip r:embed="rId9"/>
              <a:stretch>
                <a:fillRect/>
              </a:stretch>
            </p:blipFill>
            <p:spPr>
              <a:xfrm>
                <a:off x="6064177" y="2333028"/>
                <a:ext cx="416880"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544DB15-B95E-1A3A-56CC-2F895F401BBF}"/>
                  </a:ext>
                </a:extLst>
              </p14:cNvPr>
              <p14:cNvContentPartPr/>
              <p14:nvPr/>
            </p14:nvContentPartPr>
            <p14:xfrm>
              <a:off x="6194137" y="2507268"/>
              <a:ext cx="14400" cy="360"/>
            </p14:xfrm>
          </p:contentPart>
        </mc:Choice>
        <mc:Fallback xmlns="">
          <p:pic>
            <p:nvPicPr>
              <p:cNvPr id="7" name="Ink 6">
                <a:extLst>
                  <a:ext uri="{FF2B5EF4-FFF2-40B4-BE49-F238E27FC236}">
                    <a16:creationId xmlns:a16="http://schemas.microsoft.com/office/drawing/2014/main" id="{8544DB15-B95E-1A3A-56CC-2F895F401BBF}"/>
                  </a:ext>
                </a:extLst>
              </p:cNvPr>
              <p:cNvPicPr/>
              <p:nvPr/>
            </p:nvPicPr>
            <p:blipFill>
              <a:blip r:embed="rId11"/>
              <a:stretch>
                <a:fillRect/>
              </a:stretch>
            </p:blipFill>
            <p:spPr>
              <a:xfrm>
                <a:off x="6104137" y="2327268"/>
                <a:ext cx="1940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575CC0DE-996B-B626-3615-F3A85B4E04C5}"/>
                  </a:ext>
                </a:extLst>
              </p14:cNvPr>
              <p14:cNvContentPartPr/>
              <p14:nvPr/>
            </p14:nvContentPartPr>
            <p14:xfrm>
              <a:off x="6223657" y="2507268"/>
              <a:ext cx="360" cy="360"/>
            </p14:xfrm>
          </p:contentPart>
        </mc:Choice>
        <mc:Fallback xmlns="">
          <p:pic>
            <p:nvPicPr>
              <p:cNvPr id="8" name="Ink 7">
                <a:extLst>
                  <a:ext uri="{FF2B5EF4-FFF2-40B4-BE49-F238E27FC236}">
                    <a16:creationId xmlns:a16="http://schemas.microsoft.com/office/drawing/2014/main" id="{575CC0DE-996B-B626-3615-F3A85B4E04C5}"/>
                  </a:ext>
                </a:extLst>
              </p:cNvPr>
              <p:cNvPicPr/>
              <p:nvPr/>
            </p:nvPicPr>
            <p:blipFill>
              <a:blip r:embed="rId13"/>
              <a:stretch>
                <a:fillRect/>
              </a:stretch>
            </p:blipFill>
            <p:spPr>
              <a:xfrm>
                <a:off x="6134017" y="2327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EF4BD6A9-7FE0-E292-92D1-0A2C13849DD1}"/>
                  </a:ext>
                </a:extLst>
              </p14:cNvPr>
              <p14:cNvContentPartPr/>
              <p14:nvPr/>
            </p14:nvContentPartPr>
            <p14:xfrm>
              <a:off x="6223657" y="2507268"/>
              <a:ext cx="360" cy="360"/>
            </p14:xfrm>
          </p:contentPart>
        </mc:Choice>
        <mc:Fallback xmlns="">
          <p:pic>
            <p:nvPicPr>
              <p:cNvPr id="9" name="Ink 8">
                <a:extLst>
                  <a:ext uri="{FF2B5EF4-FFF2-40B4-BE49-F238E27FC236}">
                    <a16:creationId xmlns:a16="http://schemas.microsoft.com/office/drawing/2014/main" id="{EF4BD6A9-7FE0-E292-92D1-0A2C13849DD1}"/>
                  </a:ext>
                </a:extLst>
              </p:cNvPr>
              <p:cNvPicPr/>
              <p:nvPr/>
            </p:nvPicPr>
            <p:blipFill>
              <a:blip r:embed="rId13"/>
              <a:stretch>
                <a:fillRect/>
              </a:stretch>
            </p:blipFill>
            <p:spPr>
              <a:xfrm>
                <a:off x="6134017" y="2327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6A56F654-840F-47EF-A32C-547AD90DC4C6}"/>
                  </a:ext>
                </a:extLst>
              </p14:cNvPr>
              <p14:cNvContentPartPr/>
              <p14:nvPr/>
            </p14:nvContentPartPr>
            <p14:xfrm>
              <a:off x="6223657" y="2507268"/>
              <a:ext cx="360" cy="360"/>
            </p14:xfrm>
          </p:contentPart>
        </mc:Choice>
        <mc:Fallback xmlns="">
          <p:pic>
            <p:nvPicPr>
              <p:cNvPr id="10" name="Ink 9">
                <a:extLst>
                  <a:ext uri="{FF2B5EF4-FFF2-40B4-BE49-F238E27FC236}">
                    <a16:creationId xmlns:a16="http://schemas.microsoft.com/office/drawing/2014/main" id="{6A56F654-840F-47EF-A32C-547AD90DC4C6}"/>
                  </a:ext>
                </a:extLst>
              </p:cNvPr>
              <p:cNvPicPr/>
              <p:nvPr/>
            </p:nvPicPr>
            <p:blipFill>
              <a:blip r:embed="rId13"/>
              <a:stretch>
                <a:fillRect/>
              </a:stretch>
            </p:blipFill>
            <p:spPr>
              <a:xfrm>
                <a:off x="6134017" y="2327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0546E6D-3CDB-271B-1EAB-5A2D48ED2966}"/>
                  </a:ext>
                </a:extLst>
              </p14:cNvPr>
              <p14:cNvContentPartPr/>
              <p14:nvPr/>
            </p14:nvContentPartPr>
            <p14:xfrm>
              <a:off x="6223657" y="2507268"/>
              <a:ext cx="360" cy="360"/>
            </p14:xfrm>
          </p:contentPart>
        </mc:Choice>
        <mc:Fallback xmlns="">
          <p:pic>
            <p:nvPicPr>
              <p:cNvPr id="11" name="Ink 10">
                <a:extLst>
                  <a:ext uri="{FF2B5EF4-FFF2-40B4-BE49-F238E27FC236}">
                    <a16:creationId xmlns:a16="http://schemas.microsoft.com/office/drawing/2014/main" id="{F0546E6D-3CDB-271B-1EAB-5A2D48ED2966}"/>
                  </a:ext>
                </a:extLst>
              </p:cNvPr>
              <p:cNvPicPr/>
              <p:nvPr/>
            </p:nvPicPr>
            <p:blipFill>
              <a:blip r:embed="rId13"/>
              <a:stretch>
                <a:fillRect/>
              </a:stretch>
            </p:blipFill>
            <p:spPr>
              <a:xfrm>
                <a:off x="6134017" y="2327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E7D58896-C7F3-FF70-86F8-B7C2B47C5D87}"/>
                  </a:ext>
                </a:extLst>
              </p14:cNvPr>
              <p14:cNvContentPartPr/>
              <p14:nvPr/>
            </p14:nvContentPartPr>
            <p14:xfrm>
              <a:off x="6223657" y="2507268"/>
              <a:ext cx="4320" cy="360"/>
            </p14:xfrm>
          </p:contentPart>
        </mc:Choice>
        <mc:Fallback xmlns="">
          <p:pic>
            <p:nvPicPr>
              <p:cNvPr id="12" name="Ink 11">
                <a:extLst>
                  <a:ext uri="{FF2B5EF4-FFF2-40B4-BE49-F238E27FC236}">
                    <a16:creationId xmlns:a16="http://schemas.microsoft.com/office/drawing/2014/main" id="{E7D58896-C7F3-FF70-86F8-B7C2B47C5D87}"/>
                  </a:ext>
                </a:extLst>
              </p:cNvPr>
              <p:cNvPicPr/>
              <p:nvPr/>
            </p:nvPicPr>
            <p:blipFill>
              <a:blip r:embed="rId18"/>
              <a:stretch>
                <a:fillRect/>
              </a:stretch>
            </p:blipFill>
            <p:spPr>
              <a:xfrm>
                <a:off x="6134017" y="2327268"/>
                <a:ext cx="1839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2C5996A6-5996-3BA1-7B3B-0C3A160650FF}"/>
                  </a:ext>
                </a:extLst>
              </p14:cNvPr>
              <p14:cNvContentPartPr/>
              <p14:nvPr/>
            </p14:nvContentPartPr>
            <p14:xfrm>
              <a:off x="6233377" y="2507268"/>
              <a:ext cx="360" cy="360"/>
            </p14:xfrm>
          </p:contentPart>
        </mc:Choice>
        <mc:Fallback xmlns="">
          <p:pic>
            <p:nvPicPr>
              <p:cNvPr id="13" name="Ink 12">
                <a:extLst>
                  <a:ext uri="{FF2B5EF4-FFF2-40B4-BE49-F238E27FC236}">
                    <a16:creationId xmlns:a16="http://schemas.microsoft.com/office/drawing/2014/main" id="{2C5996A6-5996-3BA1-7B3B-0C3A160650FF}"/>
                  </a:ext>
                </a:extLst>
              </p:cNvPr>
              <p:cNvPicPr/>
              <p:nvPr/>
            </p:nvPicPr>
            <p:blipFill>
              <a:blip r:embed="rId13"/>
              <a:stretch>
                <a:fillRect/>
              </a:stretch>
            </p:blipFill>
            <p:spPr>
              <a:xfrm>
                <a:off x="6143737" y="2327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749B023C-A51C-E370-4B92-DB5A2AD6F7F8}"/>
                  </a:ext>
                </a:extLst>
              </p14:cNvPr>
              <p14:cNvContentPartPr/>
              <p14:nvPr/>
            </p14:nvContentPartPr>
            <p14:xfrm>
              <a:off x="12222697" y="275268"/>
              <a:ext cx="618480" cy="789480"/>
            </p14:xfrm>
          </p:contentPart>
        </mc:Choice>
        <mc:Fallback xmlns="">
          <p:pic>
            <p:nvPicPr>
              <p:cNvPr id="14" name="Ink 13">
                <a:extLst>
                  <a:ext uri="{FF2B5EF4-FFF2-40B4-BE49-F238E27FC236}">
                    <a16:creationId xmlns:a16="http://schemas.microsoft.com/office/drawing/2014/main" id="{749B023C-A51C-E370-4B92-DB5A2AD6F7F8}"/>
                  </a:ext>
                </a:extLst>
              </p:cNvPr>
              <p:cNvPicPr/>
              <p:nvPr/>
            </p:nvPicPr>
            <p:blipFill>
              <a:blip r:embed="rId21"/>
              <a:stretch>
                <a:fillRect/>
              </a:stretch>
            </p:blipFill>
            <p:spPr>
              <a:xfrm>
                <a:off x="12132697" y="95268"/>
                <a:ext cx="798120" cy="1149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E5032D31-2D78-6DC8-8A3B-58EB543F183C}"/>
                  </a:ext>
                </a:extLst>
              </p14:cNvPr>
              <p14:cNvContentPartPr/>
              <p14:nvPr/>
            </p14:nvContentPartPr>
            <p14:xfrm>
              <a:off x="10277257" y="401292"/>
              <a:ext cx="2620800" cy="352800"/>
            </p14:xfrm>
          </p:contentPart>
        </mc:Choice>
        <mc:Fallback xmlns="">
          <p:pic>
            <p:nvPicPr>
              <p:cNvPr id="15" name="Ink 14">
                <a:extLst>
                  <a:ext uri="{FF2B5EF4-FFF2-40B4-BE49-F238E27FC236}">
                    <a16:creationId xmlns:a16="http://schemas.microsoft.com/office/drawing/2014/main" id="{E5032D31-2D78-6DC8-8A3B-58EB543F183C}"/>
                  </a:ext>
                </a:extLst>
              </p:cNvPr>
              <p:cNvPicPr/>
              <p:nvPr/>
            </p:nvPicPr>
            <p:blipFill>
              <a:blip r:embed="rId23"/>
              <a:stretch>
                <a:fillRect/>
              </a:stretch>
            </p:blipFill>
            <p:spPr>
              <a:xfrm>
                <a:off x="10187617" y="221652"/>
                <a:ext cx="2800440" cy="712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F4F9E396-494B-EB31-3DDF-F8A6BC5B95C7}"/>
                  </a:ext>
                </a:extLst>
              </p14:cNvPr>
              <p14:cNvContentPartPr/>
              <p14:nvPr/>
            </p14:nvContentPartPr>
            <p14:xfrm>
              <a:off x="5997577" y="2565972"/>
              <a:ext cx="159120" cy="9360"/>
            </p14:xfrm>
          </p:contentPart>
        </mc:Choice>
        <mc:Fallback xmlns="">
          <p:pic>
            <p:nvPicPr>
              <p:cNvPr id="16" name="Ink 15">
                <a:extLst>
                  <a:ext uri="{FF2B5EF4-FFF2-40B4-BE49-F238E27FC236}">
                    <a16:creationId xmlns:a16="http://schemas.microsoft.com/office/drawing/2014/main" id="{F4F9E396-494B-EB31-3DDF-F8A6BC5B95C7}"/>
                  </a:ext>
                </a:extLst>
              </p:cNvPr>
              <p:cNvPicPr/>
              <p:nvPr/>
            </p:nvPicPr>
            <p:blipFill>
              <a:blip r:embed="rId25"/>
              <a:stretch>
                <a:fillRect/>
              </a:stretch>
            </p:blipFill>
            <p:spPr>
              <a:xfrm>
                <a:off x="5907577" y="2385972"/>
                <a:ext cx="33876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EC0B45B9-1E74-3DBB-80F6-C54DBE7D4BCE}"/>
                  </a:ext>
                </a:extLst>
              </p14:cNvPr>
              <p14:cNvContentPartPr/>
              <p14:nvPr/>
            </p14:nvContentPartPr>
            <p14:xfrm>
              <a:off x="6105577" y="2575692"/>
              <a:ext cx="360" cy="360"/>
            </p14:xfrm>
          </p:contentPart>
        </mc:Choice>
        <mc:Fallback xmlns="">
          <p:pic>
            <p:nvPicPr>
              <p:cNvPr id="17" name="Ink 16">
                <a:extLst>
                  <a:ext uri="{FF2B5EF4-FFF2-40B4-BE49-F238E27FC236}">
                    <a16:creationId xmlns:a16="http://schemas.microsoft.com/office/drawing/2014/main" id="{EC0B45B9-1E74-3DBB-80F6-C54DBE7D4BCE}"/>
                  </a:ext>
                </a:extLst>
              </p:cNvPr>
              <p:cNvPicPr/>
              <p:nvPr/>
            </p:nvPicPr>
            <p:blipFill>
              <a:blip r:embed="rId13"/>
              <a:stretch>
                <a:fillRect/>
              </a:stretch>
            </p:blipFill>
            <p:spPr>
              <a:xfrm>
                <a:off x="6015937" y="23960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9AB21E0D-0C5A-B323-E2B5-C7DAF3CC2245}"/>
                  </a:ext>
                </a:extLst>
              </p14:cNvPr>
              <p14:cNvContentPartPr/>
              <p14:nvPr/>
            </p14:nvContentPartPr>
            <p14:xfrm>
              <a:off x="6105577" y="2575692"/>
              <a:ext cx="360" cy="4320"/>
            </p14:xfrm>
          </p:contentPart>
        </mc:Choice>
        <mc:Fallback xmlns="">
          <p:pic>
            <p:nvPicPr>
              <p:cNvPr id="18" name="Ink 17">
                <a:extLst>
                  <a:ext uri="{FF2B5EF4-FFF2-40B4-BE49-F238E27FC236}">
                    <a16:creationId xmlns:a16="http://schemas.microsoft.com/office/drawing/2014/main" id="{9AB21E0D-0C5A-B323-E2B5-C7DAF3CC2245}"/>
                  </a:ext>
                </a:extLst>
              </p:cNvPr>
              <p:cNvPicPr/>
              <p:nvPr/>
            </p:nvPicPr>
            <p:blipFill>
              <a:blip r:embed="rId28"/>
              <a:stretch>
                <a:fillRect/>
              </a:stretch>
            </p:blipFill>
            <p:spPr>
              <a:xfrm>
                <a:off x="6015937" y="2396052"/>
                <a:ext cx="18000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6ED55C7A-76E1-13D3-D1F5-4377CE166B87}"/>
                  </a:ext>
                </a:extLst>
              </p14:cNvPr>
              <p14:cNvContentPartPr/>
              <p14:nvPr/>
            </p14:nvContentPartPr>
            <p14:xfrm>
              <a:off x="6105577" y="2585772"/>
              <a:ext cx="360" cy="360"/>
            </p14:xfrm>
          </p:contentPart>
        </mc:Choice>
        <mc:Fallback xmlns="">
          <p:pic>
            <p:nvPicPr>
              <p:cNvPr id="19" name="Ink 18">
                <a:extLst>
                  <a:ext uri="{FF2B5EF4-FFF2-40B4-BE49-F238E27FC236}">
                    <a16:creationId xmlns:a16="http://schemas.microsoft.com/office/drawing/2014/main" id="{6ED55C7A-76E1-13D3-D1F5-4377CE166B87}"/>
                  </a:ext>
                </a:extLst>
              </p:cNvPr>
              <p:cNvPicPr/>
              <p:nvPr/>
            </p:nvPicPr>
            <p:blipFill>
              <a:blip r:embed="rId13"/>
              <a:stretch>
                <a:fillRect/>
              </a:stretch>
            </p:blipFill>
            <p:spPr>
              <a:xfrm>
                <a:off x="6015937" y="24061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9D33BF1-9A4E-35E5-2792-53C3399DCDEC}"/>
                  </a:ext>
                </a:extLst>
              </p14:cNvPr>
              <p14:cNvContentPartPr/>
              <p14:nvPr/>
            </p14:nvContentPartPr>
            <p14:xfrm>
              <a:off x="6105577" y="2585772"/>
              <a:ext cx="360" cy="360"/>
            </p14:xfrm>
          </p:contentPart>
        </mc:Choice>
        <mc:Fallback xmlns="">
          <p:pic>
            <p:nvPicPr>
              <p:cNvPr id="20" name="Ink 19">
                <a:extLst>
                  <a:ext uri="{FF2B5EF4-FFF2-40B4-BE49-F238E27FC236}">
                    <a16:creationId xmlns:a16="http://schemas.microsoft.com/office/drawing/2014/main" id="{19D33BF1-9A4E-35E5-2792-53C3399DCDEC}"/>
                  </a:ext>
                </a:extLst>
              </p:cNvPr>
              <p:cNvPicPr/>
              <p:nvPr/>
            </p:nvPicPr>
            <p:blipFill>
              <a:blip r:embed="rId13"/>
              <a:stretch>
                <a:fillRect/>
              </a:stretch>
            </p:blipFill>
            <p:spPr>
              <a:xfrm>
                <a:off x="6015937" y="24061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49E102BB-3136-F471-60AB-63A76D57C0A9}"/>
                  </a:ext>
                </a:extLst>
              </p14:cNvPr>
              <p14:cNvContentPartPr/>
              <p14:nvPr/>
            </p14:nvContentPartPr>
            <p14:xfrm>
              <a:off x="6135817" y="2671092"/>
              <a:ext cx="147240" cy="52920"/>
            </p14:xfrm>
          </p:contentPart>
        </mc:Choice>
        <mc:Fallback xmlns="">
          <p:pic>
            <p:nvPicPr>
              <p:cNvPr id="21" name="Ink 20">
                <a:extLst>
                  <a:ext uri="{FF2B5EF4-FFF2-40B4-BE49-F238E27FC236}">
                    <a16:creationId xmlns:a16="http://schemas.microsoft.com/office/drawing/2014/main" id="{49E102BB-3136-F471-60AB-63A76D57C0A9}"/>
                  </a:ext>
                </a:extLst>
              </p:cNvPr>
              <p:cNvPicPr/>
              <p:nvPr/>
            </p:nvPicPr>
            <p:blipFill>
              <a:blip r:embed="rId32"/>
              <a:stretch>
                <a:fillRect/>
              </a:stretch>
            </p:blipFill>
            <p:spPr>
              <a:xfrm>
                <a:off x="6046177" y="2491092"/>
                <a:ext cx="32688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C4E48B25-2792-B6C4-DC5F-0CD340E360FA}"/>
                  </a:ext>
                </a:extLst>
              </p14:cNvPr>
              <p14:cNvContentPartPr/>
              <p14:nvPr/>
            </p14:nvContentPartPr>
            <p14:xfrm>
              <a:off x="5869777" y="2506932"/>
              <a:ext cx="324000" cy="41760"/>
            </p14:xfrm>
          </p:contentPart>
        </mc:Choice>
        <mc:Fallback xmlns="">
          <p:pic>
            <p:nvPicPr>
              <p:cNvPr id="22" name="Ink 21">
                <a:extLst>
                  <a:ext uri="{FF2B5EF4-FFF2-40B4-BE49-F238E27FC236}">
                    <a16:creationId xmlns:a16="http://schemas.microsoft.com/office/drawing/2014/main" id="{C4E48B25-2792-B6C4-DC5F-0CD340E360FA}"/>
                  </a:ext>
                </a:extLst>
              </p:cNvPr>
              <p:cNvPicPr/>
              <p:nvPr/>
            </p:nvPicPr>
            <p:blipFill>
              <a:blip r:embed="rId34"/>
              <a:stretch>
                <a:fillRect/>
              </a:stretch>
            </p:blipFill>
            <p:spPr>
              <a:xfrm>
                <a:off x="5779777" y="2327292"/>
                <a:ext cx="50364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E31DFB42-AA5F-7E2B-E4E9-2BE894A448FA}"/>
                  </a:ext>
                </a:extLst>
              </p14:cNvPr>
              <p14:cNvContentPartPr/>
              <p14:nvPr/>
            </p14:nvContentPartPr>
            <p14:xfrm>
              <a:off x="5722177" y="2546532"/>
              <a:ext cx="591120" cy="360"/>
            </p14:xfrm>
          </p:contentPart>
        </mc:Choice>
        <mc:Fallback xmlns="">
          <p:pic>
            <p:nvPicPr>
              <p:cNvPr id="23" name="Ink 22">
                <a:extLst>
                  <a:ext uri="{FF2B5EF4-FFF2-40B4-BE49-F238E27FC236}">
                    <a16:creationId xmlns:a16="http://schemas.microsoft.com/office/drawing/2014/main" id="{E31DFB42-AA5F-7E2B-E4E9-2BE894A448FA}"/>
                  </a:ext>
                </a:extLst>
              </p:cNvPr>
              <p:cNvPicPr/>
              <p:nvPr/>
            </p:nvPicPr>
            <p:blipFill>
              <a:blip r:embed="rId36"/>
              <a:stretch>
                <a:fillRect/>
              </a:stretch>
            </p:blipFill>
            <p:spPr>
              <a:xfrm>
                <a:off x="5632177" y="2366532"/>
                <a:ext cx="7707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EEE7A6A8-CCF5-7201-5812-9964483D7B09}"/>
                  </a:ext>
                </a:extLst>
              </p14:cNvPr>
              <p14:cNvContentPartPr/>
              <p14:nvPr/>
            </p14:nvContentPartPr>
            <p14:xfrm>
              <a:off x="5779417" y="2536812"/>
              <a:ext cx="634680" cy="30240"/>
            </p14:xfrm>
          </p:contentPart>
        </mc:Choice>
        <mc:Fallback xmlns="">
          <p:pic>
            <p:nvPicPr>
              <p:cNvPr id="24" name="Ink 23">
                <a:extLst>
                  <a:ext uri="{FF2B5EF4-FFF2-40B4-BE49-F238E27FC236}">
                    <a16:creationId xmlns:a16="http://schemas.microsoft.com/office/drawing/2014/main" id="{EEE7A6A8-CCF5-7201-5812-9964483D7B09}"/>
                  </a:ext>
                </a:extLst>
              </p:cNvPr>
              <p:cNvPicPr/>
              <p:nvPr/>
            </p:nvPicPr>
            <p:blipFill>
              <a:blip r:embed="rId38"/>
              <a:stretch>
                <a:fillRect/>
              </a:stretch>
            </p:blipFill>
            <p:spPr>
              <a:xfrm>
                <a:off x="5689417" y="2356812"/>
                <a:ext cx="81432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5928905A-A1FA-2093-9147-A68FA48EA360}"/>
                  </a:ext>
                </a:extLst>
              </p14:cNvPr>
              <p14:cNvContentPartPr/>
              <p14:nvPr/>
            </p14:nvContentPartPr>
            <p14:xfrm>
              <a:off x="5927377" y="2565972"/>
              <a:ext cx="643320" cy="90360"/>
            </p14:xfrm>
          </p:contentPart>
        </mc:Choice>
        <mc:Fallback xmlns="">
          <p:pic>
            <p:nvPicPr>
              <p:cNvPr id="25" name="Ink 24">
                <a:extLst>
                  <a:ext uri="{FF2B5EF4-FFF2-40B4-BE49-F238E27FC236}">
                    <a16:creationId xmlns:a16="http://schemas.microsoft.com/office/drawing/2014/main" id="{5928905A-A1FA-2093-9147-A68FA48EA360}"/>
                  </a:ext>
                </a:extLst>
              </p:cNvPr>
              <p:cNvPicPr/>
              <p:nvPr/>
            </p:nvPicPr>
            <p:blipFill>
              <a:blip r:embed="rId40"/>
              <a:stretch>
                <a:fillRect/>
              </a:stretch>
            </p:blipFill>
            <p:spPr>
              <a:xfrm>
                <a:off x="5837377" y="2385972"/>
                <a:ext cx="822960" cy="450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7AC320E4-A318-3FA1-5E06-F682A85C58A4}"/>
                  </a:ext>
                </a:extLst>
              </p14:cNvPr>
              <p14:cNvContentPartPr/>
              <p14:nvPr/>
            </p14:nvContentPartPr>
            <p14:xfrm>
              <a:off x="5741977" y="2369412"/>
              <a:ext cx="109440" cy="287640"/>
            </p14:xfrm>
          </p:contentPart>
        </mc:Choice>
        <mc:Fallback xmlns="">
          <p:pic>
            <p:nvPicPr>
              <p:cNvPr id="26" name="Ink 25">
                <a:extLst>
                  <a:ext uri="{FF2B5EF4-FFF2-40B4-BE49-F238E27FC236}">
                    <a16:creationId xmlns:a16="http://schemas.microsoft.com/office/drawing/2014/main" id="{7AC320E4-A318-3FA1-5E06-F682A85C58A4}"/>
                  </a:ext>
                </a:extLst>
              </p:cNvPr>
              <p:cNvPicPr/>
              <p:nvPr/>
            </p:nvPicPr>
            <p:blipFill>
              <a:blip r:embed="rId42"/>
              <a:stretch>
                <a:fillRect/>
              </a:stretch>
            </p:blipFill>
            <p:spPr>
              <a:xfrm>
                <a:off x="5679337" y="2306772"/>
                <a:ext cx="2350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8CDC8D83-25F3-F60E-26DE-830CCB89BDB5}"/>
                  </a:ext>
                </a:extLst>
              </p14:cNvPr>
              <p14:cNvContentPartPr/>
              <p14:nvPr/>
            </p14:nvContentPartPr>
            <p14:xfrm>
              <a:off x="5839537" y="2358972"/>
              <a:ext cx="348120" cy="433080"/>
            </p14:xfrm>
          </p:contentPart>
        </mc:Choice>
        <mc:Fallback xmlns="">
          <p:pic>
            <p:nvPicPr>
              <p:cNvPr id="27" name="Ink 26">
                <a:extLst>
                  <a:ext uri="{FF2B5EF4-FFF2-40B4-BE49-F238E27FC236}">
                    <a16:creationId xmlns:a16="http://schemas.microsoft.com/office/drawing/2014/main" id="{8CDC8D83-25F3-F60E-26DE-830CCB89BDB5}"/>
                  </a:ext>
                </a:extLst>
              </p:cNvPr>
              <p:cNvPicPr/>
              <p:nvPr/>
            </p:nvPicPr>
            <p:blipFill>
              <a:blip r:embed="rId44"/>
              <a:stretch>
                <a:fillRect/>
              </a:stretch>
            </p:blipFill>
            <p:spPr>
              <a:xfrm>
                <a:off x="5776537" y="2296332"/>
                <a:ext cx="47376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66BA051E-A0FB-2EF8-697C-8A71C97BC7FC}"/>
                  </a:ext>
                </a:extLst>
              </p14:cNvPr>
              <p14:cNvContentPartPr/>
              <p14:nvPr/>
            </p14:nvContentPartPr>
            <p14:xfrm>
              <a:off x="5810017" y="2366532"/>
              <a:ext cx="630720" cy="230040"/>
            </p14:xfrm>
          </p:contentPart>
        </mc:Choice>
        <mc:Fallback xmlns="">
          <p:pic>
            <p:nvPicPr>
              <p:cNvPr id="28" name="Ink 27">
                <a:extLst>
                  <a:ext uri="{FF2B5EF4-FFF2-40B4-BE49-F238E27FC236}">
                    <a16:creationId xmlns:a16="http://schemas.microsoft.com/office/drawing/2014/main" id="{66BA051E-A0FB-2EF8-697C-8A71C97BC7FC}"/>
                  </a:ext>
                </a:extLst>
              </p:cNvPr>
              <p:cNvPicPr/>
              <p:nvPr/>
            </p:nvPicPr>
            <p:blipFill>
              <a:blip r:embed="rId46"/>
              <a:stretch>
                <a:fillRect/>
              </a:stretch>
            </p:blipFill>
            <p:spPr>
              <a:xfrm>
                <a:off x="5747377" y="2303892"/>
                <a:ext cx="75636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110DC86A-6CB7-9BC6-15CA-37F4338BF278}"/>
                  </a:ext>
                </a:extLst>
              </p14:cNvPr>
              <p14:cNvContentPartPr/>
              <p14:nvPr/>
            </p14:nvContentPartPr>
            <p14:xfrm>
              <a:off x="8444497" y="2506932"/>
              <a:ext cx="11520" cy="47520"/>
            </p14:xfrm>
          </p:contentPart>
        </mc:Choice>
        <mc:Fallback xmlns="">
          <p:pic>
            <p:nvPicPr>
              <p:cNvPr id="33" name="Ink 32">
                <a:extLst>
                  <a:ext uri="{FF2B5EF4-FFF2-40B4-BE49-F238E27FC236}">
                    <a16:creationId xmlns:a16="http://schemas.microsoft.com/office/drawing/2014/main" id="{110DC86A-6CB7-9BC6-15CA-37F4338BF278}"/>
                  </a:ext>
                </a:extLst>
              </p:cNvPr>
              <p:cNvPicPr/>
              <p:nvPr/>
            </p:nvPicPr>
            <p:blipFill>
              <a:blip r:embed="rId48"/>
              <a:stretch>
                <a:fillRect/>
              </a:stretch>
            </p:blipFill>
            <p:spPr>
              <a:xfrm>
                <a:off x="8381857" y="2444292"/>
                <a:ext cx="1371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4D9ED5A2-1506-AC8C-AF4A-55F0168763CF}"/>
                  </a:ext>
                </a:extLst>
              </p14:cNvPr>
              <p14:cNvContentPartPr/>
              <p14:nvPr/>
            </p14:nvContentPartPr>
            <p14:xfrm>
              <a:off x="8906737" y="2331612"/>
              <a:ext cx="1064880" cy="399240"/>
            </p14:xfrm>
          </p:contentPart>
        </mc:Choice>
        <mc:Fallback xmlns="">
          <p:pic>
            <p:nvPicPr>
              <p:cNvPr id="34" name="Ink 33">
                <a:extLst>
                  <a:ext uri="{FF2B5EF4-FFF2-40B4-BE49-F238E27FC236}">
                    <a16:creationId xmlns:a16="http://schemas.microsoft.com/office/drawing/2014/main" id="{4D9ED5A2-1506-AC8C-AF4A-55F0168763CF}"/>
                  </a:ext>
                </a:extLst>
              </p:cNvPr>
              <p:cNvPicPr/>
              <p:nvPr/>
            </p:nvPicPr>
            <p:blipFill>
              <a:blip r:embed="rId50"/>
              <a:stretch>
                <a:fillRect/>
              </a:stretch>
            </p:blipFill>
            <p:spPr>
              <a:xfrm>
                <a:off x="8844097" y="2268972"/>
                <a:ext cx="119052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788FB0D7-DE06-FB9C-F2CC-865C740EFD13}"/>
                  </a:ext>
                </a:extLst>
              </p14:cNvPr>
              <p14:cNvContentPartPr/>
              <p14:nvPr/>
            </p14:nvContentPartPr>
            <p14:xfrm>
              <a:off x="11611777" y="2536812"/>
              <a:ext cx="360" cy="2160"/>
            </p14:xfrm>
          </p:contentPart>
        </mc:Choice>
        <mc:Fallback xmlns="">
          <p:pic>
            <p:nvPicPr>
              <p:cNvPr id="35" name="Ink 34">
                <a:extLst>
                  <a:ext uri="{FF2B5EF4-FFF2-40B4-BE49-F238E27FC236}">
                    <a16:creationId xmlns:a16="http://schemas.microsoft.com/office/drawing/2014/main" id="{788FB0D7-DE06-FB9C-F2CC-865C740EFD13}"/>
                  </a:ext>
                </a:extLst>
              </p:cNvPr>
              <p:cNvPicPr/>
              <p:nvPr/>
            </p:nvPicPr>
            <p:blipFill>
              <a:blip r:embed="rId52"/>
              <a:stretch>
                <a:fillRect/>
              </a:stretch>
            </p:blipFill>
            <p:spPr>
              <a:xfrm>
                <a:off x="11548777" y="2473812"/>
                <a:ext cx="126000" cy="127800"/>
              </a:xfrm>
              <a:prstGeom prst="rect">
                <a:avLst/>
              </a:prstGeom>
            </p:spPr>
          </p:pic>
        </mc:Fallback>
      </mc:AlternateContent>
      <p:grpSp>
        <p:nvGrpSpPr>
          <p:cNvPr id="37" name="Group 36">
            <a:extLst>
              <a:ext uri="{FF2B5EF4-FFF2-40B4-BE49-F238E27FC236}">
                <a16:creationId xmlns:a16="http://schemas.microsoft.com/office/drawing/2014/main" id="{2EE9F8D6-8ADB-FF7E-65DB-61D7865B90A5}"/>
              </a:ext>
            </a:extLst>
          </p:cNvPr>
          <p:cNvGrpSpPr/>
          <p:nvPr/>
        </p:nvGrpSpPr>
        <p:grpSpPr>
          <a:xfrm>
            <a:off x="5790937" y="2365812"/>
            <a:ext cx="1622880" cy="633960"/>
            <a:chOff x="5790937" y="2365812"/>
            <a:chExt cx="1622880" cy="633960"/>
          </a:xfrm>
        </p:grpSpPr>
        <mc:AlternateContent xmlns:mc="http://schemas.openxmlformats.org/markup-compatibility/2006" xmlns:p14="http://schemas.microsoft.com/office/powerpoint/2010/main">
          <mc:Choice Requires="p14">
            <p:contentPart p14:bwMode="auto" r:id="rId53">
              <p14:nvContentPartPr>
                <p14:cNvPr id="30" name="Ink 29">
                  <a:extLst>
                    <a:ext uri="{FF2B5EF4-FFF2-40B4-BE49-F238E27FC236}">
                      <a16:creationId xmlns:a16="http://schemas.microsoft.com/office/drawing/2014/main" id="{8750B589-E650-2BA6-C446-7B9923BA21F0}"/>
                    </a:ext>
                  </a:extLst>
                </p14:cNvPr>
                <p14:cNvContentPartPr/>
                <p14:nvPr/>
              </p14:nvContentPartPr>
              <p14:xfrm>
                <a:off x="5959417" y="2365812"/>
                <a:ext cx="1424160" cy="378720"/>
              </p14:xfrm>
            </p:contentPart>
          </mc:Choice>
          <mc:Fallback xmlns="">
            <p:pic>
              <p:nvPicPr>
                <p:cNvPr id="30" name="Ink 29">
                  <a:extLst>
                    <a:ext uri="{FF2B5EF4-FFF2-40B4-BE49-F238E27FC236}">
                      <a16:creationId xmlns:a16="http://schemas.microsoft.com/office/drawing/2014/main" id="{8750B589-E650-2BA6-C446-7B9923BA21F0}"/>
                    </a:ext>
                  </a:extLst>
                </p:cNvPr>
                <p:cNvPicPr/>
                <p:nvPr/>
              </p:nvPicPr>
              <p:blipFill>
                <a:blip r:embed="rId54"/>
                <a:stretch>
                  <a:fillRect/>
                </a:stretch>
              </p:blipFill>
              <p:spPr>
                <a:xfrm>
                  <a:off x="5896777" y="2302812"/>
                  <a:ext cx="15498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1" name="Ink 30">
                  <a:extLst>
                    <a:ext uri="{FF2B5EF4-FFF2-40B4-BE49-F238E27FC236}">
                      <a16:creationId xmlns:a16="http://schemas.microsoft.com/office/drawing/2014/main" id="{BD739C9B-81D5-65FC-5042-40CE487CCF71}"/>
                    </a:ext>
                  </a:extLst>
                </p14:cNvPr>
                <p14:cNvContentPartPr/>
                <p14:nvPr/>
              </p14:nvContentPartPr>
              <p14:xfrm>
                <a:off x="7413457" y="2634732"/>
                <a:ext cx="360" cy="360"/>
              </p14:xfrm>
            </p:contentPart>
          </mc:Choice>
          <mc:Fallback xmlns="">
            <p:pic>
              <p:nvPicPr>
                <p:cNvPr id="31" name="Ink 30">
                  <a:extLst>
                    <a:ext uri="{FF2B5EF4-FFF2-40B4-BE49-F238E27FC236}">
                      <a16:creationId xmlns:a16="http://schemas.microsoft.com/office/drawing/2014/main" id="{BD739C9B-81D5-65FC-5042-40CE487CCF71}"/>
                    </a:ext>
                  </a:extLst>
                </p:cNvPr>
                <p:cNvPicPr/>
                <p:nvPr/>
              </p:nvPicPr>
              <p:blipFill>
                <a:blip r:embed="rId56"/>
                <a:stretch>
                  <a:fillRect/>
                </a:stretch>
              </p:blipFill>
              <p:spPr>
                <a:xfrm>
                  <a:off x="7350457" y="25717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54E564F4-BC77-1DD3-F7B1-B5F871D6F8E9}"/>
                    </a:ext>
                  </a:extLst>
                </p14:cNvPr>
                <p14:cNvContentPartPr/>
                <p14:nvPr/>
              </p14:nvContentPartPr>
              <p14:xfrm>
                <a:off x="5790937" y="2514492"/>
                <a:ext cx="1032480" cy="485280"/>
              </p14:xfrm>
            </p:contentPart>
          </mc:Choice>
          <mc:Fallback xmlns="">
            <p:pic>
              <p:nvPicPr>
                <p:cNvPr id="36" name="Ink 35">
                  <a:extLst>
                    <a:ext uri="{FF2B5EF4-FFF2-40B4-BE49-F238E27FC236}">
                      <a16:creationId xmlns:a16="http://schemas.microsoft.com/office/drawing/2014/main" id="{54E564F4-BC77-1DD3-F7B1-B5F871D6F8E9}"/>
                    </a:ext>
                  </a:extLst>
                </p:cNvPr>
                <p:cNvPicPr/>
                <p:nvPr/>
              </p:nvPicPr>
              <p:blipFill>
                <a:blip r:embed="rId58"/>
                <a:stretch>
                  <a:fillRect/>
                </a:stretch>
              </p:blipFill>
              <p:spPr>
                <a:xfrm>
                  <a:off x="5727937" y="2451852"/>
                  <a:ext cx="1158120" cy="610920"/>
                </a:xfrm>
                <a:prstGeom prst="rect">
                  <a:avLst/>
                </a:prstGeom>
              </p:spPr>
            </p:pic>
          </mc:Fallback>
        </mc:AlternateContent>
      </p:grpSp>
      <p:sp>
        <p:nvSpPr>
          <p:cNvPr id="38" name="Rectangle 37">
            <a:extLst>
              <a:ext uri="{FF2B5EF4-FFF2-40B4-BE49-F238E27FC236}">
                <a16:creationId xmlns:a16="http://schemas.microsoft.com/office/drawing/2014/main" id="{E1B4398F-083D-CBFB-82ED-936052F60CD5}"/>
              </a:ext>
            </a:extLst>
          </p:cNvPr>
          <p:cNvSpPr/>
          <p:nvPr/>
        </p:nvSpPr>
        <p:spPr>
          <a:xfrm>
            <a:off x="5612015" y="1878139"/>
            <a:ext cx="2998839"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Stockpile levels </a:t>
            </a:r>
          </a:p>
          <a:p>
            <a:r>
              <a:rPr lang="en-ZA" dirty="0"/>
              <a:t>A= 500                           </a:t>
            </a:r>
            <a:r>
              <a:rPr lang="en-ZA" u="sng" dirty="0"/>
              <a:t>TOTAL </a:t>
            </a:r>
            <a:r>
              <a:rPr lang="en-ZA" dirty="0"/>
              <a:t>  </a:t>
            </a:r>
          </a:p>
          <a:p>
            <a:r>
              <a:rPr lang="en-ZA" dirty="0"/>
              <a:t>B= 5000                        14100 </a:t>
            </a:r>
          </a:p>
          <a:p>
            <a:r>
              <a:rPr lang="en-ZA" dirty="0"/>
              <a:t>C= 8600</a:t>
            </a:r>
          </a:p>
          <a:p>
            <a:pPr algn="ctr"/>
            <a:endParaRPr lang="en-ZA" dirty="0"/>
          </a:p>
        </p:txBody>
      </p:sp>
      <p:sp>
        <p:nvSpPr>
          <p:cNvPr id="39" name="Rectangle 38">
            <a:extLst>
              <a:ext uri="{FF2B5EF4-FFF2-40B4-BE49-F238E27FC236}">
                <a16:creationId xmlns:a16="http://schemas.microsoft.com/office/drawing/2014/main" id="{8E0458A3-AB32-3D46-588A-C9C5476AC5BE}"/>
              </a:ext>
            </a:extLst>
          </p:cNvPr>
          <p:cNvSpPr/>
          <p:nvPr/>
        </p:nvSpPr>
        <p:spPr>
          <a:xfrm>
            <a:off x="2457861" y="1897603"/>
            <a:ext cx="2922011"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Tons out</a:t>
            </a:r>
          </a:p>
          <a:p>
            <a:r>
              <a:rPr lang="en-ZA" dirty="0"/>
              <a:t>D= 300                        </a:t>
            </a:r>
            <a:r>
              <a:rPr lang="en-ZA" u="sng" dirty="0"/>
              <a:t>TOTAL</a:t>
            </a:r>
          </a:p>
          <a:p>
            <a:r>
              <a:rPr lang="en-ZA" dirty="0"/>
              <a:t>W= 1500                    669845</a:t>
            </a:r>
          </a:p>
          <a:p>
            <a:r>
              <a:rPr lang="en-ZA" dirty="0"/>
              <a:t>M= 7550</a:t>
            </a:r>
          </a:p>
          <a:p>
            <a:r>
              <a:rPr lang="en-ZA" dirty="0"/>
              <a:t>Y=24500</a:t>
            </a:r>
          </a:p>
        </p:txBody>
      </p:sp>
      <p:sp>
        <p:nvSpPr>
          <p:cNvPr id="41" name="Rectangle 40">
            <a:extLst>
              <a:ext uri="{FF2B5EF4-FFF2-40B4-BE49-F238E27FC236}">
                <a16:creationId xmlns:a16="http://schemas.microsoft.com/office/drawing/2014/main" id="{B767F932-8E69-2B69-570D-245C13C13E6D}"/>
              </a:ext>
            </a:extLst>
          </p:cNvPr>
          <p:cNvSpPr/>
          <p:nvPr/>
        </p:nvSpPr>
        <p:spPr>
          <a:xfrm>
            <a:off x="2464152" y="4937380"/>
            <a:ext cx="6229465" cy="10323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Loading activity </a:t>
            </a:r>
          </a:p>
          <a:p>
            <a:pPr marL="285750" indent="-285750">
              <a:buFont typeface="Arial" panose="020B0604020202020204" pitchFamily="34" charset="0"/>
              <a:buChar char="•"/>
            </a:pPr>
            <a:r>
              <a:rPr lang="en-ZA" dirty="0"/>
              <a:t>Incoming trucks </a:t>
            </a:r>
          </a:p>
          <a:p>
            <a:pPr marL="285750" indent="-285750">
              <a:buFont typeface="Arial" panose="020B0604020202020204" pitchFamily="34" charset="0"/>
              <a:buChar char="•"/>
            </a:pPr>
            <a:r>
              <a:rPr lang="en-ZA" dirty="0"/>
              <a:t>Scheduled trucks for the day ( 15 )</a:t>
            </a:r>
          </a:p>
          <a:p>
            <a:endParaRPr lang="en-ZA" dirty="0"/>
          </a:p>
        </p:txBody>
      </p:sp>
      <p:sp>
        <p:nvSpPr>
          <p:cNvPr id="42" name="Rectangle 41">
            <a:extLst>
              <a:ext uri="{FF2B5EF4-FFF2-40B4-BE49-F238E27FC236}">
                <a16:creationId xmlns:a16="http://schemas.microsoft.com/office/drawing/2014/main" id="{EBAD0A86-5F79-DCCD-A042-225B74C99BC0}"/>
              </a:ext>
            </a:extLst>
          </p:cNvPr>
          <p:cNvSpPr/>
          <p:nvPr/>
        </p:nvSpPr>
        <p:spPr>
          <a:xfrm>
            <a:off x="2458065" y="3236130"/>
            <a:ext cx="1887793" cy="2063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Buyers </a:t>
            </a:r>
          </a:p>
        </p:txBody>
      </p:sp>
      <p:sp>
        <p:nvSpPr>
          <p:cNvPr id="43" name="Rectangle 42">
            <a:extLst>
              <a:ext uri="{FF2B5EF4-FFF2-40B4-BE49-F238E27FC236}">
                <a16:creationId xmlns:a16="http://schemas.microsoft.com/office/drawing/2014/main" id="{A4790CA7-E43F-C92D-0F74-6233286993A8}"/>
              </a:ext>
            </a:extLst>
          </p:cNvPr>
          <p:cNvSpPr/>
          <p:nvPr/>
        </p:nvSpPr>
        <p:spPr>
          <a:xfrm>
            <a:off x="2453210" y="3513271"/>
            <a:ext cx="2942841"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A</a:t>
            </a:r>
          </a:p>
          <a:p>
            <a:pPr marL="285750" indent="-285750">
              <a:buFont typeface="Arial" panose="020B0604020202020204" pitchFamily="34" charset="0"/>
              <a:buChar char="•"/>
            </a:pPr>
            <a:r>
              <a:rPr lang="en-ZA" dirty="0"/>
              <a:t>Tons out = 2566</a:t>
            </a:r>
          </a:p>
          <a:p>
            <a:pPr marL="285750" indent="-285750">
              <a:buFont typeface="Arial" panose="020B0604020202020204" pitchFamily="34" charset="0"/>
              <a:buChar char="•"/>
            </a:pPr>
            <a:r>
              <a:rPr lang="en-ZA" dirty="0"/>
              <a:t>Download/ view recons</a:t>
            </a:r>
          </a:p>
          <a:p>
            <a:pPr marL="285750" indent="-285750">
              <a:buFont typeface="Arial" panose="020B0604020202020204" pitchFamily="34" charset="0"/>
              <a:buChar char="•"/>
            </a:pPr>
            <a:r>
              <a:rPr lang="en-ZA" dirty="0"/>
              <a:t>Generate invoice </a:t>
            </a:r>
          </a:p>
        </p:txBody>
      </p:sp>
      <p:sp>
        <p:nvSpPr>
          <p:cNvPr id="44" name="Rectangle 43">
            <a:extLst>
              <a:ext uri="{FF2B5EF4-FFF2-40B4-BE49-F238E27FC236}">
                <a16:creationId xmlns:a16="http://schemas.microsoft.com/office/drawing/2014/main" id="{308963C8-1425-CB17-6447-23BC537AD513}"/>
              </a:ext>
            </a:extLst>
          </p:cNvPr>
          <p:cNvSpPr/>
          <p:nvPr/>
        </p:nvSpPr>
        <p:spPr>
          <a:xfrm>
            <a:off x="5522812" y="3478220"/>
            <a:ext cx="3044044"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B</a:t>
            </a:r>
          </a:p>
          <a:p>
            <a:pPr marL="285750" indent="-285750">
              <a:buFont typeface="Arial" panose="020B0604020202020204" pitchFamily="34" charset="0"/>
              <a:buChar char="•"/>
            </a:pPr>
            <a:r>
              <a:rPr lang="en-ZA" dirty="0"/>
              <a:t>Tons out = 6842</a:t>
            </a:r>
          </a:p>
          <a:p>
            <a:pPr marL="285750" indent="-285750">
              <a:buFont typeface="Arial" panose="020B0604020202020204" pitchFamily="34" charset="0"/>
              <a:buChar char="•"/>
            </a:pPr>
            <a:r>
              <a:rPr lang="en-ZA" dirty="0"/>
              <a:t>Download/ view recons</a:t>
            </a:r>
          </a:p>
          <a:p>
            <a:pPr marL="285750" indent="-285750">
              <a:buFont typeface="Arial" panose="020B0604020202020204" pitchFamily="34" charset="0"/>
              <a:buChar char="•"/>
            </a:pPr>
            <a:r>
              <a:rPr lang="en-ZA" dirty="0"/>
              <a:t>Generate invoice</a:t>
            </a:r>
          </a:p>
        </p:txBody>
      </p:sp>
      <p:sp>
        <p:nvSpPr>
          <p:cNvPr id="45" name="Rectangle 44">
            <a:extLst>
              <a:ext uri="{FF2B5EF4-FFF2-40B4-BE49-F238E27FC236}">
                <a16:creationId xmlns:a16="http://schemas.microsoft.com/office/drawing/2014/main" id="{33D2600B-F664-B26E-41A8-40A073E498FD}"/>
              </a:ext>
            </a:extLst>
          </p:cNvPr>
          <p:cNvSpPr/>
          <p:nvPr/>
        </p:nvSpPr>
        <p:spPr>
          <a:xfrm>
            <a:off x="8693617" y="3478220"/>
            <a:ext cx="3167280"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C</a:t>
            </a:r>
          </a:p>
          <a:p>
            <a:pPr marL="285750" indent="-285750">
              <a:buFont typeface="Arial" panose="020B0604020202020204" pitchFamily="34" charset="0"/>
              <a:buChar char="•"/>
            </a:pPr>
            <a:r>
              <a:rPr lang="en-ZA" dirty="0"/>
              <a:t>Tons out = 4892</a:t>
            </a:r>
          </a:p>
          <a:p>
            <a:pPr marL="285750" indent="-285750">
              <a:buFont typeface="Arial" panose="020B0604020202020204" pitchFamily="34" charset="0"/>
              <a:buChar char="•"/>
            </a:pPr>
            <a:r>
              <a:rPr lang="en-ZA" dirty="0"/>
              <a:t>Download/view recons </a:t>
            </a:r>
          </a:p>
          <a:p>
            <a:pPr marL="285750" indent="-285750">
              <a:buFont typeface="Arial" panose="020B0604020202020204" pitchFamily="34" charset="0"/>
              <a:buChar char="•"/>
            </a:pPr>
            <a:r>
              <a:rPr lang="en-ZA" dirty="0"/>
              <a:t>Generate invoice </a:t>
            </a:r>
          </a:p>
        </p:txBody>
      </p:sp>
      <p:grpSp>
        <p:nvGrpSpPr>
          <p:cNvPr id="52" name="Group 51">
            <a:extLst>
              <a:ext uri="{FF2B5EF4-FFF2-40B4-BE49-F238E27FC236}">
                <a16:creationId xmlns:a16="http://schemas.microsoft.com/office/drawing/2014/main" id="{1CBAF789-41DD-6E39-F40B-2DD178F89EE4}"/>
              </a:ext>
            </a:extLst>
          </p:cNvPr>
          <p:cNvGrpSpPr/>
          <p:nvPr/>
        </p:nvGrpSpPr>
        <p:grpSpPr>
          <a:xfrm>
            <a:off x="3067177" y="678132"/>
            <a:ext cx="197640" cy="39960"/>
            <a:chOff x="3067177" y="678132"/>
            <a:chExt cx="197640" cy="39960"/>
          </a:xfrm>
        </p:grpSpPr>
        <mc:AlternateContent xmlns:mc="http://schemas.openxmlformats.org/markup-compatibility/2006" xmlns:p14="http://schemas.microsoft.com/office/powerpoint/2010/main">
          <mc:Choice Requires="p14">
            <p:contentPart p14:bwMode="auto" r:id="rId59">
              <p14:nvContentPartPr>
                <p14:cNvPr id="46" name="Ink 45">
                  <a:extLst>
                    <a:ext uri="{FF2B5EF4-FFF2-40B4-BE49-F238E27FC236}">
                      <a16:creationId xmlns:a16="http://schemas.microsoft.com/office/drawing/2014/main" id="{CDA7BA9F-ABE1-1AFC-497E-1F7AABED107D}"/>
                    </a:ext>
                  </a:extLst>
                </p14:cNvPr>
                <p14:cNvContentPartPr/>
                <p14:nvPr/>
              </p14:nvContentPartPr>
              <p14:xfrm>
                <a:off x="3264457" y="717732"/>
                <a:ext cx="360" cy="360"/>
              </p14:xfrm>
            </p:contentPart>
          </mc:Choice>
          <mc:Fallback xmlns="">
            <p:pic>
              <p:nvPicPr>
                <p:cNvPr id="46" name="Ink 45">
                  <a:extLst>
                    <a:ext uri="{FF2B5EF4-FFF2-40B4-BE49-F238E27FC236}">
                      <a16:creationId xmlns:a16="http://schemas.microsoft.com/office/drawing/2014/main" id="{CDA7BA9F-ABE1-1AFC-497E-1F7AABED107D}"/>
                    </a:ext>
                  </a:extLst>
                </p:cNvPr>
                <p:cNvPicPr/>
                <p:nvPr/>
              </p:nvPicPr>
              <p:blipFill>
                <a:blip r:embed="rId56"/>
                <a:stretch>
                  <a:fillRect/>
                </a:stretch>
              </p:blipFill>
              <p:spPr>
                <a:xfrm>
                  <a:off x="3201457" y="6547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DC9DDA99-B785-72C0-380E-8A87BC5714B4}"/>
                    </a:ext>
                  </a:extLst>
                </p14:cNvPr>
                <p14:cNvContentPartPr/>
                <p14:nvPr/>
              </p14:nvContentPartPr>
              <p14:xfrm>
                <a:off x="3195697" y="717732"/>
                <a:ext cx="360" cy="360"/>
              </p14:xfrm>
            </p:contentPart>
          </mc:Choice>
          <mc:Fallback xmlns="">
            <p:pic>
              <p:nvPicPr>
                <p:cNvPr id="47" name="Ink 46">
                  <a:extLst>
                    <a:ext uri="{FF2B5EF4-FFF2-40B4-BE49-F238E27FC236}">
                      <a16:creationId xmlns:a16="http://schemas.microsoft.com/office/drawing/2014/main" id="{DC9DDA99-B785-72C0-380E-8A87BC5714B4}"/>
                    </a:ext>
                  </a:extLst>
                </p:cNvPr>
                <p:cNvPicPr/>
                <p:nvPr/>
              </p:nvPicPr>
              <p:blipFill>
                <a:blip r:embed="rId56"/>
                <a:stretch>
                  <a:fillRect/>
                </a:stretch>
              </p:blipFill>
              <p:spPr>
                <a:xfrm>
                  <a:off x="3132697" y="6547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8" name="Ink 47">
                  <a:extLst>
                    <a:ext uri="{FF2B5EF4-FFF2-40B4-BE49-F238E27FC236}">
                      <a16:creationId xmlns:a16="http://schemas.microsoft.com/office/drawing/2014/main" id="{0262A5A3-2D72-D05B-EE1B-B1A58E48009C}"/>
                    </a:ext>
                  </a:extLst>
                </p14:cNvPr>
                <p14:cNvContentPartPr/>
                <p14:nvPr/>
              </p14:nvContentPartPr>
              <p14:xfrm>
                <a:off x="3165817" y="708012"/>
                <a:ext cx="360" cy="360"/>
              </p14:xfrm>
            </p:contentPart>
          </mc:Choice>
          <mc:Fallback xmlns="">
            <p:pic>
              <p:nvPicPr>
                <p:cNvPr id="48" name="Ink 47">
                  <a:extLst>
                    <a:ext uri="{FF2B5EF4-FFF2-40B4-BE49-F238E27FC236}">
                      <a16:creationId xmlns:a16="http://schemas.microsoft.com/office/drawing/2014/main" id="{0262A5A3-2D72-D05B-EE1B-B1A58E48009C}"/>
                    </a:ext>
                  </a:extLst>
                </p:cNvPr>
                <p:cNvPicPr/>
                <p:nvPr/>
              </p:nvPicPr>
              <p:blipFill>
                <a:blip r:embed="rId56"/>
                <a:stretch>
                  <a:fillRect/>
                </a:stretch>
              </p:blipFill>
              <p:spPr>
                <a:xfrm>
                  <a:off x="3102817" y="64501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9" name="Ink 48">
                  <a:extLst>
                    <a:ext uri="{FF2B5EF4-FFF2-40B4-BE49-F238E27FC236}">
                      <a16:creationId xmlns:a16="http://schemas.microsoft.com/office/drawing/2014/main" id="{82BFBE5C-1E94-5710-604C-522C0BFE78B5}"/>
                    </a:ext>
                  </a:extLst>
                </p14:cNvPr>
                <p14:cNvContentPartPr/>
                <p14:nvPr/>
              </p14:nvContentPartPr>
              <p14:xfrm>
                <a:off x="3097057" y="698292"/>
                <a:ext cx="360" cy="360"/>
              </p14:xfrm>
            </p:contentPart>
          </mc:Choice>
          <mc:Fallback xmlns="">
            <p:pic>
              <p:nvPicPr>
                <p:cNvPr id="49" name="Ink 48">
                  <a:extLst>
                    <a:ext uri="{FF2B5EF4-FFF2-40B4-BE49-F238E27FC236}">
                      <a16:creationId xmlns:a16="http://schemas.microsoft.com/office/drawing/2014/main" id="{82BFBE5C-1E94-5710-604C-522C0BFE78B5}"/>
                    </a:ext>
                  </a:extLst>
                </p:cNvPr>
                <p:cNvPicPr/>
                <p:nvPr/>
              </p:nvPicPr>
              <p:blipFill>
                <a:blip r:embed="rId56"/>
                <a:stretch>
                  <a:fillRect/>
                </a:stretch>
              </p:blipFill>
              <p:spPr>
                <a:xfrm>
                  <a:off x="3034417" y="6352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0" name="Ink 49">
                  <a:extLst>
                    <a:ext uri="{FF2B5EF4-FFF2-40B4-BE49-F238E27FC236}">
                      <a16:creationId xmlns:a16="http://schemas.microsoft.com/office/drawing/2014/main" id="{5B1F01ED-B502-970F-C699-F04F793C067C}"/>
                    </a:ext>
                  </a:extLst>
                </p14:cNvPr>
                <p14:cNvContentPartPr/>
                <p14:nvPr/>
              </p14:nvContentPartPr>
              <p14:xfrm>
                <a:off x="3067177" y="678132"/>
                <a:ext cx="360" cy="360"/>
              </p14:xfrm>
            </p:contentPart>
          </mc:Choice>
          <mc:Fallback xmlns="">
            <p:pic>
              <p:nvPicPr>
                <p:cNvPr id="50" name="Ink 49">
                  <a:extLst>
                    <a:ext uri="{FF2B5EF4-FFF2-40B4-BE49-F238E27FC236}">
                      <a16:creationId xmlns:a16="http://schemas.microsoft.com/office/drawing/2014/main" id="{5B1F01ED-B502-970F-C699-F04F793C067C}"/>
                    </a:ext>
                  </a:extLst>
                </p:cNvPr>
                <p:cNvPicPr/>
                <p:nvPr/>
              </p:nvPicPr>
              <p:blipFill>
                <a:blip r:embed="rId56"/>
                <a:stretch>
                  <a:fillRect/>
                </a:stretch>
              </p:blipFill>
              <p:spPr>
                <a:xfrm>
                  <a:off x="300453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 name="Ink 50">
                  <a:extLst>
                    <a:ext uri="{FF2B5EF4-FFF2-40B4-BE49-F238E27FC236}">
                      <a16:creationId xmlns:a16="http://schemas.microsoft.com/office/drawing/2014/main" id="{8258D35C-9408-DBFF-82CC-6AC8F276AB91}"/>
                    </a:ext>
                  </a:extLst>
                </p14:cNvPr>
                <p14:cNvContentPartPr/>
                <p14:nvPr/>
              </p14:nvContentPartPr>
              <p14:xfrm>
                <a:off x="3067177" y="678132"/>
                <a:ext cx="360" cy="360"/>
              </p14:xfrm>
            </p:contentPart>
          </mc:Choice>
          <mc:Fallback xmlns="">
            <p:pic>
              <p:nvPicPr>
                <p:cNvPr id="51" name="Ink 50">
                  <a:extLst>
                    <a:ext uri="{FF2B5EF4-FFF2-40B4-BE49-F238E27FC236}">
                      <a16:creationId xmlns:a16="http://schemas.microsoft.com/office/drawing/2014/main" id="{8258D35C-9408-DBFF-82CC-6AC8F276AB91}"/>
                    </a:ext>
                  </a:extLst>
                </p:cNvPr>
                <p:cNvPicPr/>
                <p:nvPr/>
              </p:nvPicPr>
              <p:blipFill>
                <a:blip r:embed="rId56"/>
                <a:stretch>
                  <a:fillRect/>
                </a:stretch>
              </p:blipFill>
              <p:spPr>
                <a:xfrm>
                  <a:off x="3004537" y="615492"/>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53" name="Ink 52">
                <a:extLst>
                  <a:ext uri="{FF2B5EF4-FFF2-40B4-BE49-F238E27FC236}">
                    <a16:creationId xmlns:a16="http://schemas.microsoft.com/office/drawing/2014/main" id="{B5F1D2C9-C4CE-5CE3-0756-219EA82828D7}"/>
                  </a:ext>
                </a:extLst>
              </p14:cNvPr>
              <p14:cNvContentPartPr/>
              <p14:nvPr/>
            </p14:nvContentPartPr>
            <p14:xfrm>
              <a:off x="1022377" y="678132"/>
              <a:ext cx="360" cy="360"/>
            </p14:xfrm>
          </p:contentPart>
        </mc:Choice>
        <mc:Fallback xmlns="">
          <p:pic>
            <p:nvPicPr>
              <p:cNvPr id="53" name="Ink 52">
                <a:extLst>
                  <a:ext uri="{FF2B5EF4-FFF2-40B4-BE49-F238E27FC236}">
                    <a16:creationId xmlns:a16="http://schemas.microsoft.com/office/drawing/2014/main" id="{B5F1D2C9-C4CE-5CE3-0756-219EA82828D7}"/>
                  </a:ext>
                </a:extLst>
              </p:cNvPr>
              <p:cNvPicPr/>
              <p:nvPr/>
            </p:nvPicPr>
            <p:blipFill>
              <a:blip r:embed="rId56"/>
              <a:stretch>
                <a:fillRect/>
              </a:stretch>
            </p:blipFill>
            <p:spPr>
              <a:xfrm>
                <a:off x="959737" y="615492"/>
                <a:ext cx="126000" cy="126000"/>
              </a:xfrm>
              <a:prstGeom prst="rect">
                <a:avLst/>
              </a:prstGeom>
            </p:spPr>
          </p:pic>
        </mc:Fallback>
      </mc:AlternateContent>
      <p:grpSp>
        <p:nvGrpSpPr>
          <p:cNvPr id="75" name="Group 74">
            <a:extLst>
              <a:ext uri="{FF2B5EF4-FFF2-40B4-BE49-F238E27FC236}">
                <a16:creationId xmlns:a16="http://schemas.microsoft.com/office/drawing/2014/main" id="{406F3EED-8108-6647-D3D3-A68C5BF8FFDA}"/>
              </a:ext>
            </a:extLst>
          </p:cNvPr>
          <p:cNvGrpSpPr/>
          <p:nvPr/>
        </p:nvGrpSpPr>
        <p:grpSpPr>
          <a:xfrm>
            <a:off x="982789" y="644112"/>
            <a:ext cx="501480" cy="108360"/>
            <a:chOff x="963697" y="648972"/>
            <a:chExt cx="501480" cy="108360"/>
          </a:xfrm>
        </p:grpSpPr>
        <mc:AlternateContent xmlns:mc="http://schemas.openxmlformats.org/markup-compatibility/2006" xmlns:p14="http://schemas.microsoft.com/office/powerpoint/2010/main">
          <mc:Choice Requires="p14">
            <p:contentPart p14:bwMode="auto" r:id="rId66">
              <p14:nvContentPartPr>
                <p14:cNvPr id="54" name="Ink 53">
                  <a:extLst>
                    <a:ext uri="{FF2B5EF4-FFF2-40B4-BE49-F238E27FC236}">
                      <a16:creationId xmlns:a16="http://schemas.microsoft.com/office/drawing/2014/main" id="{5023EEAD-C3F0-EE65-FEE3-4CF0BB35246E}"/>
                    </a:ext>
                  </a:extLst>
                </p14:cNvPr>
                <p14:cNvContentPartPr/>
                <p14:nvPr/>
              </p14:nvContentPartPr>
              <p14:xfrm>
                <a:off x="963697" y="678132"/>
                <a:ext cx="360" cy="360"/>
              </p14:xfrm>
            </p:contentPart>
          </mc:Choice>
          <mc:Fallback xmlns="">
            <p:pic>
              <p:nvPicPr>
                <p:cNvPr id="54" name="Ink 53">
                  <a:extLst>
                    <a:ext uri="{FF2B5EF4-FFF2-40B4-BE49-F238E27FC236}">
                      <a16:creationId xmlns:a16="http://schemas.microsoft.com/office/drawing/2014/main" id="{5023EEAD-C3F0-EE65-FEE3-4CF0BB35246E}"/>
                    </a:ext>
                  </a:extLst>
                </p:cNvPr>
                <p:cNvPicPr/>
                <p:nvPr/>
              </p:nvPicPr>
              <p:blipFill>
                <a:blip r:embed="rId67"/>
                <a:stretch>
                  <a:fillRect/>
                </a:stretch>
              </p:blipFill>
              <p:spPr>
                <a:xfrm>
                  <a:off x="90069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5" name="Ink 54">
                  <a:extLst>
                    <a:ext uri="{FF2B5EF4-FFF2-40B4-BE49-F238E27FC236}">
                      <a16:creationId xmlns:a16="http://schemas.microsoft.com/office/drawing/2014/main" id="{363468E4-AC6A-97B0-1925-05E103FB5E38}"/>
                    </a:ext>
                  </a:extLst>
                </p14:cNvPr>
                <p14:cNvContentPartPr/>
                <p14:nvPr/>
              </p14:nvContentPartPr>
              <p14:xfrm>
                <a:off x="1032457" y="648972"/>
                <a:ext cx="360" cy="360"/>
              </p14:xfrm>
            </p:contentPart>
          </mc:Choice>
          <mc:Fallback xmlns="">
            <p:pic>
              <p:nvPicPr>
                <p:cNvPr id="55" name="Ink 54">
                  <a:extLst>
                    <a:ext uri="{FF2B5EF4-FFF2-40B4-BE49-F238E27FC236}">
                      <a16:creationId xmlns:a16="http://schemas.microsoft.com/office/drawing/2014/main" id="{363468E4-AC6A-97B0-1925-05E103FB5E38}"/>
                    </a:ext>
                  </a:extLst>
                </p:cNvPr>
                <p:cNvPicPr/>
                <p:nvPr/>
              </p:nvPicPr>
              <p:blipFill>
                <a:blip r:embed="rId67"/>
                <a:stretch>
                  <a:fillRect/>
                </a:stretch>
              </p:blipFill>
              <p:spPr>
                <a:xfrm>
                  <a:off x="969457" y="5859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6" name="Ink 55">
                  <a:extLst>
                    <a:ext uri="{FF2B5EF4-FFF2-40B4-BE49-F238E27FC236}">
                      <a16:creationId xmlns:a16="http://schemas.microsoft.com/office/drawing/2014/main" id="{0F55908B-427A-07E4-492E-0A3F5B1E6528}"/>
                    </a:ext>
                  </a:extLst>
                </p14:cNvPr>
                <p14:cNvContentPartPr/>
                <p14:nvPr/>
              </p14:nvContentPartPr>
              <p14:xfrm>
                <a:off x="1061617" y="668412"/>
                <a:ext cx="360" cy="360"/>
              </p14:xfrm>
            </p:contentPart>
          </mc:Choice>
          <mc:Fallback xmlns="">
            <p:pic>
              <p:nvPicPr>
                <p:cNvPr id="56" name="Ink 55">
                  <a:extLst>
                    <a:ext uri="{FF2B5EF4-FFF2-40B4-BE49-F238E27FC236}">
                      <a16:creationId xmlns:a16="http://schemas.microsoft.com/office/drawing/2014/main" id="{0F55908B-427A-07E4-492E-0A3F5B1E6528}"/>
                    </a:ext>
                  </a:extLst>
                </p:cNvPr>
                <p:cNvPicPr/>
                <p:nvPr/>
              </p:nvPicPr>
              <p:blipFill>
                <a:blip r:embed="rId67"/>
                <a:stretch>
                  <a:fillRect/>
                </a:stretch>
              </p:blipFill>
              <p:spPr>
                <a:xfrm>
                  <a:off x="998617" y="6057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7" name="Ink 56">
                  <a:extLst>
                    <a:ext uri="{FF2B5EF4-FFF2-40B4-BE49-F238E27FC236}">
                      <a16:creationId xmlns:a16="http://schemas.microsoft.com/office/drawing/2014/main" id="{A00D7A9A-741A-32CA-91F5-6A7D209B07A7}"/>
                    </a:ext>
                  </a:extLst>
                </p14:cNvPr>
                <p14:cNvContentPartPr/>
                <p14:nvPr/>
              </p14:nvContentPartPr>
              <p14:xfrm>
                <a:off x="1110937" y="737172"/>
                <a:ext cx="360" cy="3600"/>
              </p14:xfrm>
            </p:contentPart>
          </mc:Choice>
          <mc:Fallback xmlns="">
            <p:pic>
              <p:nvPicPr>
                <p:cNvPr id="57" name="Ink 56">
                  <a:extLst>
                    <a:ext uri="{FF2B5EF4-FFF2-40B4-BE49-F238E27FC236}">
                      <a16:creationId xmlns:a16="http://schemas.microsoft.com/office/drawing/2014/main" id="{A00D7A9A-741A-32CA-91F5-6A7D209B07A7}"/>
                    </a:ext>
                  </a:extLst>
                </p:cNvPr>
                <p:cNvPicPr/>
                <p:nvPr/>
              </p:nvPicPr>
              <p:blipFill>
                <a:blip r:embed="rId71"/>
                <a:stretch>
                  <a:fillRect/>
                </a:stretch>
              </p:blipFill>
              <p:spPr>
                <a:xfrm>
                  <a:off x="1047937" y="674172"/>
                  <a:ext cx="1260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8" name="Ink 57">
                  <a:extLst>
                    <a:ext uri="{FF2B5EF4-FFF2-40B4-BE49-F238E27FC236}">
                      <a16:creationId xmlns:a16="http://schemas.microsoft.com/office/drawing/2014/main" id="{FBDFE22B-CB94-BB90-24C1-6B4DEF510D63}"/>
                    </a:ext>
                  </a:extLst>
                </p14:cNvPr>
                <p14:cNvContentPartPr/>
                <p14:nvPr/>
              </p14:nvContentPartPr>
              <p14:xfrm>
                <a:off x="1110937" y="756972"/>
                <a:ext cx="360" cy="360"/>
              </p14:xfrm>
            </p:contentPart>
          </mc:Choice>
          <mc:Fallback xmlns="">
            <p:pic>
              <p:nvPicPr>
                <p:cNvPr id="58" name="Ink 57">
                  <a:extLst>
                    <a:ext uri="{FF2B5EF4-FFF2-40B4-BE49-F238E27FC236}">
                      <a16:creationId xmlns:a16="http://schemas.microsoft.com/office/drawing/2014/main" id="{FBDFE22B-CB94-BB90-24C1-6B4DEF510D63}"/>
                    </a:ext>
                  </a:extLst>
                </p:cNvPr>
                <p:cNvPicPr/>
                <p:nvPr/>
              </p:nvPicPr>
              <p:blipFill>
                <a:blip r:embed="rId67"/>
                <a:stretch>
                  <a:fillRect/>
                </a:stretch>
              </p:blipFill>
              <p:spPr>
                <a:xfrm>
                  <a:off x="1047937" y="6943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9" name="Ink 58">
                  <a:extLst>
                    <a:ext uri="{FF2B5EF4-FFF2-40B4-BE49-F238E27FC236}">
                      <a16:creationId xmlns:a16="http://schemas.microsoft.com/office/drawing/2014/main" id="{52872FA4-1C99-B35F-9EED-3484CE9EC172}"/>
                    </a:ext>
                  </a:extLst>
                </p14:cNvPr>
                <p14:cNvContentPartPr/>
                <p14:nvPr/>
              </p14:nvContentPartPr>
              <p14:xfrm>
                <a:off x="1110937" y="756972"/>
                <a:ext cx="360" cy="360"/>
              </p14:xfrm>
            </p:contentPart>
          </mc:Choice>
          <mc:Fallback xmlns="">
            <p:pic>
              <p:nvPicPr>
                <p:cNvPr id="59" name="Ink 58">
                  <a:extLst>
                    <a:ext uri="{FF2B5EF4-FFF2-40B4-BE49-F238E27FC236}">
                      <a16:creationId xmlns:a16="http://schemas.microsoft.com/office/drawing/2014/main" id="{52872FA4-1C99-B35F-9EED-3484CE9EC172}"/>
                    </a:ext>
                  </a:extLst>
                </p:cNvPr>
                <p:cNvPicPr/>
                <p:nvPr/>
              </p:nvPicPr>
              <p:blipFill>
                <a:blip r:embed="rId67"/>
                <a:stretch>
                  <a:fillRect/>
                </a:stretch>
              </p:blipFill>
              <p:spPr>
                <a:xfrm>
                  <a:off x="1047937" y="6943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0" name="Ink 59">
                  <a:extLst>
                    <a:ext uri="{FF2B5EF4-FFF2-40B4-BE49-F238E27FC236}">
                      <a16:creationId xmlns:a16="http://schemas.microsoft.com/office/drawing/2014/main" id="{5DA5B203-4A3E-20A3-ED23-6E665AB87D37}"/>
                    </a:ext>
                  </a:extLst>
                </p14:cNvPr>
                <p14:cNvContentPartPr/>
                <p14:nvPr/>
              </p14:nvContentPartPr>
              <p14:xfrm>
                <a:off x="1051897" y="756972"/>
                <a:ext cx="360" cy="360"/>
              </p14:xfrm>
            </p:contentPart>
          </mc:Choice>
          <mc:Fallback xmlns="">
            <p:pic>
              <p:nvPicPr>
                <p:cNvPr id="60" name="Ink 59">
                  <a:extLst>
                    <a:ext uri="{FF2B5EF4-FFF2-40B4-BE49-F238E27FC236}">
                      <a16:creationId xmlns:a16="http://schemas.microsoft.com/office/drawing/2014/main" id="{5DA5B203-4A3E-20A3-ED23-6E665AB87D37}"/>
                    </a:ext>
                  </a:extLst>
                </p:cNvPr>
                <p:cNvPicPr/>
                <p:nvPr/>
              </p:nvPicPr>
              <p:blipFill>
                <a:blip r:embed="rId67"/>
                <a:stretch>
                  <a:fillRect/>
                </a:stretch>
              </p:blipFill>
              <p:spPr>
                <a:xfrm>
                  <a:off x="988897" y="69433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1" name="Ink 60">
                  <a:extLst>
                    <a:ext uri="{FF2B5EF4-FFF2-40B4-BE49-F238E27FC236}">
                      <a16:creationId xmlns:a16="http://schemas.microsoft.com/office/drawing/2014/main" id="{4F192D51-7D0A-5A85-8202-ABADF99E2D21}"/>
                    </a:ext>
                  </a:extLst>
                </p14:cNvPr>
                <p14:cNvContentPartPr/>
                <p14:nvPr/>
              </p14:nvContentPartPr>
              <p14:xfrm>
                <a:off x="1081417" y="737172"/>
                <a:ext cx="360" cy="360"/>
              </p14:xfrm>
            </p:contentPart>
          </mc:Choice>
          <mc:Fallback xmlns="">
            <p:pic>
              <p:nvPicPr>
                <p:cNvPr id="61" name="Ink 60">
                  <a:extLst>
                    <a:ext uri="{FF2B5EF4-FFF2-40B4-BE49-F238E27FC236}">
                      <a16:creationId xmlns:a16="http://schemas.microsoft.com/office/drawing/2014/main" id="{4F192D51-7D0A-5A85-8202-ABADF99E2D21}"/>
                    </a:ext>
                  </a:extLst>
                </p:cNvPr>
                <p:cNvPicPr/>
                <p:nvPr/>
              </p:nvPicPr>
              <p:blipFill>
                <a:blip r:embed="rId67"/>
                <a:stretch>
                  <a:fillRect/>
                </a:stretch>
              </p:blipFill>
              <p:spPr>
                <a:xfrm>
                  <a:off x="1018777" y="6741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3031B518-C631-3775-1376-5284D4BB0320}"/>
                    </a:ext>
                  </a:extLst>
                </p14:cNvPr>
                <p14:cNvContentPartPr/>
                <p14:nvPr/>
              </p14:nvContentPartPr>
              <p14:xfrm>
                <a:off x="1140457" y="708012"/>
                <a:ext cx="360" cy="360"/>
              </p14:xfrm>
            </p:contentPart>
          </mc:Choice>
          <mc:Fallback xmlns="">
            <p:pic>
              <p:nvPicPr>
                <p:cNvPr id="62" name="Ink 61">
                  <a:extLst>
                    <a:ext uri="{FF2B5EF4-FFF2-40B4-BE49-F238E27FC236}">
                      <a16:creationId xmlns:a16="http://schemas.microsoft.com/office/drawing/2014/main" id="{3031B518-C631-3775-1376-5284D4BB0320}"/>
                    </a:ext>
                  </a:extLst>
                </p:cNvPr>
                <p:cNvPicPr/>
                <p:nvPr/>
              </p:nvPicPr>
              <p:blipFill>
                <a:blip r:embed="rId67"/>
                <a:stretch>
                  <a:fillRect/>
                </a:stretch>
              </p:blipFill>
              <p:spPr>
                <a:xfrm>
                  <a:off x="1077817" y="64501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3" name="Ink 62">
                  <a:extLst>
                    <a:ext uri="{FF2B5EF4-FFF2-40B4-BE49-F238E27FC236}">
                      <a16:creationId xmlns:a16="http://schemas.microsoft.com/office/drawing/2014/main" id="{A7D51FF9-2ED8-2654-1D52-A424475C53EF}"/>
                    </a:ext>
                  </a:extLst>
                </p14:cNvPr>
                <p14:cNvContentPartPr/>
                <p14:nvPr/>
              </p14:nvContentPartPr>
              <p14:xfrm>
                <a:off x="1159897" y="687852"/>
                <a:ext cx="360" cy="360"/>
              </p14:xfrm>
            </p:contentPart>
          </mc:Choice>
          <mc:Fallback xmlns="">
            <p:pic>
              <p:nvPicPr>
                <p:cNvPr id="63" name="Ink 62">
                  <a:extLst>
                    <a:ext uri="{FF2B5EF4-FFF2-40B4-BE49-F238E27FC236}">
                      <a16:creationId xmlns:a16="http://schemas.microsoft.com/office/drawing/2014/main" id="{A7D51FF9-2ED8-2654-1D52-A424475C53EF}"/>
                    </a:ext>
                  </a:extLst>
                </p:cNvPr>
                <p:cNvPicPr/>
                <p:nvPr/>
              </p:nvPicPr>
              <p:blipFill>
                <a:blip r:embed="rId67"/>
                <a:stretch>
                  <a:fillRect/>
                </a:stretch>
              </p:blipFill>
              <p:spPr>
                <a:xfrm>
                  <a:off x="1097257" y="62521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4" name="Ink 63">
                  <a:extLst>
                    <a:ext uri="{FF2B5EF4-FFF2-40B4-BE49-F238E27FC236}">
                      <a16:creationId xmlns:a16="http://schemas.microsoft.com/office/drawing/2014/main" id="{9D14E9E0-A9CF-E7F0-83BE-A8ADA89819E3}"/>
                    </a:ext>
                  </a:extLst>
                </p14:cNvPr>
                <p14:cNvContentPartPr/>
                <p14:nvPr/>
              </p14:nvContentPartPr>
              <p14:xfrm>
                <a:off x="1169617" y="687852"/>
                <a:ext cx="360" cy="360"/>
              </p14:xfrm>
            </p:contentPart>
          </mc:Choice>
          <mc:Fallback xmlns="">
            <p:pic>
              <p:nvPicPr>
                <p:cNvPr id="64" name="Ink 63">
                  <a:extLst>
                    <a:ext uri="{FF2B5EF4-FFF2-40B4-BE49-F238E27FC236}">
                      <a16:creationId xmlns:a16="http://schemas.microsoft.com/office/drawing/2014/main" id="{9D14E9E0-A9CF-E7F0-83BE-A8ADA89819E3}"/>
                    </a:ext>
                  </a:extLst>
                </p:cNvPr>
                <p:cNvPicPr/>
                <p:nvPr/>
              </p:nvPicPr>
              <p:blipFill>
                <a:blip r:embed="rId67"/>
                <a:stretch>
                  <a:fillRect/>
                </a:stretch>
              </p:blipFill>
              <p:spPr>
                <a:xfrm>
                  <a:off x="1106977" y="62521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E28A4B61-7B2C-9A58-F022-E36B9CD7C4D7}"/>
                    </a:ext>
                  </a:extLst>
                </p14:cNvPr>
                <p14:cNvContentPartPr/>
                <p14:nvPr/>
              </p14:nvContentPartPr>
              <p14:xfrm>
                <a:off x="1189777" y="668412"/>
                <a:ext cx="360" cy="360"/>
              </p14:xfrm>
            </p:contentPart>
          </mc:Choice>
          <mc:Fallback xmlns="">
            <p:pic>
              <p:nvPicPr>
                <p:cNvPr id="65" name="Ink 64">
                  <a:extLst>
                    <a:ext uri="{FF2B5EF4-FFF2-40B4-BE49-F238E27FC236}">
                      <a16:creationId xmlns:a16="http://schemas.microsoft.com/office/drawing/2014/main" id="{E28A4B61-7B2C-9A58-F022-E36B9CD7C4D7}"/>
                    </a:ext>
                  </a:extLst>
                </p:cNvPr>
                <p:cNvPicPr/>
                <p:nvPr/>
              </p:nvPicPr>
              <p:blipFill>
                <a:blip r:embed="rId67"/>
                <a:stretch>
                  <a:fillRect/>
                </a:stretch>
              </p:blipFill>
              <p:spPr>
                <a:xfrm>
                  <a:off x="1126777" y="6057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6" name="Ink 65">
                  <a:extLst>
                    <a:ext uri="{FF2B5EF4-FFF2-40B4-BE49-F238E27FC236}">
                      <a16:creationId xmlns:a16="http://schemas.microsoft.com/office/drawing/2014/main" id="{A3BAEFE2-3C16-D160-DFC4-3E33D2863E60}"/>
                    </a:ext>
                  </a:extLst>
                </p14:cNvPr>
                <p14:cNvContentPartPr/>
                <p14:nvPr/>
              </p14:nvContentPartPr>
              <p14:xfrm>
                <a:off x="1189777" y="668412"/>
                <a:ext cx="360" cy="360"/>
              </p14:xfrm>
            </p:contentPart>
          </mc:Choice>
          <mc:Fallback xmlns="">
            <p:pic>
              <p:nvPicPr>
                <p:cNvPr id="66" name="Ink 65">
                  <a:extLst>
                    <a:ext uri="{FF2B5EF4-FFF2-40B4-BE49-F238E27FC236}">
                      <a16:creationId xmlns:a16="http://schemas.microsoft.com/office/drawing/2014/main" id="{A3BAEFE2-3C16-D160-DFC4-3E33D2863E60}"/>
                    </a:ext>
                  </a:extLst>
                </p:cNvPr>
                <p:cNvPicPr/>
                <p:nvPr/>
              </p:nvPicPr>
              <p:blipFill>
                <a:blip r:embed="rId67"/>
                <a:stretch>
                  <a:fillRect/>
                </a:stretch>
              </p:blipFill>
              <p:spPr>
                <a:xfrm>
                  <a:off x="1126777" y="6057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7" name="Ink 66">
                  <a:extLst>
                    <a:ext uri="{FF2B5EF4-FFF2-40B4-BE49-F238E27FC236}">
                      <a16:creationId xmlns:a16="http://schemas.microsoft.com/office/drawing/2014/main" id="{BC587559-81C1-303B-A29C-4B59224A1DDE}"/>
                    </a:ext>
                  </a:extLst>
                </p14:cNvPr>
                <p14:cNvContentPartPr/>
                <p14:nvPr/>
              </p14:nvContentPartPr>
              <p14:xfrm>
                <a:off x="1268257" y="668412"/>
                <a:ext cx="360" cy="360"/>
              </p14:xfrm>
            </p:contentPart>
          </mc:Choice>
          <mc:Fallback xmlns="">
            <p:pic>
              <p:nvPicPr>
                <p:cNvPr id="67" name="Ink 66">
                  <a:extLst>
                    <a:ext uri="{FF2B5EF4-FFF2-40B4-BE49-F238E27FC236}">
                      <a16:creationId xmlns:a16="http://schemas.microsoft.com/office/drawing/2014/main" id="{BC587559-81C1-303B-A29C-4B59224A1DDE}"/>
                    </a:ext>
                  </a:extLst>
                </p:cNvPr>
                <p:cNvPicPr/>
                <p:nvPr/>
              </p:nvPicPr>
              <p:blipFill>
                <a:blip r:embed="rId67"/>
                <a:stretch>
                  <a:fillRect/>
                </a:stretch>
              </p:blipFill>
              <p:spPr>
                <a:xfrm>
                  <a:off x="1205617" y="6057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8" name="Ink 67">
                  <a:extLst>
                    <a:ext uri="{FF2B5EF4-FFF2-40B4-BE49-F238E27FC236}">
                      <a16:creationId xmlns:a16="http://schemas.microsoft.com/office/drawing/2014/main" id="{DBBEEEB9-B4F1-1AF6-B9D3-14C90ECE3F70}"/>
                    </a:ext>
                  </a:extLst>
                </p14:cNvPr>
                <p14:cNvContentPartPr/>
                <p14:nvPr/>
              </p14:nvContentPartPr>
              <p14:xfrm>
                <a:off x="1268257" y="668412"/>
                <a:ext cx="360" cy="360"/>
              </p14:xfrm>
            </p:contentPart>
          </mc:Choice>
          <mc:Fallback xmlns="">
            <p:pic>
              <p:nvPicPr>
                <p:cNvPr id="68" name="Ink 67">
                  <a:extLst>
                    <a:ext uri="{FF2B5EF4-FFF2-40B4-BE49-F238E27FC236}">
                      <a16:creationId xmlns:a16="http://schemas.microsoft.com/office/drawing/2014/main" id="{DBBEEEB9-B4F1-1AF6-B9D3-14C90ECE3F70}"/>
                    </a:ext>
                  </a:extLst>
                </p:cNvPr>
                <p:cNvPicPr/>
                <p:nvPr/>
              </p:nvPicPr>
              <p:blipFill>
                <a:blip r:embed="rId67"/>
                <a:stretch>
                  <a:fillRect/>
                </a:stretch>
              </p:blipFill>
              <p:spPr>
                <a:xfrm>
                  <a:off x="1205617" y="60577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9" name="Ink 68">
                  <a:extLst>
                    <a:ext uri="{FF2B5EF4-FFF2-40B4-BE49-F238E27FC236}">
                      <a16:creationId xmlns:a16="http://schemas.microsoft.com/office/drawing/2014/main" id="{94F4B3A2-69B8-2B67-D4C9-E93CA0AE9299}"/>
                    </a:ext>
                  </a:extLst>
                </p14:cNvPr>
                <p14:cNvContentPartPr/>
                <p14:nvPr/>
              </p14:nvContentPartPr>
              <p14:xfrm>
                <a:off x="1297417" y="678132"/>
                <a:ext cx="360" cy="360"/>
              </p14:xfrm>
            </p:contentPart>
          </mc:Choice>
          <mc:Fallback xmlns="">
            <p:pic>
              <p:nvPicPr>
                <p:cNvPr id="69" name="Ink 68">
                  <a:extLst>
                    <a:ext uri="{FF2B5EF4-FFF2-40B4-BE49-F238E27FC236}">
                      <a16:creationId xmlns:a16="http://schemas.microsoft.com/office/drawing/2014/main" id="{94F4B3A2-69B8-2B67-D4C9-E93CA0AE9299}"/>
                    </a:ext>
                  </a:extLst>
                </p:cNvPr>
                <p:cNvPicPr/>
                <p:nvPr/>
              </p:nvPicPr>
              <p:blipFill>
                <a:blip r:embed="rId67"/>
                <a:stretch>
                  <a:fillRect/>
                </a:stretch>
              </p:blipFill>
              <p:spPr>
                <a:xfrm>
                  <a:off x="123477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0" name="Ink 69">
                  <a:extLst>
                    <a:ext uri="{FF2B5EF4-FFF2-40B4-BE49-F238E27FC236}">
                      <a16:creationId xmlns:a16="http://schemas.microsoft.com/office/drawing/2014/main" id="{ADE93D0D-A99F-779D-3223-730BABD3AA9B}"/>
                    </a:ext>
                  </a:extLst>
                </p14:cNvPr>
                <p14:cNvContentPartPr/>
                <p14:nvPr/>
              </p14:nvContentPartPr>
              <p14:xfrm>
                <a:off x="1317577" y="678132"/>
                <a:ext cx="360" cy="360"/>
              </p14:xfrm>
            </p:contentPart>
          </mc:Choice>
          <mc:Fallback xmlns="">
            <p:pic>
              <p:nvPicPr>
                <p:cNvPr id="70" name="Ink 69">
                  <a:extLst>
                    <a:ext uri="{FF2B5EF4-FFF2-40B4-BE49-F238E27FC236}">
                      <a16:creationId xmlns:a16="http://schemas.microsoft.com/office/drawing/2014/main" id="{ADE93D0D-A99F-779D-3223-730BABD3AA9B}"/>
                    </a:ext>
                  </a:extLst>
                </p:cNvPr>
                <p:cNvPicPr/>
                <p:nvPr/>
              </p:nvPicPr>
              <p:blipFill>
                <a:blip r:embed="rId67"/>
                <a:stretch>
                  <a:fillRect/>
                </a:stretch>
              </p:blipFill>
              <p:spPr>
                <a:xfrm>
                  <a:off x="125457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1" name="Ink 70">
                  <a:extLst>
                    <a:ext uri="{FF2B5EF4-FFF2-40B4-BE49-F238E27FC236}">
                      <a16:creationId xmlns:a16="http://schemas.microsoft.com/office/drawing/2014/main" id="{E62D511C-B714-2ADC-9215-BC56338E4840}"/>
                    </a:ext>
                  </a:extLst>
                </p14:cNvPr>
                <p14:cNvContentPartPr/>
                <p14:nvPr/>
              </p14:nvContentPartPr>
              <p14:xfrm>
                <a:off x="1337017" y="678132"/>
                <a:ext cx="360" cy="360"/>
              </p14:xfrm>
            </p:contentPart>
          </mc:Choice>
          <mc:Fallback xmlns="">
            <p:pic>
              <p:nvPicPr>
                <p:cNvPr id="71" name="Ink 70">
                  <a:extLst>
                    <a:ext uri="{FF2B5EF4-FFF2-40B4-BE49-F238E27FC236}">
                      <a16:creationId xmlns:a16="http://schemas.microsoft.com/office/drawing/2014/main" id="{E62D511C-B714-2ADC-9215-BC56338E4840}"/>
                    </a:ext>
                  </a:extLst>
                </p:cNvPr>
                <p:cNvPicPr/>
                <p:nvPr/>
              </p:nvPicPr>
              <p:blipFill>
                <a:blip r:embed="rId67"/>
                <a:stretch>
                  <a:fillRect/>
                </a:stretch>
              </p:blipFill>
              <p:spPr>
                <a:xfrm>
                  <a:off x="127401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2" name="Ink 71">
                  <a:extLst>
                    <a:ext uri="{FF2B5EF4-FFF2-40B4-BE49-F238E27FC236}">
                      <a16:creationId xmlns:a16="http://schemas.microsoft.com/office/drawing/2014/main" id="{6CE2CDC3-4897-D01B-D113-1E8F4186F8A7}"/>
                    </a:ext>
                  </a:extLst>
                </p14:cNvPr>
                <p14:cNvContentPartPr/>
                <p14:nvPr/>
              </p14:nvContentPartPr>
              <p14:xfrm>
                <a:off x="1337017" y="678132"/>
                <a:ext cx="360" cy="360"/>
              </p14:xfrm>
            </p:contentPart>
          </mc:Choice>
          <mc:Fallback xmlns="">
            <p:pic>
              <p:nvPicPr>
                <p:cNvPr id="72" name="Ink 71">
                  <a:extLst>
                    <a:ext uri="{FF2B5EF4-FFF2-40B4-BE49-F238E27FC236}">
                      <a16:creationId xmlns:a16="http://schemas.microsoft.com/office/drawing/2014/main" id="{6CE2CDC3-4897-D01B-D113-1E8F4186F8A7}"/>
                    </a:ext>
                  </a:extLst>
                </p:cNvPr>
                <p:cNvPicPr/>
                <p:nvPr/>
              </p:nvPicPr>
              <p:blipFill>
                <a:blip r:embed="rId67"/>
                <a:stretch>
                  <a:fillRect/>
                </a:stretch>
              </p:blipFill>
              <p:spPr>
                <a:xfrm>
                  <a:off x="1274017" y="61549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3" name="Ink 72">
                  <a:extLst>
                    <a:ext uri="{FF2B5EF4-FFF2-40B4-BE49-F238E27FC236}">
                      <a16:creationId xmlns:a16="http://schemas.microsoft.com/office/drawing/2014/main" id="{9C0E818C-332F-6A52-1733-BACC585B7700}"/>
                    </a:ext>
                  </a:extLst>
                </p14:cNvPr>
                <p14:cNvContentPartPr/>
                <p14:nvPr/>
              </p14:nvContentPartPr>
              <p14:xfrm>
                <a:off x="1366897" y="687852"/>
                <a:ext cx="360" cy="360"/>
              </p14:xfrm>
            </p:contentPart>
          </mc:Choice>
          <mc:Fallback xmlns="">
            <p:pic>
              <p:nvPicPr>
                <p:cNvPr id="73" name="Ink 72">
                  <a:extLst>
                    <a:ext uri="{FF2B5EF4-FFF2-40B4-BE49-F238E27FC236}">
                      <a16:creationId xmlns:a16="http://schemas.microsoft.com/office/drawing/2014/main" id="{9C0E818C-332F-6A52-1733-BACC585B7700}"/>
                    </a:ext>
                  </a:extLst>
                </p:cNvPr>
                <p:cNvPicPr/>
                <p:nvPr/>
              </p:nvPicPr>
              <p:blipFill>
                <a:blip r:embed="rId67"/>
                <a:stretch>
                  <a:fillRect/>
                </a:stretch>
              </p:blipFill>
              <p:spPr>
                <a:xfrm>
                  <a:off x="1303897" y="62521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4" name="Ink 73">
                  <a:extLst>
                    <a:ext uri="{FF2B5EF4-FFF2-40B4-BE49-F238E27FC236}">
                      <a16:creationId xmlns:a16="http://schemas.microsoft.com/office/drawing/2014/main" id="{06131044-AAD7-AB9D-4E86-E089BF53C369}"/>
                    </a:ext>
                  </a:extLst>
                </p14:cNvPr>
                <p14:cNvContentPartPr/>
                <p14:nvPr/>
              </p14:nvContentPartPr>
              <p14:xfrm>
                <a:off x="1464817" y="708012"/>
                <a:ext cx="360" cy="360"/>
              </p14:xfrm>
            </p:contentPart>
          </mc:Choice>
          <mc:Fallback xmlns="">
            <p:pic>
              <p:nvPicPr>
                <p:cNvPr id="74" name="Ink 73">
                  <a:extLst>
                    <a:ext uri="{FF2B5EF4-FFF2-40B4-BE49-F238E27FC236}">
                      <a16:creationId xmlns:a16="http://schemas.microsoft.com/office/drawing/2014/main" id="{06131044-AAD7-AB9D-4E86-E089BF53C369}"/>
                    </a:ext>
                  </a:extLst>
                </p:cNvPr>
                <p:cNvPicPr/>
                <p:nvPr/>
              </p:nvPicPr>
              <p:blipFill>
                <a:blip r:embed="rId67"/>
                <a:stretch>
                  <a:fillRect/>
                </a:stretch>
              </p:blipFill>
              <p:spPr>
                <a:xfrm>
                  <a:off x="1401817" y="645012"/>
                  <a:ext cx="126000" cy="126000"/>
                </a:xfrm>
                <a:prstGeom prst="rect">
                  <a:avLst/>
                </a:prstGeom>
              </p:spPr>
            </p:pic>
          </mc:Fallback>
        </mc:AlternateContent>
      </p:grpSp>
      <p:sp>
        <p:nvSpPr>
          <p:cNvPr id="99" name="Rectangle 98">
            <a:extLst>
              <a:ext uri="{FF2B5EF4-FFF2-40B4-BE49-F238E27FC236}">
                <a16:creationId xmlns:a16="http://schemas.microsoft.com/office/drawing/2014/main" id="{6D62CC06-16DD-D305-563D-A877DD0C61A8}"/>
              </a:ext>
            </a:extLst>
          </p:cNvPr>
          <p:cNvSpPr/>
          <p:nvPr/>
        </p:nvSpPr>
        <p:spPr>
          <a:xfrm>
            <a:off x="8768080" y="1887851"/>
            <a:ext cx="2998839"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Operations hub</a:t>
            </a:r>
          </a:p>
          <a:p>
            <a:pPr algn="ctr"/>
            <a:r>
              <a:rPr lang="en-ZA" dirty="0"/>
              <a:t>*coming soon </a:t>
            </a:r>
          </a:p>
        </p:txBody>
      </p:sp>
      <p:sp>
        <p:nvSpPr>
          <p:cNvPr id="29" name="Rectangle 28">
            <a:extLst>
              <a:ext uri="{FF2B5EF4-FFF2-40B4-BE49-F238E27FC236}">
                <a16:creationId xmlns:a16="http://schemas.microsoft.com/office/drawing/2014/main" id="{22F6A9ED-A433-B6EF-63A9-9C10D830C01E}"/>
              </a:ext>
            </a:extLst>
          </p:cNvPr>
          <p:cNvSpPr/>
          <p:nvPr/>
        </p:nvSpPr>
        <p:spPr>
          <a:xfrm>
            <a:off x="8906737" y="5116286"/>
            <a:ext cx="2860182" cy="7010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Request buyers </a:t>
            </a:r>
          </a:p>
        </p:txBody>
      </p:sp>
    </p:spTree>
    <p:extLst>
      <p:ext uri="{BB962C8B-B14F-4D97-AF65-F5344CB8AC3E}">
        <p14:creationId xmlns:p14="http://schemas.microsoft.com/office/powerpoint/2010/main" val="2668924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403AAE-E9CF-7A13-B8A4-6499B4E916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75E17EF-0D00-0D29-1948-0F24152B629F}"/>
                  </a:ext>
                </a:extLst>
              </p14:cNvPr>
              <p14:cNvContentPartPr/>
              <p14:nvPr/>
            </p14:nvContentPartPr>
            <p14:xfrm>
              <a:off x="2722640" y="486840"/>
              <a:ext cx="1080720" cy="92520"/>
            </p14:xfrm>
          </p:contentPart>
        </mc:Choice>
        <mc:Fallback xmlns="">
          <p:pic>
            <p:nvPicPr>
              <p:cNvPr id="6" name="Ink 5">
                <a:extLst>
                  <a:ext uri="{FF2B5EF4-FFF2-40B4-BE49-F238E27FC236}">
                    <a16:creationId xmlns:a16="http://schemas.microsoft.com/office/drawing/2014/main" id="{275E17EF-0D00-0D29-1948-0F24152B629F}"/>
                  </a:ext>
                </a:extLst>
              </p:cNvPr>
              <p:cNvPicPr/>
              <p:nvPr/>
            </p:nvPicPr>
            <p:blipFill>
              <a:blip r:embed="rId5"/>
              <a:stretch>
                <a:fillRect/>
              </a:stretch>
            </p:blipFill>
            <p:spPr>
              <a:xfrm>
                <a:off x="2632640" y="307200"/>
                <a:ext cx="126036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D845FAB-FB40-E40C-B598-DAED3B4C1C19}"/>
                  </a:ext>
                </a:extLst>
              </p14:cNvPr>
              <p14:cNvContentPartPr/>
              <p14:nvPr/>
            </p14:nvContentPartPr>
            <p14:xfrm>
              <a:off x="2661440" y="2397360"/>
              <a:ext cx="776160" cy="360"/>
            </p14:xfrm>
          </p:contentPart>
        </mc:Choice>
        <mc:Fallback xmlns="">
          <p:pic>
            <p:nvPicPr>
              <p:cNvPr id="7" name="Ink 6">
                <a:extLst>
                  <a:ext uri="{FF2B5EF4-FFF2-40B4-BE49-F238E27FC236}">
                    <a16:creationId xmlns:a16="http://schemas.microsoft.com/office/drawing/2014/main" id="{4D845FAB-FB40-E40C-B598-DAED3B4C1C19}"/>
                  </a:ext>
                </a:extLst>
              </p:cNvPr>
              <p:cNvPicPr/>
              <p:nvPr/>
            </p:nvPicPr>
            <p:blipFill>
              <a:blip r:embed="rId7"/>
              <a:stretch>
                <a:fillRect/>
              </a:stretch>
            </p:blipFill>
            <p:spPr>
              <a:xfrm>
                <a:off x="2571800" y="2217720"/>
                <a:ext cx="9558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458A2E7-CF7D-DEA3-CF8F-09ACAECC2477}"/>
                  </a:ext>
                </a:extLst>
              </p14:cNvPr>
              <p14:cNvContentPartPr/>
              <p14:nvPr/>
            </p14:nvContentPartPr>
            <p14:xfrm>
              <a:off x="240800" y="1795800"/>
              <a:ext cx="1293840" cy="438120"/>
            </p14:xfrm>
          </p:contentPart>
        </mc:Choice>
        <mc:Fallback xmlns="">
          <p:pic>
            <p:nvPicPr>
              <p:cNvPr id="8" name="Ink 7">
                <a:extLst>
                  <a:ext uri="{FF2B5EF4-FFF2-40B4-BE49-F238E27FC236}">
                    <a16:creationId xmlns:a16="http://schemas.microsoft.com/office/drawing/2014/main" id="{F458A2E7-CF7D-DEA3-CF8F-09ACAECC2477}"/>
                  </a:ext>
                </a:extLst>
              </p:cNvPr>
              <p:cNvPicPr/>
              <p:nvPr/>
            </p:nvPicPr>
            <p:blipFill>
              <a:blip r:embed="rId9"/>
              <a:stretch>
                <a:fillRect/>
              </a:stretch>
            </p:blipFill>
            <p:spPr>
              <a:xfrm>
                <a:off x="150800" y="1616160"/>
                <a:ext cx="1473480" cy="797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C82B570F-0610-DE7E-9E33-CB8D72393BA5}"/>
                  </a:ext>
                </a:extLst>
              </p14:cNvPr>
              <p14:cNvContentPartPr/>
              <p14:nvPr/>
            </p14:nvContentPartPr>
            <p14:xfrm>
              <a:off x="2752880" y="355440"/>
              <a:ext cx="244440" cy="295200"/>
            </p14:xfrm>
          </p:contentPart>
        </mc:Choice>
        <mc:Fallback xmlns="">
          <p:pic>
            <p:nvPicPr>
              <p:cNvPr id="10" name="Ink 9">
                <a:extLst>
                  <a:ext uri="{FF2B5EF4-FFF2-40B4-BE49-F238E27FC236}">
                    <a16:creationId xmlns:a16="http://schemas.microsoft.com/office/drawing/2014/main" id="{C82B570F-0610-DE7E-9E33-CB8D72393BA5}"/>
                  </a:ext>
                </a:extLst>
              </p:cNvPr>
              <p:cNvPicPr/>
              <p:nvPr/>
            </p:nvPicPr>
            <p:blipFill>
              <a:blip r:embed="rId11"/>
              <a:stretch>
                <a:fillRect/>
              </a:stretch>
            </p:blipFill>
            <p:spPr>
              <a:xfrm>
                <a:off x="2690240" y="292440"/>
                <a:ext cx="370080" cy="420840"/>
              </a:xfrm>
              <a:prstGeom prst="rect">
                <a:avLst/>
              </a:prstGeom>
            </p:spPr>
          </p:pic>
        </mc:Fallback>
      </mc:AlternateContent>
      <p:grpSp>
        <p:nvGrpSpPr>
          <p:cNvPr id="19" name="Group 18">
            <a:extLst>
              <a:ext uri="{FF2B5EF4-FFF2-40B4-BE49-F238E27FC236}">
                <a16:creationId xmlns:a16="http://schemas.microsoft.com/office/drawing/2014/main" id="{8437EE9A-1C11-C224-0107-53A8C571DD9A}"/>
              </a:ext>
            </a:extLst>
          </p:cNvPr>
          <p:cNvGrpSpPr/>
          <p:nvPr/>
        </p:nvGrpSpPr>
        <p:grpSpPr>
          <a:xfrm>
            <a:off x="2567480" y="355440"/>
            <a:ext cx="2286360" cy="343440"/>
            <a:chOff x="2567480" y="355440"/>
            <a:chExt cx="2286360" cy="343440"/>
          </a:xfrm>
        </p:grpSpPr>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7DC652C0-7F82-D18C-ADCE-39C96C989DF2}"/>
                    </a:ext>
                  </a:extLst>
                </p14:cNvPr>
                <p14:cNvContentPartPr/>
                <p14:nvPr/>
              </p14:nvContentPartPr>
              <p14:xfrm>
                <a:off x="2905520" y="619680"/>
                <a:ext cx="2160" cy="360"/>
              </p14:xfrm>
            </p:contentPart>
          </mc:Choice>
          <mc:Fallback xmlns="">
            <p:pic>
              <p:nvPicPr>
                <p:cNvPr id="11" name="Ink 10">
                  <a:extLst>
                    <a:ext uri="{FF2B5EF4-FFF2-40B4-BE49-F238E27FC236}">
                      <a16:creationId xmlns:a16="http://schemas.microsoft.com/office/drawing/2014/main" id="{7DC652C0-7F82-D18C-ADCE-39C96C989DF2}"/>
                    </a:ext>
                  </a:extLst>
                </p:cNvPr>
                <p:cNvPicPr/>
                <p:nvPr/>
              </p:nvPicPr>
              <p:blipFill>
                <a:blip r:embed="rId13"/>
                <a:stretch>
                  <a:fillRect/>
                </a:stretch>
              </p:blipFill>
              <p:spPr>
                <a:xfrm>
                  <a:off x="2842520" y="556680"/>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FE4F428-71AB-4ACB-8C3E-BF9F0DAB71F7}"/>
                    </a:ext>
                  </a:extLst>
                </p14:cNvPr>
                <p14:cNvContentPartPr/>
                <p14:nvPr/>
              </p14:nvContentPartPr>
              <p14:xfrm>
                <a:off x="2946200" y="355440"/>
                <a:ext cx="393840" cy="72360"/>
              </p14:xfrm>
            </p:contentPart>
          </mc:Choice>
          <mc:Fallback xmlns="">
            <p:pic>
              <p:nvPicPr>
                <p:cNvPr id="12" name="Ink 11">
                  <a:extLst>
                    <a:ext uri="{FF2B5EF4-FFF2-40B4-BE49-F238E27FC236}">
                      <a16:creationId xmlns:a16="http://schemas.microsoft.com/office/drawing/2014/main" id="{4FE4F428-71AB-4ACB-8C3E-BF9F0DAB71F7}"/>
                    </a:ext>
                  </a:extLst>
                </p:cNvPr>
                <p:cNvPicPr/>
                <p:nvPr/>
              </p:nvPicPr>
              <p:blipFill>
                <a:blip r:embed="rId15"/>
                <a:stretch>
                  <a:fillRect/>
                </a:stretch>
              </p:blipFill>
              <p:spPr>
                <a:xfrm>
                  <a:off x="2883560" y="292800"/>
                  <a:ext cx="5194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B7491426-B8C3-9495-A161-D272FF8FC6F4}"/>
                    </a:ext>
                  </a:extLst>
                </p14:cNvPr>
                <p14:cNvContentPartPr/>
                <p14:nvPr/>
              </p14:nvContentPartPr>
              <p14:xfrm>
                <a:off x="2682320" y="588000"/>
                <a:ext cx="815760" cy="72720"/>
              </p14:xfrm>
            </p:contentPart>
          </mc:Choice>
          <mc:Fallback xmlns="">
            <p:pic>
              <p:nvPicPr>
                <p:cNvPr id="13" name="Ink 12">
                  <a:extLst>
                    <a:ext uri="{FF2B5EF4-FFF2-40B4-BE49-F238E27FC236}">
                      <a16:creationId xmlns:a16="http://schemas.microsoft.com/office/drawing/2014/main" id="{B7491426-B8C3-9495-A161-D272FF8FC6F4}"/>
                    </a:ext>
                  </a:extLst>
                </p:cNvPr>
                <p:cNvPicPr/>
                <p:nvPr/>
              </p:nvPicPr>
              <p:blipFill>
                <a:blip r:embed="rId17"/>
                <a:stretch>
                  <a:fillRect/>
                </a:stretch>
              </p:blipFill>
              <p:spPr>
                <a:xfrm>
                  <a:off x="2619320" y="525360"/>
                  <a:ext cx="9414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83A881CB-AD44-A359-715C-6B20DBCC5735}"/>
                    </a:ext>
                  </a:extLst>
                </p14:cNvPr>
                <p14:cNvContentPartPr/>
                <p14:nvPr/>
              </p14:nvContentPartPr>
              <p14:xfrm>
                <a:off x="2567480" y="516000"/>
                <a:ext cx="2286360" cy="136440"/>
              </p14:xfrm>
            </p:contentPart>
          </mc:Choice>
          <mc:Fallback xmlns="">
            <p:pic>
              <p:nvPicPr>
                <p:cNvPr id="14" name="Ink 13">
                  <a:extLst>
                    <a:ext uri="{FF2B5EF4-FFF2-40B4-BE49-F238E27FC236}">
                      <a16:creationId xmlns:a16="http://schemas.microsoft.com/office/drawing/2014/main" id="{83A881CB-AD44-A359-715C-6B20DBCC5735}"/>
                    </a:ext>
                  </a:extLst>
                </p:cNvPr>
                <p:cNvPicPr/>
                <p:nvPr/>
              </p:nvPicPr>
              <p:blipFill>
                <a:blip r:embed="rId19"/>
                <a:stretch>
                  <a:fillRect/>
                </a:stretch>
              </p:blipFill>
              <p:spPr>
                <a:xfrm>
                  <a:off x="2504840" y="453360"/>
                  <a:ext cx="24120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A0321277-E1B3-CBE7-1270-387F48349809}"/>
                    </a:ext>
                  </a:extLst>
                </p14:cNvPr>
                <p14:cNvContentPartPr/>
                <p14:nvPr/>
              </p14:nvContentPartPr>
              <p14:xfrm>
                <a:off x="2791040" y="558480"/>
                <a:ext cx="663480" cy="140400"/>
              </p14:xfrm>
            </p:contentPart>
          </mc:Choice>
          <mc:Fallback xmlns="">
            <p:pic>
              <p:nvPicPr>
                <p:cNvPr id="16" name="Ink 15">
                  <a:extLst>
                    <a:ext uri="{FF2B5EF4-FFF2-40B4-BE49-F238E27FC236}">
                      <a16:creationId xmlns:a16="http://schemas.microsoft.com/office/drawing/2014/main" id="{A0321277-E1B3-CBE7-1270-387F48349809}"/>
                    </a:ext>
                  </a:extLst>
                </p:cNvPr>
                <p:cNvPicPr/>
                <p:nvPr/>
              </p:nvPicPr>
              <p:blipFill>
                <a:blip r:embed="rId21"/>
                <a:stretch>
                  <a:fillRect/>
                </a:stretch>
              </p:blipFill>
              <p:spPr>
                <a:xfrm>
                  <a:off x="2728400" y="495840"/>
                  <a:ext cx="7891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8325CB0E-A1A5-4F10-B4FE-DC829BB6EDFD}"/>
                    </a:ext>
                  </a:extLst>
                </p14:cNvPr>
                <p14:cNvContentPartPr/>
                <p14:nvPr/>
              </p14:nvContentPartPr>
              <p14:xfrm>
                <a:off x="3038000" y="360120"/>
                <a:ext cx="203040" cy="189360"/>
              </p14:xfrm>
            </p:contentPart>
          </mc:Choice>
          <mc:Fallback xmlns="">
            <p:pic>
              <p:nvPicPr>
                <p:cNvPr id="18" name="Ink 17">
                  <a:extLst>
                    <a:ext uri="{FF2B5EF4-FFF2-40B4-BE49-F238E27FC236}">
                      <a16:creationId xmlns:a16="http://schemas.microsoft.com/office/drawing/2014/main" id="{8325CB0E-A1A5-4F10-B4FE-DC829BB6EDFD}"/>
                    </a:ext>
                  </a:extLst>
                </p:cNvPr>
                <p:cNvPicPr/>
                <p:nvPr/>
              </p:nvPicPr>
              <p:blipFill>
                <a:blip r:embed="rId23"/>
                <a:stretch>
                  <a:fillRect/>
                </a:stretch>
              </p:blipFill>
              <p:spPr>
                <a:xfrm>
                  <a:off x="2975000" y="297120"/>
                  <a:ext cx="328680" cy="31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31BB9D8-E340-1849-6DD9-7BC81603A59B}"/>
                  </a:ext>
                </a:extLst>
              </p14:cNvPr>
              <p14:cNvContentPartPr/>
              <p14:nvPr/>
            </p14:nvContentPartPr>
            <p14:xfrm>
              <a:off x="4506080" y="741360"/>
              <a:ext cx="259200" cy="360"/>
            </p14:xfrm>
          </p:contentPart>
        </mc:Choice>
        <mc:Fallback xmlns="">
          <p:pic>
            <p:nvPicPr>
              <p:cNvPr id="20" name="Ink 19">
                <a:extLst>
                  <a:ext uri="{FF2B5EF4-FFF2-40B4-BE49-F238E27FC236}">
                    <a16:creationId xmlns:a16="http://schemas.microsoft.com/office/drawing/2014/main" id="{C31BB9D8-E340-1849-6DD9-7BC81603A59B}"/>
                  </a:ext>
                </a:extLst>
              </p:cNvPr>
              <p:cNvPicPr/>
              <p:nvPr/>
            </p:nvPicPr>
            <p:blipFill>
              <a:blip r:embed="rId25"/>
              <a:stretch>
                <a:fillRect/>
              </a:stretch>
            </p:blipFill>
            <p:spPr>
              <a:xfrm>
                <a:off x="4443440" y="678720"/>
                <a:ext cx="384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CB1DB507-E1EC-81F6-3BF1-ECEA22AD8B99}"/>
                  </a:ext>
                </a:extLst>
              </p14:cNvPr>
              <p14:cNvContentPartPr/>
              <p14:nvPr/>
            </p14:nvContentPartPr>
            <p14:xfrm>
              <a:off x="2436196" y="1371791"/>
              <a:ext cx="2295720" cy="176400"/>
            </p14:xfrm>
          </p:contentPart>
        </mc:Choice>
        <mc:Fallback xmlns="">
          <p:pic>
            <p:nvPicPr>
              <p:cNvPr id="21" name="Ink 20">
                <a:extLst>
                  <a:ext uri="{FF2B5EF4-FFF2-40B4-BE49-F238E27FC236}">
                    <a16:creationId xmlns:a16="http://schemas.microsoft.com/office/drawing/2014/main" id="{CB1DB507-E1EC-81F6-3BF1-ECEA22AD8B99}"/>
                  </a:ext>
                </a:extLst>
              </p:cNvPr>
              <p:cNvPicPr/>
              <p:nvPr/>
            </p:nvPicPr>
            <p:blipFill>
              <a:blip r:embed="rId27"/>
              <a:stretch>
                <a:fillRect/>
              </a:stretch>
            </p:blipFill>
            <p:spPr>
              <a:xfrm>
                <a:off x="2373556" y="1308791"/>
                <a:ext cx="2421360" cy="302040"/>
              </a:xfrm>
              <a:prstGeom prst="rect">
                <a:avLst/>
              </a:prstGeom>
            </p:spPr>
          </p:pic>
        </mc:Fallback>
      </mc:AlternateContent>
      <p:pic>
        <p:nvPicPr>
          <p:cNvPr id="23" name="Picture 22">
            <a:extLst>
              <a:ext uri="{FF2B5EF4-FFF2-40B4-BE49-F238E27FC236}">
                <a16:creationId xmlns:a16="http://schemas.microsoft.com/office/drawing/2014/main" id="{5071F8B3-79A0-3800-0357-718F347BDA68}"/>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443712" y="1832311"/>
            <a:ext cx="8516284" cy="4507169"/>
          </a:xfrm>
          <a:prstGeom prst="rect">
            <a:avLst/>
          </a:prstGeom>
        </p:spPr>
      </p:pic>
      <p:sp>
        <p:nvSpPr>
          <p:cNvPr id="24" name="Rectangle 23">
            <a:extLst>
              <a:ext uri="{FF2B5EF4-FFF2-40B4-BE49-F238E27FC236}">
                <a16:creationId xmlns:a16="http://schemas.microsoft.com/office/drawing/2014/main" id="{E7B7CEB8-C5FD-0013-C7A4-B387229A998B}"/>
              </a:ext>
            </a:extLst>
          </p:cNvPr>
          <p:cNvSpPr/>
          <p:nvPr/>
        </p:nvSpPr>
        <p:spPr>
          <a:xfrm>
            <a:off x="5433480" y="329800"/>
            <a:ext cx="2875960" cy="457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Tons out </a:t>
            </a:r>
          </a:p>
        </p:txBody>
      </p:sp>
      <p:sp>
        <p:nvSpPr>
          <p:cNvPr id="26" name="Arrow: Down 25">
            <a:extLst>
              <a:ext uri="{FF2B5EF4-FFF2-40B4-BE49-F238E27FC236}">
                <a16:creationId xmlns:a16="http://schemas.microsoft.com/office/drawing/2014/main" id="{989C5F2A-A4D4-7E84-078A-B154546D1670}"/>
              </a:ext>
            </a:extLst>
          </p:cNvPr>
          <p:cNvSpPr/>
          <p:nvPr/>
        </p:nvSpPr>
        <p:spPr>
          <a:xfrm>
            <a:off x="2184400" y="1795800"/>
            <a:ext cx="251796" cy="44829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 name="Speech Bubble: Rectangle 26">
            <a:extLst>
              <a:ext uri="{FF2B5EF4-FFF2-40B4-BE49-F238E27FC236}">
                <a16:creationId xmlns:a16="http://schemas.microsoft.com/office/drawing/2014/main" id="{96A191DD-7A88-50E7-D898-C0D7640A7DE4}"/>
              </a:ext>
            </a:extLst>
          </p:cNvPr>
          <p:cNvSpPr/>
          <p:nvPr/>
        </p:nvSpPr>
        <p:spPr>
          <a:xfrm>
            <a:off x="12052060" y="1795800"/>
            <a:ext cx="1724996" cy="743382"/>
          </a:xfrm>
          <a:prstGeom prst="wedgeRect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sz="1100" dirty="0"/>
              <a:t>Here the mine can</a:t>
            </a:r>
            <a:r>
              <a:rPr lang="en-ZA" sz="1400" dirty="0"/>
              <a:t> </a:t>
            </a:r>
            <a:r>
              <a:rPr lang="en-ZA" sz="1100" dirty="0"/>
              <a:t>filter to view different buyers or view all , by day week month</a:t>
            </a:r>
            <a:endParaRPr lang="en-ZA" sz="1400" dirty="0"/>
          </a:p>
        </p:txBody>
      </p:sp>
      <p:sp>
        <p:nvSpPr>
          <p:cNvPr id="28" name="Scroll: Vertical 27">
            <a:extLst>
              <a:ext uri="{FF2B5EF4-FFF2-40B4-BE49-F238E27FC236}">
                <a16:creationId xmlns:a16="http://schemas.microsoft.com/office/drawing/2014/main" id="{D6E84DA0-F638-5B87-BC1B-2AE9C6CB00CE}"/>
              </a:ext>
            </a:extLst>
          </p:cNvPr>
          <p:cNvSpPr/>
          <p:nvPr/>
        </p:nvSpPr>
        <p:spPr>
          <a:xfrm>
            <a:off x="10952480" y="1909652"/>
            <a:ext cx="1183160" cy="717250"/>
          </a:xfrm>
          <a:prstGeom prst="vertic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Filter </a:t>
            </a:r>
          </a:p>
        </p:txBody>
      </p:sp>
      <p:sp>
        <p:nvSpPr>
          <p:cNvPr id="3" name="Rectangle 2">
            <a:extLst>
              <a:ext uri="{FF2B5EF4-FFF2-40B4-BE49-F238E27FC236}">
                <a16:creationId xmlns:a16="http://schemas.microsoft.com/office/drawing/2014/main" id="{01CAAF2C-7068-46DB-C8F4-0DEE3F2103C1}"/>
              </a:ext>
            </a:extLst>
          </p:cNvPr>
          <p:cNvSpPr/>
          <p:nvPr/>
        </p:nvSpPr>
        <p:spPr>
          <a:xfrm>
            <a:off x="2443712" y="1168400"/>
            <a:ext cx="1752368" cy="438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D= 364 </a:t>
            </a:r>
          </a:p>
        </p:txBody>
      </p:sp>
      <p:sp>
        <p:nvSpPr>
          <p:cNvPr id="4" name="Rectangle 3">
            <a:extLst>
              <a:ext uri="{FF2B5EF4-FFF2-40B4-BE49-F238E27FC236}">
                <a16:creationId xmlns:a16="http://schemas.microsoft.com/office/drawing/2014/main" id="{800B1319-5BAE-73AF-3044-839E520DC0A3}"/>
              </a:ext>
            </a:extLst>
          </p:cNvPr>
          <p:cNvSpPr/>
          <p:nvPr/>
        </p:nvSpPr>
        <p:spPr>
          <a:xfrm>
            <a:off x="4355784" y="1168400"/>
            <a:ext cx="1526640" cy="438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W= 6683 </a:t>
            </a:r>
          </a:p>
        </p:txBody>
      </p:sp>
      <p:sp>
        <p:nvSpPr>
          <p:cNvPr id="9" name="Rectangle 8">
            <a:extLst>
              <a:ext uri="{FF2B5EF4-FFF2-40B4-BE49-F238E27FC236}">
                <a16:creationId xmlns:a16="http://schemas.microsoft.com/office/drawing/2014/main" id="{F7AE1E99-F8B3-F4E2-6A10-EB85B9147D78}"/>
              </a:ext>
            </a:extLst>
          </p:cNvPr>
          <p:cNvSpPr/>
          <p:nvPr/>
        </p:nvSpPr>
        <p:spPr>
          <a:xfrm>
            <a:off x="6096000" y="1168400"/>
            <a:ext cx="1526640" cy="438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 69712</a:t>
            </a:r>
          </a:p>
        </p:txBody>
      </p:sp>
      <p:sp>
        <p:nvSpPr>
          <p:cNvPr id="15" name="Rectangle 14">
            <a:extLst>
              <a:ext uri="{FF2B5EF4-FFF2-40B4-BE49-F238E27FC236}">
                <a16:creationId xmlns:a16="http://schemas.microsoft.com/office/drawing/2014/main" id="{0BC3D0BE-3A81-E530-67DD-C443CEFE33D6}"/>
              </a:ext>
            </a:extLst>
          </p:cNvPr>
          <p:cNvSpPr/>
          <p:nvPr/>
        </p:nvSpPr>
        <p:spPr>
          <a:xfrm>
            <a:off x="7836216" y="1174135"/>
            <a:ext cx="1526640" cy="438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Y= 169712</a:t>
            </a:r>
          </a:p>
        </p:txBody>
      </p:sp>
      <p:sp>
        <p:nvSpPr>
          <p:cNvPr id="17" name="Rectangle 16">
            <a:extLst>
              <a:ext uri="{FF2B5EF4-FFF2-40B4-BE49-F238E27FC236}">
                <a16:creationId xmlns:a16="http://schemas.microsoft.com/office/drawing/2014/main" id="{05639CDA-ABA8-D9CE-712C-F3C860E7D609}"/>
              </a:ext>
            </a:extLst>
          </p:cNvPr>
          <p:cNvSpPr/>
          <p:nvPr/>
        </p:nvSpPr>
        <p:spPr>
          <a:xfrm>
            <a:off x="9576432" y="1177185"/>
            <a:ext cx="1526640" cy="438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T= 2269712</a:t>
            </a:r>
          </a:p>
        </p:txBody>
      </p:sp>
      <p:sp>
        <p:nvSpPr>
          <p:cNvPr id="22" name="Rectangle 21">
            <a:extLst>
              <a:ext uri="{FF2B5EF4-FFF2-40B4-BE49-F238E27FC236}">
                <a16:creationId xmlns:a16="http://schemas.microsoft.com/office/drawing/2014/main" id="{012F1153-4404-B186-2609-23D44328A99A}"/>
              </a:ext>
            </a:extLst>
          </p:cNvPr>
          <p:cNvSpPr/>
          <p:nvPr/>
        </p:nvSpPr>
        <p:spPr>
          <a:xfrm>
            <a:off x="-1882788" y="660720"/>
            <a:ext cx="1464560" cy="16749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sz="1400" dirty="0"/>
              <a:t>What ever is in black shouldn’t be on the screen its just notes </a:t>
            </a:r>
          </a:p>
        </p:txBody>
      </p:sp>
    </p:spTree>
    <p:extLst>
      <p:ext uri="{BB962C8B-B14F-4D97-AF65-F5344CB8AC3E}">
        <p14:creationId xmlns:p14="http://schemas.microsoft.com/office/powerpoint/2010/main" val="110207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E70E50-FD3B-8FAA-C1BB-E26B63062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B859F0E8-0F3B-C3CD-324E-BB46614C981C}"/>
              </a:ext>
            </a:extLst>
          </p:cNvPr>
          <p:cNvSpPr/>
          <p:nvPr/>
        </p:nvSpPr>
        <p:spPr>
          <a:xfrm>
            <a:off x="2235200" y="1391780"/>
            <a:ext cx="9763760" cy="52731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D623EE9-D8D9-1A83-80FA-3EDF45F139B0}"/>
                  </a:ext>
                </a:extLst>
              </p14:cNvPr>
              <p14:cNvContentPartPr/>
              <p14:nvPr/>
            </p14:nvContentPartPr>
            <p14:xfrm>
              <a:off x="2621840" y="324840"/>
              <a:ext cx="2225520" cy="326880"/>
            </p14:xfrm>
          </p:contentPart>
        </mc:Choice>
        <mc:Fallback xmlns="">
          <p:pic>
            <p:nvPicPr>
              <p:cNvPr id="7" name="Ink 6">
                <a:extLst>
                  <a:ext uri="{FF2B5EF4-FFF2-40B4-BE49-F238E27FC236}">
                    <a16:creationId xmlns:a16="http://schemas.microsoft.com/office/drawing/2014/main" id="{2D623EE9-D8D9-1A83-80FA-3EDF45F139B0}"/>
                  </a:ext>
                </a:extLst>
              </p:cNvPr>
              <p:cNvPicPr/>
              <p:nvPr/>
            </p:nvPicPr>
            <p:blipFill>
              <a:blip r:embed="rId5"/>
              <a:stretch>
                <a:fillRect/>
              </a:stretch>
            </p:blipFill>
            <p:spPr>
              <a:xfrm>
                <a:off x="2558840" y="262200"/>
                <a:ext cx="2351160" cy="452520"/>
              </a:xfrm>
              <a:prstGeom prst="rect">
                <a:avLst/>
              </a:prstGeom>
            </p:spPr>
          </p:pic>
        </mc:Fallback>
      </mc:AlternateContent>
      <p:sp>
        <p:nvSpPr>
          <p:cNvPr id="8" name="Rectangle 7">
            <a:extLst>
              <a:ext uri="{FF2B5EF4-FFF2-40B4-BE49-F238E27FC236}">
                <a16:creationId xmlns:a16="http://schemas.microsoft.com/office/drawing/2014/main" id="{40CA6D58-AF96-A068-FE94-6199153D7002}"/>
              </a:ext>
            </a:extLst>
          </p:cNvPr>
          <p:cNvSpPr/>
          <p:nvPr/>
        </p:nvSpPr>
        <p:spPr>
          <a:xfrm>
            <a:off x="5120160" y="324560"/>
            <a:ext cx="3616960" cy="508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Stockpile levels </a:t>
            </a:r>
          </a:p>
        </p:txBody>
      </p:sp>
      <p:sp>
        <p:nvSpPr>
          <p:cNvPr id="9" name="Rectangle 8">
            <a:extLst>
              <a:ext uri="{FF2B5EF4-FFF2-40B4-BE49-F238E27FC236}">
                <a16:creationId xmlns:a16="http://schemas.microsoft.com/office/drawing/2014/main" id="{CDCF51EC-8E05-C6C9-1A7C-EB8B14D0B9A8}"/>
              </a:ext>
            </a:extLst>
          </p:cNvPr>
          <p:cNvSpPr/>
          <p:nvPr/>
        </p:nvSpPr>
        <p:spPr>
          <a:xfrm>
            <a:off x="2479040" y="2011680"/>
            <a:ext cx="2641120" cy="1584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Stockpile A (for buyer B)</a:t>
            </a:r>
          </a:p>
          <a:p>
            <a:pPr marL="285750" indent="-285750" algn="ctr">
              <a:buFont typeface="Arial" panose="020B0604020202020204" pitchFamily="34" charset="0"/>
              <a:buChar char="•"/>
            </a:pPr>
            <a:r>
              <a:rPr lang="en-ZA" dirty="0"/>
              <a:t>8600 tons</a:t>
            </a:r>
          </a:p>
          <a:p>
            <a:pPr marL="285750" indent="-285750">
              <a:buFont typeface="Arial" panose="020B0604020202020204" pitchFamily="34" charset="0"/>
              <a:buChar char="•"/>
            </a:pPr>
            <a:r>
              <a:rPr lang="en-ZA" dirty="0"/>
              <a:t>Add tons </a:t>
            </a:r>
          </a:p>
          <a:p>
            <a:pPr marL="285750" indent="-285750">
              <a:buFont typeface="Arial" panose="020B0604020202020204" pitchFamily="34" charset="0"/>
              <a:buChar char="•"/>
            </a:pPr>
            <a:r>
              <a:rPr lang="en-ZA" dirty="0"/>
              <a:t>Upload results</a:t>
            </a:r>
          </a:p>
          <a:p>
            <a:pPr marL="285750" indent="-285750">
              <a:buFont typeface="Arial" panose="020B0604020202020204" pitchFamily="34" charset="0"/>
              <a:buChar char="•"/>
            </a:pPr>
            <a:r>
              <a:rPr lang="en-ZA" dirty="0"/>
              <a:t>Upload picture  </a:t>
            </a:r>
          </a:p>
        </p:txBody>
      </p:sp>
      <p:sp>
        <p:nvSpPr>
          <p:cNvPr id="10" name="Rectangle 9">
            <a:extLst>
              <a:ext uri="{FF2B5EF4-FFF2-40B4-BE49-F238E27FC236}">
                <a16:creationId xmlns:a16="http://schemas.microsoft.com/office/drawing/2014/main" id="{D20C1EA5-937F-49A4-8B2D-31AC03FE0E1B}"/>
              </a:ext>
            </a:extLst>
          </p:cNvPr>
          <p:cNvSpPr/>
          <p:nvPr/>
        </p:nvSpPr>
        <p:spPr>
          <a:xfrm>
            <a:off x="5608080" y="2011680"/>
            <a:ext cx="2641120" cy="1584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Stockpile B (for buyer D)</a:t>
            </a:r>
          </a:p>
          <a:p>
            <a:pPr marL="285750" indent="-285750" algn="ctr">
              <a:buFont typeface="Arial" panose="020B0604020202020204" pitchFamily="34" charset="0"/>
              <a:buChar char="•"/>
            </a:pPr>
            <a:r>
              <a:rPr lang="en-ZA" dirty="0"/>
              <a:t>2200 tons</a:t>
            </a:r>
          </a:p>
          <a:p>
            <a:pPr marL="285750" indent="-285750">
              <a:buFont typeface="Arial" panose="020B0604020202020204" pitchFamily="34" charset="0"/>
              <a:buChar char="•"/>
            </a:pPr>
            <a:r>
              <a:rPr lang="en-ZA" dirty="0"/>
              <a:t>Add tons </a:t>
            </a:r>
          </a:p>
          <a:p>
            <a:pPr marL="285750" indent="-285750">
              <a:buFont typeface="Arial" panose="020B0604020202020204" pitchFamily="34" charset="0"/>
              <a:buChar char="•"/>
            </a:pPr>
            <a:r>
              <a:rPr lang="en-ZA" dirty="0"/>
              <a:t>Upload results </a:t>
            </a:r>
          </a:p>
          <a:p>
            <a:pPr algn="ctr"/>
            <a:endParaRPr lang="en-ZA" dirty="0"/>
          </a:p>
        </p:txBody>
      </p:sp>
      <p:sp>
        <p:nvSpPr>
          <p:cNvPr id="11" name="Rectangle 10">
            <a:extLst>
              <a:ext uri="{FF2B5EF4-FFF2-40B4-BE49-F238E27FC236}">
                <a16:creationId xmlns:a16="http://schemas.microsoft.com/office/drawing/2014/main" id="{776CA9D4-75E1-0AD8-3A94-DA7624917C36}"/>
              </a:ext>
            </a:extLst>
          </p:cNvPr>
          <p:cNvSpPr/>
          <p:nvPr/>
        </p:nvSpPr>
        <p:spPr>
          <a:xfrm>
            <a:off x="8646400" y="2011680"/>
            <a:ext cx="2641120" cy="1584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Stockpile E (for buyer B)</a:t>
            </a:r>
          </a:p>
          <a:p>
            <a:pPr marL="285750" indent="-285750" algn="ctr">
              <a:buFont typeface="Arial" panose="020B0604020202020204" pitchFamily="34" charset="0"/>
              <a:buChar char="•"/>
            </a:pPr>
            <a:r>
              <a:rPr lang="en-ZA" dirty="0"/>
              <a:t>8000 tons</a:t>
            </a:r>
          </a:p>
          <a:p>
            <a:pPr marL="285750" indent="-285750">
              <a:buFont typeface="Arial" panose="020B0604020202020204" pitchFamily="34" charset="0"/>
              <a:buChar char="•"/>
            </a:pPr>
            <a:r>
              <a:rPr lang="en-ZA" dirty="0"/>
              <a:t>Add tons </a:t>
            </a:r>
          </a:p>
          <a:p>
            <a:pPr marL="285750" indent="-285750">
              <a:buFont typeface="Arial" panose="020B0604020202020204" pitchFamily="34" charset="0"/>
              <a:buChar char="•"/>
            </a:pPr>
            <a:r>
              <a:rPr lang="en-ZA" dirty="0"/>
              <a:t>Upload results </a:t>
            </a:r>
          </a:p>
          <a:p>
            <a:pPr algn="ctr"/>
            <a:endParaRPr lang="en-ZA" dirty="0"/>
          </a:p>
        </p:txBody>
      </p:sp>
      <p:sp>
        <p:nvSpPr>
          <p:cNvPr id="12" name="Rectangle 11">
            <a:extLst>
              <a:ext uri="{FF2B5EF4-FFF2-40B4-BE49-F238E27FC236}">
                <a16:creationId xmlns:a16="http://schemas.microsoft.com/office/drawing/2014/main" id="{02E8B887-E6AD-C511-8A3C-46BF4962136D}"/>
              </a:ext>
            </a:extLst>
          </p:cNvPr>
          <p:cNvSpPr/>
          <p:nvPr/>
        </p:nvSpPr>
        <p:spPr>
          <a:xfrm>
            <a:off x="-1737360" y="651720"/>
            <a:ext cx="1464560" cy="16749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sz="1400" dirty="0"/>
              <a:t>What ever is in black shouldn’t be on the screen its just notes </a:t>
            </a:r>
          </a:p>
        </p:txBody>
      </p:sp>
      <p:pic>
        <p:nvPicPr>
          <p:cNvPr id="14" name="Picture 13">
            <a:extLst>
              <a:ext uri="{FF2B5EF4-FFF2-40B4-BE49-F238E27FC236}">
                <a16:creationId xmlns:a16="http://schemas.microsoft.com/office/drawing/2014/main" id="{932DE4B1-A1E7-1C49-5FD8-1D58E87CE4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5594" y="3756633"/>
            <a:ext cx="1723532" cy="2707694"/>
          </a:xfrm>
          <a:prstGeom prst="rect">
            <a:avLst/>
          </a:prstGeom>
        </p:spPr>
      </p:pic>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DE00667C-4700-AA91-32D5-A10648A3CDB1}"/>
                  </a:ext>
                </a:extLst>
              </p14:cNvPr>
              <p14:cNvContentPartPr/>
              <p14:nvPr/>
            </p14:nvContentPartPr>
            <p14:xfrm>
              <a:off x="4460000" y="3924840"/>
              <a:ext cx="437400" cy="185400"/>
            </p14:xfrm>
          </p:contentPart>
        </mc:Choice>
        <mc:Fallback xmlns="">
          <p:pic>
            <p:nvPicPr>
              <p:cNvPr id="16" name="Ink 15">
                <a:extLst>
                  <a:ext uri="{FF2B5EF4-FFF2-40B4-BE49-F238E27FC236}">
                    <a16:creationId xmlns:a16="http://schemas.microsoft.com/office/drawing/2014/main" id="{DE00667C-4700-AA91-32D5-A10648A3CDB1}"/>
                  </a:ext>
                </a:extLst>
              </p:cNvPr>
              <p:cNvPicPr/>
              <p:nvPr/>
            </p:nvPicPr>
            <p:blipFill>
              <a:blip r:embed="rId8"/>
              <a:stretch>
                <a:fillRect/>
              </a:stretch>
            </p:blipFill>
            <p:spPr>
              <a:xfrm>
                <a:off x="4397000" y="3861840"/>
                <a:ext cx="56304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64A88241-AA0E-9DE6-9680-FA6E80EA37C7}"/>
                  </a:ext>
                </a:extLst>
              </p14:cNvPr>
              <p14:cNvContentPartPr/>
              <p14:nvPr/>
            </p14:nvContentPartPr>
            <p14:xfrm>
              <a:off x="4580240" y="3948960"/>
              <a:ext cx="266040" cy="64440"/>
            </p14:xfrm>
          </p:contentPart>
        </mc:Choice>
        <mc:Fallback xmlns="">
          <p:pic>
            <p:nvPicPr>
              <p:cNvPr id="17" name="Ink 16">
                <a:extLst>
                  <a:ext uri="{FF2B5EF4-FFF2-40B4-BE49-F238E27FC236}">
                    <a16:creationId xmlns:a16="http://schemas.microsoft.com/office/drawing/2014/main" id="{64A88241-AA0E-9DE6-9680-FA6E80EA37C7}"/>
                  </a:ext>
                </a:extLst>
              </p:cNvPr>
              <p:cNvPicPr/>
              <p:nvPr/>
            </p:nvPicPr>
            <p:blipFill>
              <a:blip r:embed="rId10"/>
              <a:stretch>
                <a:fillRect/>
              </a:stretch>
            </p:blipFill>
            <p:spPr>
              <a:xfrm>
                <a:off x="4517600" y="3886320"/>
                <a:ext cx="391680" cy="190080"/>
              </a:xfrm>
              <a:prstGeom prst="rect">
                <a:avLst/>
              </a:prstGeom>
            </p:spPr>
          </p:pic>
        </mc:Fallback>
      </mc:AlternateContent>
      <p:sp>
        <p:nvSpPr>
          <p:cNvPr id="18" name="TextBox 17">
            <a:extLst>
              <a:ext uri="{FF2B5EF4-FFF2-40B4-BE49-F238E27FC236}">
                <a16:creationId xmlns:a16="http://schemas.microsoft.com/office/drawing/2014/main" id="{357C6FB5-004E-67B7-E118-CBAA505AE67F}"/>
              </a:ext>
            </a:extLst>
          </p:cNvPr>
          <p:cNvSpPr txBox="1"/>
          <p:nvPr/>
        </p:nvSpPr>
        <p:spPr>
          <a:xfrm>
            <a:off x="4358400" y="3884200"/>
            <a:ext cx="833360" cy="276999"/>
          </a:xfrm>
          <a:prstGeom prst="rect">
            <a:avLst/>
          </a:prstGeom>
          <a:noFill/>
        </p:spPr>
        <p:txBody>
          <a:bodyPr wrap="square" rtlCol="0">
            <a:spAutoFit/>
          </a:bodyPr>
          <a:lstStyle/>
          <a:p>
            <a:r>
              <a:rPr lang="en-ZA" sz="1200" dirty="0"/>
              <a:t>Tons</a:t>
            </a:r>
          </a:p>
        </p:txBody>
      </p:sp>
      <p:grpSp>
        <p:nvGrpSpPr>
          <p:cNvPr id="22" name="Group 21">
            <a:extLst>
              <a:ext uri="{FF2B5EF4-FFF2-40B4-BE49-F238E27FC236}">
                <a16:creationId xmlns:a16="http://schemas.microsoft.com/office/drawing/2014/main" id="{C9E1712C-BBA6-B5F9-741B-15BC1FD60AD7}"/>
              </a:ext>
            </a:extLst>
          </p:cNvPr>
          <p:cNvGrpSpPr/>
          <p:nvPr/>
        </p:nvGrpSpPr>
        <p:grpSpPr>
          <a:xfrm>
            <a:off x="2345720" y="2779320"/>
            <a:ext cx="1736280" cy="1973160"/>
            <a:chOff x="2345720" y="2779320"/>
            <a:chExt cx="1736280" cy="1973160"/>
          </a:xfrm>
        </p:grpSpPr>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F673155C-4772-B435-BA28-0105BF1FCA9A}"/>
                    </a:ext>
                  </a:extLst>
                </p14:cNvPr>
                <p14:cNvContentPartPr/>
                <p14:nvPr/>
              </p14:nvContentPartPr>
              <p14:xfrm>
                <a:off x="2345720" y="2779320"/>
                <a:ext cx="1595520" cy="1823040"/>
              </p14:xfrm>
            </p:contentPart>
          </mc:Choice>
          <mc:Fallback xmlns="">
            <p:pic>
              <p:nvPicPr>
                <p:cNvPr id="20" name="Ink 19">
                  <a:extLst>
                    <a:ext uri="{FF2B5EF4-FFF2-40B4-BE49-F238E27FC236}">
                      <a16:creationId xmlns:a16="http://schemas.microsoft.com/office/drawing/2014/main" id="{F673155C-4772-B435-BA28-0105BF1FCA9A}"/>
                    </a:ext>
                  </a:extLst>
                </p:cNvPr>
                <p:cNvPicPr/>
                <p:nvPr/>
              </p:nvPicPr>
              <p:blipFill>
                <a:blip r:embed="rId12"/>
                <a:stretch>
                  <a:fillRect/>
                </a:stretch>
              </p:blipFill>
              <p:spPr>
                <a:xfrm>
                  <a:off x="2339600" y="2773200"/>
                  <a:ext cx="1607760" cy="1835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E4354E7F-6CB3-2FDB-0619-870566713FE2}"/>
                    </a:ext>
                  </a:extLst>
                </p14:cNvPr>
                <p14:cNvContentPartPr/>
                <p14:nvPr/>
              </p14:nvContentPartPr>
              <p14:xfrm>
                <a:off x="3830360" y="4358280"/>
                <a:ext cx="251640" cy="394200"/>
              </p14:xfrm>
            </p:contentPart>
          </mc:Choice>
          <mc:Fallback xmlns="">
            <p:pic>
              <p:nvPicPr>
                <p:cNvPr id="21" name="Ink 20">
                  <a:extLst>
                    <a:ext uri="{FF2B5EF4-FFF2-40B4-BE49-F238E27FC236}">
                      <a16:creationId xmlns:a16="http://schemas.microsoft.com/office/drawing/2014/main" id="{E4354E7F-6CB3-2FDB-0619-870566713FE2}"/>
                    </a:ext>
                  </a:extLst>
                </p:cNvPr>
                <p:cNvPicPr/>
                <p:nvPr/>
              </p:nvPicPr>
              <p:blipFill>
                <a:blip r:embed="rId14"/>
                <a:stretch>
                  <a:fillRect/>
                </a:stretch>
              </p:blipFill>
              <p:spPr>
                <a:xfrm>
                  <a:off x="3824240" y="4352160"/>
                  <a:ext cx="263880" cy="40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23C73769-3DB2-3B0E-4E8B-FFC14AED16D8}"/>
                  </a:ext>
                </a:extLst>
              </p14:cNvPr>
              <p14:cNvContentPartPr/>
              <p14:nvPr/>
            </p14:nvContentPartPr>
            <p14:xfrm>
              <a:off x="2681600" y="2709480"/>
              <a:ext cx="185760" cy="147600"/>
            </p14:xfrm>
          </p:contentPart>
        </mc:Choice>
        <mc:Fallback xmlns="">
          <p:pic>
            <p:nvPicPr>
              <p:cNvPr id="23" name="Ink 22">
                <a:extLst>
                  <a:ext uri="{FF2B5EF4-FFF2-40B4-BE49-F238E27FC236}">
                    <a16:creationId xmlns:a16="http://schemas.microsoft.com/office/drawing/2014/main" id="{23C73769-3DB2-3B0E-4E8B-FFC14AED16D8}"/>
                  </a:ext>
                </a:extLst>
              </p:cNvPr>
              <p:cNvPicPr/>
              <p:nvPr/>
            </p:nvPicPr>
            <p:blipFill>
              <a:blip r:embed="rId16"/>
              <a:stretch>
                <a:fillRect/>
              </a:stretch>
            </p:blipFill>
            <p:spPr>
              <a:xfrm>
                <a:off x="2675480" y="2703360"/>
                <a:ext cx="1980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F95D0345-2F1D-170D-252E-AE2D8B09E817}"/>
                  </a:ext>
                </a:extLst>
              </p14:cNvPr>
              <p14:cNvContentPartPr/>
              <p14:nvPr/>
            </p14:nvContentPartPr>
            <p14:xfrm>
              <a:off x="-528520" y="4338120"/>
              <a:ext cx="360" cy="360"/>
            </p14:xfrm>
          </p:contentPart>
        </mc:Choice>
        <mc:Fallback xmlns="">
          <p:pic>
            <p:nvPicPr>
              <p:cNvPr id="24" name="Ink 23">
                <a:extLst>
                  <a:ext uri="{FF2B5EF4-FFF2-40B4-BE49-F238E27FC236}">
                    <a16:creationId xmlns:a16="http://schemas.microsoft.com/office/drawing/2014/main" id="{F95D0345-2F1D-170D-252E-AE2D8B09E817}"/>
                  </a:ext>
                </a:extLst>
              </p:cNvPr>
              <p:cNvPicPr/>
              <p:nvPr/>
            </p:nvPicPr>
            <p:blipFill>
              <a:blip r:embed="rId18"/>
              <a:stretch>
                <a:fillRect/>
              </a:stretch>
            </p:blipFill>
            <p:spPr>
              <a:xfrm>
                <a:off x="-534640" y="4332000"/>
                <a:ext cx="12600" cy="12600"/>
              </a:xfrm>
              <a:prstGeom prst="rect">
                <a:avLst/>
              </a:prstGeom>
            </p:spPr>
          </p:pic>
        </mc:Fallback>
      </mc:AlternateContent>
      <p:sp>
        <p:nvSpPr>
          <p:cNvPr id="2" name="Rectangle 1">
            <a:extLst>
              <a:ext uri="{FF2B5EF4-FFF2-40B4-BE49-F238E27FC236}">
                <a16:creationId xmlns:a16="http://schemas.microsoft.com/office/drawing/2014/main" id="{1267C1DF-1AFA-5D08-FD6A-D306C66823C8}"/>
              </a:ext>
            </a:extLst>
          </p:cNvPr>
          <p:cNvSpPr/>
          <p:nvPr/>
        </p:nvSpPr>
        <p:spPr>
          <a:xfrm>
            <a:off x="8948057" y="5834743"/>
            <a:ext cx="2732314" cy="5442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Request testing </a:t>
            </a:r>
          </a:p>
        </p:txBody>
      </p:sp>
    </p:spTree>
    <p:extLst>
      <p:ext uri="{BB962C8B-B14F-4D97-AF65-F5344CB8AC3E}">
        <p14:creationId xmlns:p14="http://schemas.microsoft.com/office/powerpoint/2010/main" val="336041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508BBF-DF63-A87A-9220-F8AAC1A91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DD0B5331-9DB7-BC86-865B-3601BFC4DDD5}"/>
              </a:ext>
            </a:extLst>
          </p:cNvPr>
          <p:cNvSpPr/>
          <p:nvPr/>
        </p:nvSpPr>
        <p:spPr>
          <a:xfrm>
            <a:off x="2324194" y="1254280"/>
            <a:ext cx="9784080" cy="52628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grpSp>
        <p:nvGrpSpPr>
          <p:cNvPr id="16" name="Group 15">
            <a:extLst>
              <a:ext uri="{FF2B5EF4-FFF2-40B4-BE49-F238E27FC236}">
                <a16:creationId xmlns:a16="http://schemas.microsoft.com/office/drawing/2014/main" id="{5D594DBD-E1DE-3D98-6356-FE130F632D04}"/>
              </a:ext>
            </a:extLst>
          </p:cNvPr>
          <p:cNvGrpSpPr/>
          <p:nvPr/>
        </p:nvGrpSpPr>
        <p:grpSpPr>
          <a:xfrm>
            <a:off x="2621120" y="303960"/>
            <a:ext cx="2187720" cy="326160"/>
            <a:chOff x="2621120" y="303960"/>
            <a:chExt cx="2187720" cy="32616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161B6DF-8613-E9DF-FB75-8165973403D3}"/>
                    </a:ext>
                  </a:extLst>
                </p14:cNvPr>
                <p14:cNvContentPartPr/>
                <p14:nvPr/>
              </p14:nvContentPartPr>
              <p14:xfrm>
                <a:off x="2722640" y="385680"/>
                <a:ext cx="360" cy="360"/>
              </p14:xfrm>
            </p:contentPart>
          </mc:Choice>
          <mc:Fallback xmlns="">
            <p:pic>
              <p:nvPicPr>
                <p:cNvPr id="5" name="Ink 4">
                  <a:extLst>
                    <a:ext uri="{FF2B5EF4-FFF2-40B4-BE49-F238E27FC236}">
                      <a16:creationId xmlns:a16="http://schemas.microsoft.com/office/drawing/2014/main" id="{B161B6DF-8613-E9DF-FB75-8165973403D3}"/>
                    </a:ext>
                  </a:extLst>
                </p:cNvPr>
                <p:cNvPicPr/>
                <p:nvPr/>
              </p:nvPicPr>
              <p:blipFill>
                <a:blip r:embed="rId5"/>
                <a:stretch>
                  <a:fillRect/>
                </a:stretch>
              </p:blipFill>
              <p:spPr>
                <a:xfrm>
                  <a:off x="2659640" y="3230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EDAE98B-75D3-72C2-CF25-B72AA9B63B28}"/>
                    </a:ext>
                  </a:extLst>
                </p14:cNvPr>
                <p14:cNvContentPartPr/>
                <p14:nvPr/>
              </p14:nvContentPartPr>
              <p14:xfrm>
                <a:off x="2621120" y="589440"/>
                <a:ext cx="360" cy="360"/>
              </p14:xfrm>
            </p:contentPart>
          </mc:Choice>
          <mc:Fallback xmlns="">
            <p:pic>
              <p:nvPicPr>
                <p:cNvPr id="6" name="Ink 5">
                  <a:extLst>
                    <a:ext uri="{FF2B5EF4-FFF2-40B4-BE49-F238E27FC236}">
                      <a16:creationId xmlns:a16="http://schemas.microsoft.com/office/drawing/2014/main" id="{EEDAE98B-75D3-72C2-CF25-B72AA9B63B28}"/>
                    </a:ext>
                  </a:extLst>
                </p:cNvPr>
                <p:cNvPicPr/>
                <p:nvPr/>
              </p:nvPicPr>
              <p:blipFill>
                <a:blip r:embed="rId5"/>
                <a:stretch>
                  <a:fillRect/>
                </a:stretch>
              </p:blipFill>
              <p:spPr>
                <a:xfrm>
                  <a:off x="2558480" y="5264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7213561-FED8-1334-1C75-034DFE06F7FD}"/>
                    </a:ext>
                  </a:extLst>
                </p14:cNvPr>
                <p14:cNvContentPartPr/>
                <p14:nvPr/>
              </p14:nvContentPartPr>
              <p14:xfrm>
                <a:off x="2712560" y="629760"/>
                <a:ext cx="225720" cy="360"/>
              </p14:xfrm>
            </p:contentPart>
          </mc:Choice>
          <mc:Fallback xmlns="">
            <p:pic>
              <p:nvPicPr>
                <p:cNvPr id="7" name="Ink 6">
                  <a:extLst>
                    <a:ext uri="{FF2B5EF4-FFF2-40B4-BE49-F238E27FC236}">
                      <a16:creationId xmlns:a16="http://schemas.microsoft.com/office/drawing/2014/main" id="{27213561-FED8-1334-1C75-034DFE06F7FD}"/>
                    </a:ext>
                  </a:extLst>
                </p:cNvPr>
                <p:cNvPicPr/>
                <p:nvPr/>
              </p:nvPicPr>
              <p:blipFill>
                <a:blip r:embed="rId8"/>
                <a:stretch>
                  <a:fillRect/>
                </a:stretch>
              </p:blipFill>
              <p:spPr>
                <a:xfrm>
                  <a:off x="2649560" y="566760"/>
                  <a:ext cx="351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84BC6A9B-520D-564F-534C-5C7DB21FED28}"/>
                    </a:ext>
                  </a:extLst>
                </p14:cNvPr>
                <p14:cNvContentPartPr/>
                <p14:nvPr/>
              </p14:nvContentPartPr>
              <p14:xfrm>
                <a:off x="2763320" y="548040"/>
                <a:ext cx="875520" cy="21240"/>
              </p14:xfrm>
            </p:contentPart>
          </mc:Choice>
          <mc:Fallback xmlns="">
            <p:pic>
              <p:nvPicPr>
                <p:cNvPr id="8" name="Ink 7">
                  <a:extLst>
                    <a:ext uri="{FF2B5EF4-FFF2-40B4-BE49-F238E27FC236}">
                      <a16:creationId xmlns:a16="http://schemas.microsoft.com/office/drawing/2014/main" id="{84BC6A9B-520D-564F-534C-5C7DB21FED28}"/>
                    </a:ext>
                  </a:extLst>
                </p:cNvPr>
                <p:cNvPicPr/>
                <p:nvPr/>
              </p:nvPicPr>
              <p:blipFill>
                <a:blip r:embed="rId10"/>
                <a:stretch>
                  <a:fillRect/>
                </a:stretch>
              </p:blipFill>
              <p:spPr>
                <a:xfrm>
                  <a:off x="2700680" y="485040"/>
                  <a:ext cx="1001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505EA5B0-ABF4-D95D-86CF-4F55AB03156D}"/>
                    </a:ext>
                  </a:extLst>
                </p14:cNvPr>
                <p14:cNvContentPartPr/>
                <p14:nvPr/>
              </p14:nvContentPartPr>
              <p14:xfrm>
                <a:off x="3677720" y="526440"/>
                <a:ext cx="1131120" cy="22680"/>
              </p14:xfrm>
            </p:contentPart>
          </mc:Choice>
          <mc:Fallback xmlns="">
            <p:pic>
              <p:nvPicPr>
                <p:cNvPr id="9" name="Ink 8">
                  <a:extLst>
                    <a:ext uri="{FF2B5EF4-FFF2-40B4-BE49-F238E27FC236}">
                      <a16:creationId xmlns:a16="http://schemas.microsoft.com/office/drawing/2014/main" id="{505EA5B0-ABF4-D95D-86CF-4F55AB03156D}"/>
                    </a:ext>
                  </a:extLst>
                </p:cNvPr>
                <p:cNvPicPr/>
                <p:nvPr/>
              </p:nvPicPr>
              <p:blipFill>
                <a:blip r:embed="rId12"/>
                <a:stretch>
                  <a:fillRect/>
                </a:stretch>
              </p:blipFill>
              <p:spPr>
                <a:xfrm>
                  <a:off x="3615080" y="463440"/>
                  <a:ext cx="12567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4402179F-0436-D612-01AF-E6D45B8960E5}"/>
                    </a:ext>
                  </a:extLst>
                </p14:cNvPr>
                <p14:cNvContentPartPr/>
                <p14:nvPr/>
              </p14:nvContentPartPr>
              <p14:xfrm>
                <a:off x="2804000" y="424920"/>
                <a:ext cx="743400" cy="42840"/>
              </p14:xfrm>
            </p:contentPart>
          </mc:Choice>
          <mc:Fallback xmlns="">
            <p:pic>
              <p:nvPicPr>
                <p:cNvPr id="11" name="Ink 10">
                  <a:extLst>
                    <a:ext uri="{FF2B5EF4-FFF2-40B4-BE49-F238E27FC236}">
                      <a16:creationId xmlns:a16="http://schemas.microsoft.com/office/drawing/2014/main" id="{4402179F-0436-D612-01AF-E6D45B8960E5}"/>
                    </a:ext>
                  </a:extLst>
                </p:cNvPr>
                <p:cNvPicPr/>
                <p:nvPr/>
              </p:nvPicPr>
              <p:blipFill>
                <a:blip r:embed="rId14"/>
                <a:stretch>
                  <a:fillRect/>
                </a:stretch>
              </p:blipFill>
              <p:spPr>
                <a:xfrm>
                  <a:off x="2741360" y="361920"/>
                  <a:ext cx="8690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D6FE16F8-993D-DA6E-B228-82D1C79458A0}"/>
                    </a:ext>
                  </a:extLst>
                </p14:cNvPr>
                <p14:cNvContentPartPr/>
                <p14:nvPr/>
              </p14:nvContentPartPr>
              <p14:xfrm>
                <a:off x="2977880" y="446880"/>
                <a:ext cx="628920" cy="360"/>
              </p14:xfrm>
            </p:contentPart>
          </mc:Choice>
          <mc:Fallback xmlns="">
            <p:pic>
              <p:nvPicPr>
                <p:cNvPr id="12" name="Ink 11">
                  <a:extLst>
                    <a:ext uri="{FF2B5EF4-FFF2-40B4-BE49-F238E27FC236}">
                      <a16:creationId xmlns:a16="http://schemas.microsoft.com/office/drawing/2014/main" id="{D6FE16F8-993D-DA6E-B228-82D1C79458A0}"/>
                    </a:ext>
                  </a:extLst>
                </p:cNvPr>
                <p:cNvPicPr/>
                <p:nvPr/>
              </p:nvPicPr>
              <p:blipFill>
                <a:blip r:embed="rId16"/>
                <a:stretch>
                  <a:fillRect/>
                </a:stretch>
              </p:blipFill>
              <p:spPr>
                <a:xfrm>
                  <a:off x="2915240" y="383880"/>
                  <a:ext cx="754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50AE159F-691A-BBBF-CDC6-D68A7EC16493}"/>
                    </a:ext>
                  </a:extLst>
                </p14:cNvPr>
                <p14:cNvContentPartPr/>
                <p14:nvPr/>
              </p14:nvContentPartPr>
              <p14:xfrm>
                <a:off x="2926040" y="416640"/>
                <a:ext cx="853920" cy="168480"/>
              </p14:xfrm>
            </p:contentPart>
          </mc:Choice>
          <mc:Fallback xmlns="">
            <p:pic>
              <p:nvPicPr>
                <p:cNvPr id="13" name="Ink 12">
                  <a:extLst>
                    <a:ext uri="{FF2B5EF4-FFF2-40B4-BE49-F238E27FC236}">
                      <a16:creationId xmlns:a16="http://schemas.microsoft.com/office/drawing/2014/main" id="{50AE159F-691A-BBBF-CDC6-D68A7EC16493}"/>
                    </a:ext>
                  </a:extLst>
                </p:cNvPr>
                <p:cNvPicPr/>
                <p:nvPr/>
              </p:nvPicPr>
              <p:blipFill>
                <a:blip r:embed="rId18"/>
                <a:stretch>
                  <a:fillRect/>
                </a:stretch>
              </p:blipFill>
              <p:spPr>
                <a:xfrm>
                  <a:off x="2863400" y="353640"/>
                  <a:ext cx="9795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92D73A0-ABD6-9A6B-F57C-B2EA56816D07}"/>
                    </a:ext>
                  </a:extLst>
                </p14:cNvPr>
                <p14:cNvContentPartPr/>
                <p14:nvPr/>
              </p14:nvContentPartPr>
              <p14:xfrm>
                <a:off x="2679440" y="303960"/>
                <a:ext cx="510840" cy="51840"/>
              </p14:xfrm>
            </p:contentPart>
          </mc:Choice>
          <mc:Fallback xmlns="">
            <p:pic>
              <p:nvPicPr>
                <p:cNvPr id="15" name="Ink 14">
                  <a:extLst>
                    <a:ext uri="{FF2B5EF4-FFF2-40B4-BE49-F238E27FC236}">
                      <a16:creationId xmlns:a16="http://schemas.microsoft.com/office/drawing/2014/main" id="{B92D73A0-ABD6-9A6B-F57C-B2EA56816D07}"/>
                    </a:ext>
                  </a:extLst>
                </p:cNvPr>
                <p:cNvPicPr/>
                <p:nvPr/>
              </p:nvPicPr>
              <p:blipFill>
                <a:blip r:embed="rId20"/>
                <a:stretch>
                  <a:fillRect/>
                </a:stretch>
              </p:blipFill>
              <p:spPr>
                <a:xfrm>
                  <a:off x="2616800" y="241320"/>
                  <a:ext cx="636480" cy="177480"/>
                </a:xfrm>
                <a:prstGeom prst="rect">
                  <a:avLst/>
                </a:prstGeom>
              </p:spPr>
            </p:pic>
          </mc:Fallback>
        </mc:AlternateContent>
      </p:grpSp>
      <p:sp>
        <p:nvSpPr>
          <p:cNvPr id="17" name="Rectangle 16">
            <a:extLst>
              <a:ext uri="{FF2B5EF4-FFF2-40B4-BE49-F238E27FC236}">
                <a16:creationId xmlns:a16="http://schemas.microsoft.com/office/drawing/2014/main" id="{A82B5509-9578-6894-7F99-7243DD56B3C2}"/>
              </a:ext>
            </a:extLst>
          </p:cNvPr>
          <p:cNvSpPr/>
          <p:nvPr/>
        </p:nvSpPr>
        <p:spPr>
          <a:xfrm>
            <a:off x="4948000" y="293640"/>
            <a:ext cx="3850680" cy="434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Buyers</a:t>
            </a:r>
          </a:p>
        </p:txBody>
      </p:sp>
      <p:sp>
        <p:nvSpPr>
          <p:cNvPr id="2" name="Rectangle 1">
            <a:extLst>
              <a:ext uri="{FF2B5EF4-FFF2-40B4-BE49-F238E27FC236}">
                <a16:creationId xmlns:a16="http://schemas.microsoft.com/office/drawing/2014/main" id="{A3467F2A-E507-0209-7C28-3B7EA7E7458F}"/>
              </a:ext>
            </a:extLst>
          </p:cNvPr>
          <p:cNvSpPr/>
          <p:nvPr/>
        </p:nvSpPr>
        <p:spPr>
          <a:xfrm>
            <a:off x="2410366" y="1341800"/>
            <a:ext cx="2942841" cy="559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 Triton </a:t>
            </a:r>
            <a:r>
              <a:rPr lang="en-ZA" u="sng" dirty="0" err="1"/>
              <a:t>Flamite</a:t>
            </a:r>
            <a:endParaRPr lang="en-ZA" u="sng" dirty="0"/>
          </a:p>
          <a:p>
            <a:pPr marL="285750" indent="-285750">
              <a:buFont typeface="Arial" panose="020B0604020202020204" pitchFamily="34" charset="0"/>
              <a:buChar char="•"/>
            </a:pPr>
            <a:r>
              <a:rPr lang="en-ZA" dirty="0"/>
              <a:t>Tons out = 316.54</a:t>
            </a:r>
          </a:p>
        </p:txBody>
      </p:sp>
      <p:sp>
        <p:nvSpPr>
          <p:cNvPr id="10" name="Rectangle 9">
            <a:extLst>
              <a:ext uri="{FF2B5EF4-FFF2-40B4-BE49-F238E27FC236}">
                <a16:creationId xmlns:a16="http://schemas.microsoft.com/office/drawing/2014/main" id="{50D1D46C-990F-82BE-DD1C-EB7C28DDC0B8}"/>
              </a:ext>
            </a:extLst>
          </p:cNvPr>
          <p:cNvSpPr/>
          <p:nvPr/>
        </p:nvSpPr>
        <p:spPr>
          <a:xfrm>
            <a:off x="2408271" y="1962768"/>
            <a:ext cx="2538897" cy="264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Buyers ( search) </a:t>
            </a:r>
          </a:p>
        </p:txBody>
      </p:sp>
      <p:sp>
        <p:nvSpPr>
          <p:cNvPr id="14" name="Rectangle 13">
            <a:extLst>
              <a:ext uri="{FF2B5EF4-FFF2-40B4-BE49-F238E27FC236}">
                <a16:creationId xmlns:a16="http://schemas.microsoft.com/office/drawing/2014/main" id="{7262FEE1-0570-80A3-CA9F-17048A8D112D}"/>
              </a:ext>
            </a:extLst>
          </p:cNvPr>
          <p:cNvSpPr/>
          <p:nvPr/>
        </p:nvSpPr>
        <p:spPr>
          <a:xfrm>
            <a:off x="2358137" y="5801280"/>
            <a:ext cx="2184400" cy="264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 new Invoice </a:t>
            </a:r>
          </a:p>
        </p:txBody>
      </p:sp>
      <p:sp>
        <p:nvSpPr>
          <p:cNvPr id="18" name="Rectangle 17">
            <a:extLst>
              <a:ext uri="{FF2B5EF4-FFF2-40B4-BE49-F238E27FC236}">
                <a16:creationId xmlns:a16="http://schemas.microsoft.com/office/drawing/2014/main" id="{67B3580E-E7DA-A99B-D688-01794F0B46B3}"/>
              </a:ext>
            </a:extLst>
          </p:cNvPr>
          <p:cNvSpPr/>
          <p:nvPr/>
        </p:nvSpPr>
        <p:spPr>
          <a:xfrm>
            <a:off x="4554030" y="6136379"/>
            <a:ext cx="2011680" cy="264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Download recons </a:t>
            </a:r>
          </a:p>
        </p:txBody>
      </p:sp>
      <p:sp>
        <p:nvSpPr>
          <p:cNvPr id="19" name="Rectangle 18">
            <a:extLst>
              <a:ext uri="{FF2B5EF4-FFF2-40B4-BE49-F238E27FC236}">
                <a16:creationId xmlns:a16="http://schemas.microsoft.com/office/drawing/2014/main" id="{59080410-C248-9018-6D01-BA69920D75B8}"/>
              </a:ext>
            </a:extLst>
          </p:cNvPr>
          <p:cNvSpPr/>
          <p:nvPr/>
        </p:nvSpPr>
        <p:spPr>
          <a:xfrm>
            <a:off x="5426773" y="1341800"/>
            <a:ext cx="2942841" cy="559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B</a:t>
            </a:r>
          </a:p>
          <a:p>
            <a:pPr marL="285750" indent="-285750">
              <a:buFont typeface="Arial" panose="020B0604020202020204" pitchFamily="34" charset="0"/>
              <a:buChar char="•"/>
            </a:pPr>
            <a:r>
              <a:rPr lang="en-ZA" dirty="0"/>
              <a:t>Tons out = 6566</a:t>
            </a:r>
          </a:p>
        </p:txBody>
      </p:sp>
      <p:sp>
        <p:nvSpPr>
          <p:cNvPr id="20" name="Rectangle 19">
            <a:extLst>
              <a:ext uri="{FF2B5EF4-FFF2-40B4-BE49-F238E27FC236}">
                <a16:creationId xmlns:a16="http://schemas.microsoft.com/office/drawing/2014/main" id="{413CAD51-7B22-6261-743E-626706DEADED}"/>
              </a:ext>
            </a:extLst>
          </p:cNvPr>
          <p:cNvSpPr/>
          <p:nvPr/>
        </p:nvSpPr>
        <p:spPr>
          <a:xfrm>
            <a:off x="8443180" y="1352000"/>
            <a:ext cx="2942841" cy="559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Buyer C</a:t>
            </a:r>
          </a:p>
          <a:p>
            <a:pPr marL="285750" indent="-285750">
              <a:buFont typeface="Arial" panose="020B0604020202020204" pitchFamily="34" charset="0"/>
              <a:buChar char="•"/>
            </a:pPr>
            <a:r>
              <a:rPr lang="en-ZA" dirty="0"/>
              <a:t>Tons out = 9666</a:t>
            </a:r>
          </a:p>
        </p:txBody>
      </p:sp>
      <p:cxnSp>
        <p:nvCxnSpPr>
          <p:cNvPr id="22" name="Straight Connector 21">
            <a:extLst>
              <a:ext uri="{FF2B5EF4-FFF2-40B4-BE49-F238E27FC236}">
                <a16:creationId xmlns:a16="http://schemas.microsoft.com/office/drawing/2014/main" id="{8AC870C3-DB76-D1BD-C71D-2A24EFE925AD}"/>
              </a:ext>
            </a:extLst>
          </p:cNvPr>
          <p:cNvCxnSpPr>
            <a:cxnSpLocks/>
          </p:cNvCxnSpPr>
          <p:nvPr/>
        </p:nvCxnSpPr>
        <p:spPr>
          <a:xfrm flipV="1">
            <a:off x="2324194" y="2283750"/>
            <a:ext cx="9784080" cy="19220"/>
          </a:xfrm>
          <a:prstGeom prst="line">
            <a:avLst/>
          </a:prstGeom>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132BA2EA-8229-ECE4-4DA8-A618B3E0EF6C}"/>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327354" y="2707988"/>
            <a:ext cx="9685302" cy="2558815"/>
          </a:xfrm>
          <a:prstGeom prst="rect">
            <a:avLst/>
          </a:prstGeom>
        </p:spPr>
      </p:pic>
      <p:sp>
        <p:nvSpPr>
          <p:cNvPr id="28" name="Rectangle 27">
            <a:extLst>
              <a:ext uri="{FF2B5EF4-FFF2-40B4-BE49-F238E27FC236}">
                <a16:creationId xmlns:a16="http://schemas.microsoft.com/office/drawing/2014/main" id="{184E443D-D31D-A1CB-5623-F1A4DF503E4C}"/>
              </a:ext>
            </a:extLst>
          </p:cNvPr>
          <p:cNvSpPr/>
          <p:nvPr/>
        </p:nvSpPr>
        <p:spPr>
          <a:xfrm>
            <a:off x="10756155" y="2400272"/>
            <a:ext cx="1256501" cy="2162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200" dirty="0"/>
              <a:t>View full screen</a:t>
            </a:r>
          </a:p>
        </p:txBody>
      </p:sp>
      <p:sp>
        <p:nvSpPr>
          <p:cNvPr id="29" name="Rectangle 28">
            <a:extLst>
              <a:ext uri="{FF2B5EF4-FFF2-40B4-BE49-F238E27FC236}">
                <a16:creationId xmlns:a16="http://schemas.microsoft.com/office/drawing/2014/main" id="{9C93762B-F6B4-38A9-1F43-5281D3BC9655}"/>
              </a:ext>
            </a:extLst>
          </p:cNvPr>
          <p:cNvSpPr/>
          <p:nvPr/>
        </p:nvSpPr>
        <p:spPr>
          <a:xfrm>
            <a:off x="2358136" y="6136380"/>
            <a:ext cx="2112167" cy="248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View past invoices</a:t>
            </a:r>
          </a:p>
        </p:txBody>
      </p:sp>
    </p:spTree>
    <p:extLst>
      <p:ext uri="{BB962C8B-B14F-4D97-AF65-F5344CB8AC3E}">
        <p14:creationId xmlns:p14="http://schemas.microsoft.com/office/powerpoint/2010/main" val="290210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53B062-75B5-362C-00D1-C74FA6B5C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0F0C1944-0463-FC06-A534-E5407F96DDB6}"/>
              </a:ext>
            </a:extLst>
          </p:cNvPr>
          <p:cNvSpPr/>
          <p:nvPr/>
        </p:nvSpPr>
        <p:spPr>
          <a:xfrm>
            <a:off x="2296160" y="1259840"/>
            <a:ext cx="9763760" cy="55168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Rectangle 4">
            <a:extLst>
              <a:ext uri="{FF2B5EF4-FFF2-40B4-BE49-F238E27FC236}">
                <a16:creationId xmlns:a16="http://schemas.microsoft.com/office/drawing/2014/main" id="{4FC92271-F328-1B2A-8FAC-3B38FE26574F}"/>
              </a:ext>
            </a:extLst>
          </p:cNvPr>
          <p:cNvSpPr/>
          <p:nvPr/>
        </p:nvSpPr>
        <p:spPr>
          <a:xfrm>
            <a:off x="2661920" y="299720"/>
            <a:ext cx="3576320" cy="436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Loading activity </a:t>
            </a:r>
          </a:p>
        </p:txBody>
      </p:sp>
      <p:sp>
        <p:nvSpPr>
          <p:cNvPr id="6" name="Rectangle 5">
            <a:extLst>
              <a:ext uri="{FF2B5EF4-FFF2-40B4-BE49-F238E27FC236}">
                <a16:creationId xmlns:a16="http://schemas.microsoft.com/office/drawing/2014/main" id="{AE493671-D3B2-1D1C-A21F-AD6B4423EB15}"/>
              </a:ext>
            </a:extLst>
          </p:cNvPr>
          <p:cNvSpPr/>
          <p:nvPr/>
        </p:nvSpPr>
        <p:spPr>
          <a:xfrm>
            <a:off x="2499360" y="1432560"/>
            <a:ext cx="5099619" cy="1493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Incoming trucks </a:t>
            </a:r>
          </a:p>
          <a:p>
            <a:pPr marL="342900" indent="-342900">
              <a:buFont typeface="+mj-lt"/>
              <a:buAutoNum type="arabicPeriod"/>
            </a:pPr>
            <a:r>
              <a:rPr lang="en-ZA" dirty="0"/>
              <a:t>hv23hiGP – 15 mins – </a:t>
            </a:r>
            <a:r>
              <a:rPr lang="en-ZA" dirty="0" err="1"/>
              <a:t>trition</a:t>
            </a:r>
            <a:r>
              <a:rPr lang="en-ZA" dirty="0"/>
              <a:t>   --- view location  </a:t>
            </a:r>
          </a:p>
          <a:p>
            <a:pPr marL="342900" indent="-342900">
              <a:buFont typeface="+mj-lt"/>
              <a:buAutoNum type="arabicPeriod"/>
            </a:pPr>
            <a:r>
              <a:rPr lang="en-ZA" dirty="0"/>
              <a:t>as34gMP – 30 mins – buyer c   --- view location </a:t>
            </a:r>
          </a:p>
          <a:p>
            <a:pPr marL="342900" indent="-342900">
              <a:buFont typeface="+mj-lt"/>
              <a:buAutoNum type="arabicPeriod"/>
            </a:pPr>
            <a:r>
              <a:rPr lang="en-ZA" dirty="0"/>
              <a:t>Etc </a:t>
            </a:r>
          </a:p>
          <a:p>
            <a:endParaRPr lang="en-ZA" dirty="0"/>
          </a:p>
        </p:txBody>
      </p:sp>
      <p:sp>
        <p:nvSpPr>
          <p:cNvPr id="7" name="Rectangle 6">
            <a:extLst>
              <a:ext uri="{FF2B5EF4-FFF2-40B4-BE49-F238E27FC236}">
                <a16:creationId xmlns:a16="http://schemas.microsoft.com/office/drawing/2014/main" id="{79AE1843-2198-FCD3-00BC-33F82D7972AF}"/>
              </a:ext>
            </a:extLst>
          </p:cNvPr>
          <p:cNvSpPr/>
          <p:nvPr/>
        </p:nvSpPr>
        <p:spPr>
          <a:xfrm>
            <a:off x="7870846" y="1432559"/>
            <a:ext cx="4048585" cy="14935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u="sng" dirty="0"/>
              <a:t>Trucks on site status (10)</a:t>
            </a:r>
          </a:p>
          <a:p>
            <a:pPr marL="342900" indent="-342900">
              <a:buAutoNum type="arabicPeriod"/>
            </a:pPr>
            <a:r>
              <a:rPr lang="en-ZA" dirty="0"/>
              <a:t>hi34hdGP – triton ( ready to load )</a:t>
            </a:r>
          </a:p>
          <a:p>
            <a:pPr marL="342900" indent="-342900">
              <a:buAutoNum type="arabicPeriod"/>
            </a:pPr>
            <a:r>
              <a:rPr lang="en-ZA" dirty="0"/>
              <a:t>Jns123MP – buyer B (loaded) </a:t>
            </a:r>
          </a:p>
          <a:p>
            <a:pPr marL="342900" indent="-342900">
              <a:buAutoNum type="arabicPeriod"/>
            </a:pPr>
            <a:r>
              <a:rPr lang="en-ZA" dirty="0"/>
              <a:t>Etc </a:t>
            </a:r>
          </a:p>
        </p:txBody>
      </p:sp>
      <p:sp>
        <p:nvSpPr>
          <p:cNvPr id="8" name="Rectangle 7">
            <a:extLst>
              <a:ext uri="{FF2B5EF4-FFF2-40B4-BE49-F238E27FC236}">
                <a16:creationId xmlns:a16="http://schemas.microsoft.com/office/drawing/2014/main" id="{0E55A93A-4336-CA9C-81E8-6BC41F407FFE}"/>
              </a:ext>
            </a:extLst>
          </p:cNvPr>
          <p:cNvSpPr/>
          <p:nvPr/>
        </p:nvSpPr>
        <p:spPr>
          <a:xfrm>
            <a:off x="2478339" y="3098797"/>
            <a:ext cx="9441092" cy="12402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ZA" dirty="0"/>
              <a:t>Truck scheduled for the day (30)</a:t>
            </a:r>
          </a:p>
          <a:p>
            <a:pPr marL="342900" indent="-342900">
              <a:buAutoNum type="arabicPeriod"/>
            </a:pPr>
            <a:r>
              <a:rPr lang="en-ZA" dirty="0"/>
              <a:t>Triton – 15 – view list </a:t>
            </a:r>
          </a:p>
          <a:p>
            <a:pPr marL="342900" indent="-342900">
              <a:buAutoNum type="arabicPeriod"/>
            </a:pPr>
            <a:r>
              <a:rPr lang="en-ZA" dirty="0"/>
              <a:t>Buyer B – 15 – view list </a:t>
            </a:r>
          </a:p>
          <a:p>
            <a:pPr marL="342900" indent="-342900">
              <a:buAutoNum type="arabicPeriod"/>
            </a:pPr>
            <a:r>
              <a:rPr lang="en-ZA" dirty="0"/>
              <a:t>Etc </a:t>
            </a:r>
          </a:p>
        </p:txBody>
      </p:sp>
    </p:spTree>
    <p:extLst>
      <p:ext uri="{BB962C8B-B14F-4D97-AF65-F5344CB8AC3E}">
        <p14:creationId xmlns:p14="http://schemas.microsoft.com/office/powerpoint/2010/main" val="3732348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58DFBD-1BF5-D18C-A0FD-1D481DE28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DE981046-25FE-256D-C510-0556CCFEDE57}"/>
              </a:ext>
            </a:extLst>
          </p:cNvPr>
          <p:cNvSpPr/>
          <p:nvPr/>
        </p:nvSpPr>
        <p:spPr>
          <a:xfrm>
            <a:off x="2286000" y="1205345"/>
            <a:ext cx="9819409" cy="55175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Rectangle 4">
            <a:extLst>
              <a:ext uri="{FF2B5EF4-FFF2-40B4-BE49-F238E27FC236}">
                <a16:creationId xmlns:a16="http://schemas.microsoft.com/office/drawing/2014/main" id="{839D1087-840D-2C3D-0952-8E21F072CE5A}"/>
              </a:ext>
            </a:extLst>
          </p:cNvPr>
          <p:cNvSpPr/>
          <p:nvPr/>
        </p:nvSpPr>
        <p:spPr>
          <a:xfrm>
            <a:off x="2667000" y="280554"/>
            <a:ext cx="3501736"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Truck locations </a:t>
            </a:r>
          </a:p>
        </p:txBody>
      </p:sp>
      <p:pic>
        <p:nvPicPr>
          <p:cNvPr id="7" name="Picture 6">
            <a:extLst>
              <a:ext uri="{FF2B5EF4-FFF2-40B4-BE49-F238E27FC236}">
                <a16:creationId xmlns:a16="http://schemas.microsoft.com/office/drawing/2014/main" id="{1111B052-AF68-CDA4-8D6F-3AE22238BE66}"/>
              </a:ext>
            </a:extLst>
          </p:cNvPr>
          <p:cNvPicPr>
            <a:picLocks noChangeAspect="1"/>
          </p:cNvPicPr>
          <p:nvPr/>
        </p:nvPicPr>
        <p:blipFill>
          <a:blip r:embed="rId4">
            <a:extLst>
              <a:ext uri="{28A0092B-C50C-407E-A947-70E740481C1C}">
                <a14:useLocalDpi xmlns:a14="http://schemas.microsoft.com/office/drawing/2010/main" val="0"/>
              </a:ext>
            </a:extLst>
          </a:blip>
          <a:srcRect t="5991"/>
          <a:stretch>
            <a:fillRect/>
          </a:stretch>
        </p:blipFill>
        <p:spPr>
          <a:xfrm>
            <a:off x="2379519" y="1350817"/>
            <a:ext cx="9513184" cy="3667991"/>
          </a:xfrm>
          <a:prstGeom prst="rect">
            <a:avLst/>
          </a:prstGeom>
        </p:spPr>
      </p:pic>
      <p:sp>
        <p:nvSpPr>
          <p:cNvPr id="8" name="Rectangle 7">
            <a:extLst>
              <a:ext uri="{FF2B5EF4-FFF2-40B4-BE49-F238E27FC236}">
                <a16:creationId xmlns:a16="http://schemas.microsoft.com/office/drawing/2014/main" id="{665AF7AA-8DBC-36B7-D726-821AE8B8F9D8}"/>
              </a:ext>
            </a:extLst>
          </p:cNvPr>
          <p:cNvSpPr/>
          <p:nvPr/>
        </p:nvSpPr>
        <p:spPr>
          <a:xfrm>
            <a:off x="3474028" y="3792682"/>
            <a:ext cx="838200" cy="2182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Client </a:t>
            </a:r>
          </a:p>
        </p:txBody>
      </p:sp>
      <p:sp>
        <p:nvSpPr>
          <p:cNvPr id="9" name="Rectangle 8">
            <a:extLst>
              <a:ext uri="{FF2B5EF4-FFF2-40B4-BE49-F238E27FC236}">
                <a16:creationId xmlns:a16="http://schemas.microsoft.com/office/drawing/2014/main" id="{57D55690-87CB-B2EC-D8E1-FA65C5C2B1CB}"/>
              </a:ext>
            </a:extLst>
          </p:cNvPr>
          <p:cNvSpPr/>
          <p:nvPr/>
        </p:nvSpPr>
        <p:spPr>
          <a:xfrm>
            <a:off x="4530436" y="3751118"/>
            <a:ext cx="758537" cy="2909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eta</a:t>
            </a:r>
          </a:p>
        </p:txBody>
      </p:sp>
      <p:sp>
        <p:nvSpPr>
          <p:cNvPr id="10" name="Rectangle 9">
            <a:extLst>
              <a:ext uri="{FF2B5EF4-FFF2-40B4-BE49-F238E27FC236}">
                <a16:creationId xmlns:a16="http://schemas.microsoft.com/office/drawing/2014/main" id="{30C5C991-FC78-999D-5B25-14517E733059}"/>
              </a:ext>
            </a:extLst>
          </p:cNvPr>
          <p:cNvSpPr/>
          <p:nvPr/>
        </p:nvSpPr>
        <p:spPr>
          <a:xfrm>
            <a:off x="3474028" y="4177145"/>
            <a:ext cx="838200" cy="2182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triton</a:t>
            </a:r>
          </a:p>
        </p:txBody>
      </p:sp>
      <p:sp>
        <p:nvSpPr>
          <p:cNvPr id="11" name="Rectangle 10">
            <a:extLst>
              <a:ext uri="{FF2B5EF4-FFF2-40B4-BE49-F238E27FC236}">
                <a16:creationId xmlns:a16="http://schemas.microsoft.com/office/drawing/2014/main" id="{6906CAFC-C4F8-E973-4389-885E05315FEA}"/>
              </a:ext>
            </a:extLst>
          </p:cNvPr>
          <p:cNvSpPr/>
          <p:nvPr/>
        </p:nvSpPr>
        <p:spPr>
          <a:xfrm>
            <a:off x="4530436" y="4177145"/>
            <a:ext cx="876301" cy="2182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15 min</a:t>
            </a:r>
          </a:p>
        </p:txBody>
      </p:sp>
      <p:grpSp>
        <p:nvGrpSpPr>
          <p:cNvPr id="14" name="Group 13">
            <a:extLst>
              <a:ext uri="{FF2B5EF4-FFF2-40B4-BE49-F238E27FC236}">
                <a16:creationId xmlns:a16="http://schemas.microsoft.com/office/drawing/2014/main" id="{F132C47D-62D2-D2B9-B64D-C8B313F72DE5}"/>
              </a:ext>
            </a:extLst>
          </p:cNvPr>
          <p:cNvGrpSpPr/>
          <p:nvPr/>
        </p:nvGrpSpPr>
        <p:grpSpPr>
          <a:xfrm>
            <a:off x="3720093" y="4633265"/>
            <a:ext cx="2391120" cy="63720"/>
            <a:chOff x="3720093" y="4633265"/>
            <a:chExt cx="2391120" cy="6372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A0FD036-AB95-28FB-1DB6-C939F8D53B73}"/>
                    </a:ext>
                  </a:extLst>
                </p14:cNvPr>
                <p14:cNvContentPartPr/>
                <p14:nvPr/>
              </p14:nvContentPartPr>
              <p14:xfrm>
                <a:off x="3720093" y="4633265"/>
                <a:ext cx="1299960" cy="32760"/>
              </p14:xfrm>
            </p:contentPart>
          </mc:Choice>
          <mc:Fallback xmlns="">
            <p:pic>
              <p:nvPicPr>
                <p:cNvPr id="12" name="Ink 11">
                  <a:extLst>
                    <a:ext uri="{FF2B5EF4-FFF2-40B4-BE49-F238E27FC236}">
                      <a16:creationId xmlns:a16="http://schemas.microsoft.com/office/drawing/2014/main" id="{CA0FD036-AB95-28FB-1DB6-C939F8D53B73}"/>
                    </a:ext>
                  </a:extLst>
                </p:cNvPr>
                <p:cNvPicPr/>
                <p:nvPr/>
              </p:nvPicPr>
              <p:blipFill>
                <a:blip r:embed="rId6"/>
                <a:stretch>
                  <a:fillRect/>
                </a:stretch>
              </p:blipFill>
              <p:spPr>
                <a:xfrm>
                  <a:off x="3657093" y="4570625"/>
                  <a:ext cx="142560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12F27B40-0C4A-CF39-6DFD-9D4969EBDA3F}"/>
                    </a:ext>
                  </a:extLst>
                </p14:cNvPr>
                <p14:cNvContentPartPr/>
                <p14:nvPr/>
              </p14:nvContentPartPr>
              <p14:xfrm>
                <a:off x="5569053" y="4696625"/>
                <a:ext cx="542160" cy="360"/>
              </p14:xfrm>
            </p:contentPart>
          </mc:Choice>
          <mc:Fallback xmlns="">
            <p:pic>
              <p:nvPicPr>
                <p:cNvPr id="13" name="Ink 12">
                  <a:extLst>
                    <a:ext uri="{FF2B5EF4-FFF2-40B4-BE49-F238E27FC236}">
                      <a16:creationId xmlns:a16="http://schemas.microsoft.com/office/drawing/2014/main" id="{12F27B40-0C4A-CF39-6DFD-9D4969EBDA3F}"/>
                    </a:ext>
                  </a:extLst>
                </p:cNvPr>
                <p:cNvPicPr/>
                <p:nvPr/>
              </p:nvPicPr>
              <p:blipFill>
                <a:blip r:embed="rId8"/>
                <a:stretch>
                  <a:fillRect/>
                </a:stretch>
              </p:blipFill>
              <p:spPr>
                <a:xfrm>
                  <a:off x="5506413" y="4633625"/>
                  <a:ext cx="667800" cy="126000"/>
                </a:xfrm>
                <a:prstGeom prst="rect">
                  <a:avLst/>
                </a:prstGeom>
              </p:spPr>
            </p:pic>
          </mc:Fallback>
        </mc:AlternateContent>
      </p:grpSp>
      <p:grpSp>
        <p:nvGrpSpPr>
          <p:cNvPr id="17" name="Group 16">
            <a:extLst>
              <a:ext uri="{FF2B5EF4-FFF2-40B4-BE49-F238E27FC236}">
                <a16:creationId xmlns:a16="http://schemas.microsoft.com/office/drawing/2014/main" id="{7B18DC2F-7A7A-D875-F011-C6FC03E58B44}"/>
              </a:ext>
            </a:extLst>
          </p:cNvPr>
          <p:cNvGrpSpPr/>
          <p:nvPr/>
        </p:nvGrpSpPr>
        <p:grpSpPr>
          <a:xfrm>
            <a:off x="5558973" y="4280825"/>
            <a:ext cx="592920" cy="156600"/>
            <a:chOff x="5558973" y="4280825"/>
            <a:chExt cx="592920" cy="156600"/>
          </a:xfrm>
        </p:grpSpPr>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76A0CA7D-4938-E2BA-F418-6FB19C9AFA9F}"/>
                    </a:ext>
                  </a:extLst>
                </p14:cNvPr>
                <p14:cNvContentPartPr/>
                <p14:nvPr/>
              </p14:nvContentPartPr>
              <p14:xfrm>
                <a:off x="5558973" y="4280825"/>
                <a:ext cx="460440" cy="156600"/>
              </p14:xfrm>
            </p:contentPart>
          </mc:Choice>
          <mc:Fallback xmlns="">
            <p:pic>
              <p:nvPicPr>
                <p:cNvPr id="15" name="Ink 14">
                  <a:extLst>
                    <a:ext uri="{FF2B5EF4-FFF2-40B4-BE49-F238E27FC236}">
                      <a16:creationId xmlns:a16="http://schemas.microsoft.com/office/drawing/2014/main" id="{76A0CA7D-4938-E2BA-F418-6FB19C9AFA9F}"/>
                    </a:ext>
                  </a:extLst>
                </p:cNvPr>
                <p:cNvPicPr/>
                <p:nvPr/>
              </p:nvPicPr>
              <p:blipFill>
                <a:blip r:embed="rId10"/>
                <a:stretch>
                  <a:fillRect/>
                </a:stretch>
              </p:blipFill>
              <p:spPr>
                <a:xfrm>
                  <a:off x="5495973" y="4217825"/>
                  <a:ext cx="58608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621AA358-58C9-87ED-4B60-C6535D87E0B7}"/>
                    </a:ext>
                  </a:extLst>
                </p14:cNvPr>
                <p14:cNvContentPartPr/>
                <p14:nvPr/>
              </p14:nvContentPartPr>
              <p14:xfrm>
                <a:off x="5760933" y="4291265"/>
                <a:ext cx="390960" cy="32760"/>
              </p14:xfrm>
            </p:contentPart>
          </mc:Choice>
          <mc:Fallback xmlns="">
            <p:pic>
              <p:nvPicPr>
                <p:cNvPr id="16" name="Ink 15">
                  <a:extLst>
                    <a:ext uri="{FF2B5EF4-FFF2-40B4-BE49-F238E27FC236}">
                      <a16:creationId xmlns:a16="http://schemas.microsoft.com/office/drawing/2014/main" id="{621AA358-58C9-87ED-4B60-C6535D87E0B7}"/>
                    </a:ext>
                  </a:extLst>
                </p:cNvPr>
                <p:cNvPicPr/>
                <p:nvPr/>
              </p:nvPicPr>
              <p:blipFill>
                <a:blip r:embed="rId12"/>
                <a:stretch>
                  <a:fillRect/>
                </a:stretch>
              </p:blipFill>
              <p:spPr>
                <a:xfrm>
                  <a:off x="5697933" y="4228265"/>
                  <a:ext cx="516600" cy="158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AD07BD1E-3FE0-B250-293E-27E0F72C5345}"/>
                  </a:ext>
                </a:extLst>
              </p14:cNvPr>
              <p14:cNvContentPartPr/>
              <p14:nvPr/>
            </p14:nvContentPartPr>
            <p14:xfrm>
              <a:off x="5590293" y="3915785"/>
              <a:ext cx="413280" cy="86040"/>
            </p14:xfrm>
          </p:contentPart>
        </mc:Choice>
        <mc:Fallback xmlns="">
          <p:pic>
            <p:nvPicPr>
              <p:cNvPr id="18" name="Ink 17">
                <a:extLst>
                  <a:ext uri="{FF2B5EF4-FFF2-40B4-BE49-F238E27FC236}">
                    <a16:creationId xmlns:a16="http://schemas.microsoft.com/office/drawing/2014/main" id="{AD07BD1E-3FE0-B250-293E-27E0F72C5345}"/>
                  </a:ext>
                </a:extLst>
              </p:cNvPr>
              <p:cNvPicPr/>
              <p:nvPr/>
            </p:nvPicPr>
            <p:blipFill>
              <a:blip r:embed="rId14"/>
              <a:stretch>
                <a:fillRect/>
              </a:stretch>
            </p:blipFill>
            <p:spPr>
              <a:xfrm>
                <a:off x="5527653" y="3853145"/>
                <a:ext cx="53892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D4047496-EF54-92A0-F80F-03A1611305AC}"/>
                  </a:ext>
                </a:extLst>
              </p14:cNvPr>
              <p14:cNvContentPartPr/>
              <p14:nvPr/>
            </p14:nvContentPartPr>
            <p14:xfrm>
              <a:off x="2794893" y="4644425"/>
              <a:ext cx="467640" cy="360"/>
            </p14:xfrm>
          </p:contentPart>
        </mc:Choice>
        <mc:Fallback xmlns="">
          <p:pic>
            <p:nvPicPr>
              <p:cNvPr id="20" name="Ink 19">
                <a:extLst>
                  <a:ext uri="{FF2B5EF4-FFF2-40B4-BE49-F238E27FC236}">
                    <a16:creationId xmlns:a16="http://schemas.microsoft.com/office/drawing/2014/main" id="{D4047496-EF54-92A0-F80F-03A1611305AC}"/>
                  </a:ext>
                </a:extLst>
              </p:cNvPr>
              <p:cNvPicPr/>
              <p:nvPr/>
            </p:nvPicPr>
            <p:blipFill>
              <a:blip r:embed="rId16"/>
              <a:stretch>
                <a:fillRect/>
              </a:stretch>
            </p:blipFill>
            <p:spPr>
              <a:xfrm>
                <a:off x="2731893" y="4581425"/>
                <a:ext cx="593280" cy="126000"/>
              </a:xfrm>
              <a:prstGeom prst="rect">
                <a:avLst/>
              </a:prstGeom>
            </p:spPr>
          </p:pic>
        </mc:Fallback>
      </mc:AlternateContent>
      <p:sp>
        <p:nvSpPr>
          <p:cNvPr id="21" name="Rectangle 20">
            <a:extLst>
              <a:ext uri="{FF2B5EF4-FFF2-40B4-BE49-F238E27FC236}">
                <a16:creationId xmlns:a16="http://schemas.microsoft.com/office/drawing/2014/main" id="{F9538AE0-E488-91AF-F0B3-E32292A8EB9E}"/>
              </a:ext>
            </a:extLst>
          </p:cNvPr>
          <p:cNvSpPr/>
          <p:nvPr/>
        </p:nvSpPr>
        <p:spPr>
          <a:xfrm>
            <a:off x="2332759" y="4171720"/>
            <a:ext cx="1094510" cy="2182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1400" dirty="0"/>
              <a:t>wer378MP</a:t>
            </a:r>
          </a:p>
        </p:txBody>
      </p:sp>
    </p:spTree>
    <p:extLst>
      <p:ext uri="{BB962C8B-B14F-4D97-AF65-F5344CB8AC3E}">
        <p14:creationId xmlns:p14="http://schemas.microsoft.com/office/powerpoint/2010/main" val="3386270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4FB4D4-6E1A-566E-6DEC-E3F99B0D4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904008"/>
            <a:ext cx="11907983" cy="5953991"/>
          </a:xfrm>
          <a:prstGeom prst="rect">
            <a:avLst/>
          </a:prstGeom>
        </p:spPr>
      </p:pic>
      <p:sp>
        <p:nvSpPr>
          <p:cNvPr id="4" name="TextBox 3">
            <a:extLst>
              <a:ext uri="{FF2B5EF4-FFF2-40B4-BE49-F238E27FC236}">
                <a16:creationId xmlns:a16="http://schemas.microsoft.com/office/drawing/2014/main" id="{6C17F68D-A26C-6381-4B78-D6707529B088}"/>
              </a:ext>
            </a:extLst>
          </p:cNvPr>
          <p:cNvSpPr txBox="1"/>
          <p:nvPr/>
        </p:nvSpPr>
        <p:spPr>
          <a:xfrm>
            <a:off x="93518" y="83127"/>
            <a:ext cx="11814464"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ZA" sz="1400" dirty="0"/>
              <a:t>So under overview we don’t need a tab for security, controller, management. We just need admin workspace where the admin can manage employees / add and remove [</a:t>
            </a:r>
            <a:r>
              <a:rPr lang="en-ZA" sz="1400" dirty="0" err="1"/>
              <a:t>forvisor</a:t>
            </a:r>
            <a:r>
              <a:rPr lang="en-ZA" sz="1400" dirty="0"/>
              <a:t> , security and  load controller] </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64F9435-B275-AEC9-4BB0-FB9B722F8DB9}"/>
                  </a:ext>
                </a:extLst>
              </p14:cNvPr>
              <p14:cNvContentPartPr/>
              <p14:nvPr/>
            </p14:nvContentPartPr>
            <p14:xfrm>
              <a:off x="140253" y="2389025"/>
              <a:ext cx="244080" cy="53280"/>
            </p14:xfrm>
          </p:contentPart>
        </mc:Choice>
        <mc:Fallback xmlns="">
          <p:pic>
            <p:nvPicPr>
              <p:cNvPr id="5" name="Ink 4">
                <a:extLst>
                  <a:ext uri="{FF2B5EF4-FFF2-40B4-BE49-F238E27FC236}">
                    <a16:creationId xmlns:a16="http://schemas.microsoft.com/office/drawing/2014/main" id="{B64F9435-B275-AEC9-4BB0-FB9B722F8DB9}"/>
                  </a:ext>
                </a:extLst>
              </p:cNvPr>
              <p:cNvPicPr/>
              <p:nvPr/>
            </p:nvPicPr>
            <p:blipFill>
              <a:blip r:embed="rId5"/>
              <a:stretch>
                <a:fillRect/>
              </a:stretch>
            </p:blipFill>
            <p:spPr>
              <a:xfrm>
                <a:off x="134133" y="2382905"/>
                <a:ext cx="256320" cy="65520"/>
              </a:xfrm>
              <a:prstGeom prst="rect">
                <a:avLst/>
              </a:prstGeom>
            </p:spPr>
          </p:pic>
        </mc:Fallback>
      </mc:AlternateContent>
      <p:grpSp>
        <p:nvGrpSpPr>
          <p:cNvPr id="8" name="Group 7">
            <a:extLst>
              <a:ext uri="{FF2B5EF4-FFF2-40B4-BE49-F238E27FC236}">
                <a16:creationId xmlns:a16="http://schemas.microsoft.com/office/drawing/2014/main" id="{7FF39D9F-E8AC-0AC4-E986-834A33F8B988}"/>
              </a:ext>
            </a:extLst>
          </p:cNvPr>
          <p:cNvGrpSpPr/>
          <p:nvPr/>
        </p:nvGrpSpPr>
        <p:grpSpPr>
          <a:xfrm>
            <a:off x="194613" y="2419625"/>
            <a:ext cx="768240" cy="470880"/>
            <a:chOff x="194613" y="2419625"/>
            <a:chExt cx="768240" cy="47088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B09B320-1F67-2202-3789-5E6F3F71C860}"/>
                    </a:ext>
                  </a:extLst>
                </p14:cNvPr>
                <p14:cNvContentPartPr/>
                <p14:nvPr/>
              </p14:nvContentPartPr>
              <p14:xfrm>
                <a:off x="209373" y="2419625"/>
                <a:ext cx="732600" cy="182880"/>
              </p14:xfrm>
            </p:contentPart>
          </mc:Choice>
          <mc:Fallback xmlns="">
            <p:pic>
              <p:nvPicPr>
                <p:cNvPr id="6" name="Ink 5">
                  <a:extLst>
                    <a:ext uri="{FF2B5EF4-FFF2-40B4-BE49-F238E27FC236}">
                      <a16:creationId xmlns:a16="http://schemas.microsoft.com/office/drawing/2014/main" id="{CB09B320-1F67-2202-3789-5E6F3F71C860}"/>
                    </a:ext>
                  </a:extLst>
                </p:cNvPr>
                <p:cNvPicPr/>
                <p:nvPr/>
              </p:nvPicPr>
              <p:blipFill>
                <a:blip r:embed="rId7"/>
                <a:stretch>
                  <a:fillRect/>
                </a:stretch>
              </p:blipFill>
              <p:spPr>
                <a:xfrm>
                  <a:off x="146733" y="2356625"/>
                  <a:ext cx="85824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59231CF7-7CE4-0475-169A-0B0C3A3751C3}"/>
                    </a:ext>
                  </a:extLst>
                </p14:cNvPr>
                <p14:cNvContentPartPr/>
                <p14:nvPr/>
              </p14:nvContentPartPr>
              <p14:xfrm>
                <a:off x="194613" y="2711945"/>
                <a:ext cx="768240" cy="178560"/>
              </p14:xfrm>
            </p:contentPart>
          </mc:Choice>
          <mc:Fallback xmlns="">
            <p:pic>
              <p:nvPicPr>
                <p:cNvPr id="7" name="Ink 6">
                  <a:extLst>
                    <a:ext uri="{FF2B5EF4-FFF2-40B4-BE49-F238E27FC236}">
                      <a16:creationId xmlns:a16="http://schemas.microsoft.com/office/drawing/2014/main" id="{59231CF7-7CE4-0475-169A-0B0C3A3751C3}"/>
                    </a:ext>
                  </a:extLst>
                </p:cNvPr>
                <p:cNvPicPr/>
                <p:nvPr/>
              </p:nvPicPr>
              <p:blipFill>
                <a:blip r:embed="rId9"/>
                <a:stretch>
                  <a:fillRect/>
                </a:stretch>
              </p:blipFill>
              <p:spPr>
                <a:xfrm>
                  <a:off x="131613" y="2648945"/>
                  <a:ext cx="893880" cy="30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492686A2-DD00-2941-0FE6-64D92E0B916A}"/>
                  </a:ext>
                </a:extLst>
              </p14:cNvPr>
              <p14:cNvContentPartPr/>
              <p14:nvPr/>
            </p14:nvContentPartPr>
            <p14:xfrm>
              <a:off x="222333" y="3500705"/>
              <a:ext cx="993960" cy="138240"/>
            </p14:xfrm>
          </p:contentPart>
        </mc:Choice>
        <mc:Fallback xmlns="">
          <p:pic>
            <p:nvPicPr>
              <p:cNvPr id="9" name="Ink 8">
                <a:extLst>
                  <a:ext uri="{FF2B5EF4-FFF2-40B4-BE49-F238E27FC236}">
                    <a16:creationId xmlns:a16="http://schemas.microsoft.com/office/drawing/2014/main" id="{492686A2-DD00-2941-0FE6-64D92E0B916A}"/>
                  </a:ext>
                </a:extLst>
              </p:cNvPr>
              <p:cNvPicPr/>
              <p:nvPr/>
            </p:nvPicPr>
            <p:blipFill>
              <a:blip r:embed="rId11"/>
              <a:stretch>
                <a:fillRect/>
              </a:stretch>
            </p:blipFill>
            <p:spPr>
              <a:xfrm>
                <a:off x="159333" y="3438065"/>
                <a:ext cx="11196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4BDAFA25-2699-EE18-B1FA-819A88B39C2E}"/>
                  </a:ext>
                </a:extLst>
              </p14:cNvPr>
              <p14:cNvContentPartPr/>
              <p14:nvPr/>
            </p14:nvContentPartPr>
            <p14:xfrm>
              <a:off x="5569053" y="3002825"/>
              <a:ext cx="1144080" cy="925200"/>
            </p14:xfrm>
          </p:contentPart>
        </mc:Choice>
        <mc:Fallback xmlns="">
          <p:pic>
            <p:nvPicPr>
              <p:cNvPr id="10" name="Ink 9">
                <a:extLst>
                  <a:ext uri="{FF2B5EF4-FFF2-40B4-BE49-F238E27FC236}">
                    <a16:creationId xmlns:a16="http://schemas.microsoft.com/office/drawing/2014/main" id="{4BDAFA25-2699-EE18-B1FA-819A88B39C2E}"/>
                  </a:ext>
                </a:extLst>
              </p:cNvPr>
              <p:cNvPicPr/>
              <p:nvPr/>
            </p:nvPicPr>
            <p:blipFill>
              <a:blip r:embed="rId13"/>
              <a:stretch>
                <a:fillRect/>
              </a:stretch>
            </p:blipFill>
            <p:spPr>
              <a:xfrm>
                <a:off x="5506413" y="2940185"/>
                <a:ext cx="1269720" cy="1050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EB5BE87A-04BD-A089-649C-D9478F2A9A6A}"/>
                  </a:ext>
                </a:extLst>
              </p14:cNvPr>
              <p14:cNvContentPartPr/>
              <p14:nvPr/>
            </p14:nvContentPartPr>
            <p14:xfrm>
              <a:off x="5610813" y="2856305"/>
              <a:ext cx="1467000" cy="1061280"/>
            </p14:xfrm>
          </p:contentPart>
        </mc:Choice>
        <mc:Fallback xmlns="">
          <p:pic>
            <p:nvPicPr>
              <p:cNvPr id="15" name="Ink 14">
                <a:extLst>
                  <a:ext uri="{FF2B5EF4-FFF2-40B4-BE49-F238E27FC236}">
                    <a16:creationId xmlns:a16="http://schemas.microsoft.com/office/drawing/2014/main" id="{EB5BE87A-04BD-A089-649C-D9478F2A9A6A}"/>
                  </a:ext>
                </a:extLst>
              </p:cNvPr>
              <p:cNvPicPr/>
              <p:nvPr/>
            </p:nvPicPr>
            <p:blipFill>
              <a:blip r:embed="rId15"/>
              <a:stretch>
                <a:fillRect/>
              </a:stretch>
            </p:blipFill>
            <p:spPr>
              <a:xfrm>
                <a:off x="5548173" y="2793665"/>
                <a:ext cx="1592640" cy="1186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52E3CFAE-B783-F08F-7426-2F7352CC33E1}"/>
                  </a:ext>
                </a:extLst>
              </p14:cNvPr>
              <p14:cNvContentPartPr/>
              <p14:nvPr/>
            </p14:nvContentPartPr>
            <p14:xfrm>
              <a:off x="7284813" y="2957105"/>
              <a:ext cx="1413720" cy="896040"/>
            </p14:xfrm>
          </p:contentPart>
        </mc:Choice>
        <mc:Fallback xmlns="">
          <p:pic>
            <p:nvPicPr>
              <p:cNvPr id="18" name="Ink 17">
                <a:extLst>
                  <a:ext uri="{FF2B5EF4-FFF2-40B4-BE49-F238E27FC236}">
                    <a16:creationId xmlns:a16="http://schemas.microsoft.com/office/drawing/2014/main" id="{52E3CFAE-B783-F08F-7426-2F7352CC33E1}"/>
                  </a:ext>
                </a:extLst>
              </p:cNvPr>
              <p:cNvPicPr/>
              <p:nvPr/>
            </p:nvPicPr>
            <p:blipFill>
              <a:blip r:embed="rId17"/>
              <a:stretch>
                <a:fillRect/>
              </a:stretch>
            </p:blipFill>
            <p:spPr>
              <a:xfrm>
                <a:off x="7221813" y="2894105"/>
                <a:ext cx="1539360" cy="1021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33A96318-DBC9-CD65-F57E-F96A4630A10D}"/>
                  </a:ext>
                </a:extLst>
              </p14:cNvPr>
              <p14:cNvContentPartPr/>
              <p14:nvPr/>
            </p14:nvContentPartPr>
            <p14:xfrm>
              <a:off x="7180413" y="3014345"/>
              <a:ext cx="520920" cy="650880"/>
            </p14:xfrm>
          </p:contentPart>
        </mc:Choice>
        <mc:Fallback xmlns="">
          <p:pic>
            <p:nvPicPr>
              <p:cNvPr id="19" name="Ink 18">
                <a:extLst>
                  <a:ext uri="{FF2B5EF4-FFF2-40B4-BE49-F238E27FC236}">
                    <a16:creationId xmlns:a16="http://schemas.microsoft.com/office/drawing/2014/main" id="{33A96318-DBC9-CD65-F57E-F96A4630A10D}"/>
                  </a:ext>
                </a:extLst>
              </p:cNvPr>
              <p:cNvPicPr/>
              <p:nvPr/>
            </p:nvPicPr>
            <p:blipFill>
              <a:blip r:embed="rId19"/>
              <a:stretch>
                <a:fillRect/>
              </a:stretch>
            </p:blipFill>
            <p:spPr>
              <a:xfrm>
                <a:off x="7117773" y="2951705"/>
                <a:ext cx="64656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6286BCBC-89DD-3441-9B9F-2D69D4DA1F0B}"/>
                  </a:ext>
                </a:extLst>
              </p14:cNvPr>
              <p14:cNvContentPartPr/>
              <p14:nvPr/>
            </p14:nvContentPartPr>
            <p14:xfrm>
              <a:off x="7138293" y="3715985"/>
              <a:ext cx="102240" cy="138960"/>
            </p14:xfrm>
          </p:contentPart>
        </mc:Choice>
        <mc:Fallback xmlns="">
          <p:pic>
            <p:nvPicPr>
              <p:cNvPr id="20" name="Ink 19">
                <a:extLst>
                  <a:ext uri="{FF2B5EF4-FFF2-40B4-BE49-F238E27FC236}">
                    <a16:creationId xmlns:a16="http://schemas.microsoft.com/office/drawing/2014/main" id="{6286BCBC-89DD-3441-9B9F-2D69D4DA1F0B}"/>
                  </a:ext>
                </a:extLst>
              </p:cNvPr>
              <p:cNvPicPr/>
              <p:nvPr/>
            </p:nvPicPr>
            <p:blipFill>
              <a:blip r:embed="rId21"/>
              <a:stretch>
                <a:fillRect/>
              </a:stretch>
            </p:blipFill>
            <p:spPr>
              <a:xfrm>
                <a:off x="7075293" y="3653345"/>
                <a:ext cx="227880" cy="264600"/>
              </a:xfrm>
              <a:prstGeom prst="rect">
                <a:avLst/>
              </a:prstGeom>
            </p:spPr>
          </p:pic>
        </mc:Fallback>
      </mc:AlternateContent>
      <p:grpSp>
        <p:nvGrpSpPr>
          <p:cNvPr id="22" name="Group 21">
            <a:extLst>
              <a:ext uri="{FF2B5EF4-FFF2-40B4-BE49-F238E27FC236}">
                <a16:creationId xmlns:a16="http://schemas.microsoft.com/office/drawing/2014/main" id="{4E9F11CB-59B6-25F0-43EF-322BC843E114}"/>
              </a:ext>
            </a:extLst>
          </p:cNvPr>
          <p:cNvGrpSpPr/>
          <p:nvPr/>
        </p:nvGrpSpPr>
        <p:grpSpPr>
          <a:xfrm>
            <a:off x="5590293" y="2814905"/>
            <a:ext cx="766800" cy="386640"/>
            <a:chOff x="5590293" y="2814905"/>
            <a:chExt cx="766800" cy="386640"/>
          </a:xfrm>
        </p:grpSpPr>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5FA4D2E3-ABD9-2C0C-8216-23210F7CD7B1}"/>
                    </a:ext>
                  </a:extLst>
                </p14:cNvPr>
                <p14:cNvContentPartPr/>
                <p14:nvPr/>
              </p14:nvContentPartPr>
              <p14:xfrm>
                <a:off x="5705493" y="3080945"/>
                <a:ext cx="230040" cy="88200"/>
              </p14:xfrm>
            </p:contentPart>
          </mc:Choice>
          <mc:Fallback xmlns="">
            <p:pic>
              <p:nvPicPr>
                <p:cNvPr id="12" name="Ink 11">
                  <a:extLst>
                    <a:ext uri="{FF2B5EF4-FFF2-40B4-BE49-F238E27FC236}">
                      <a16:creationId xmlns:a16="http://schemas.microsoft.com/office/drawing/2014/main" id="{5FA4D2E3-ABD9-2C0C-8216-23210F7CD7B1}"/>
                    </a:ext>
                  </a:extLst>
                </p:cNvPr>
                <p:cNvPicPr/>
                <p:nvPr/>
              </p:nvPicPr>
              <p:blipFill>
                <a:blip r:embed="rId23"/>
                <a:stretch>
                  <a:fillRect/>
                </a:stretch>
              </p:blipFill>
              <p:spPr>
                <a:xfrm>
                  <a:off x="5642493" y="3018305"/>
                  <a:ext cx="3556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9841B4B0-AE56-18C8-05DC-2CB2D0757BC6}"/>
                    </a:ext>
                  </a:extLst>
                </p14:cNvPr>
                <p14:cNvContentPartPr/>
                <p14:nvPr/>
              </p14:nvContentPartPr>
              <p14:xfrm>
                <a:off x="5984853" y="2938385"/>
                <a:ext cx="372240" cy="75240"/>
              </p14:xfrm>
            </p:contentPart>
          </mc:Choice>
          <mc:Fallback xmlns="">
            <p:pic>
              <p:nvPicPr>
                <p:cNvPr id="13" name="Ink 12">
                  <a:extLst>
                    <a:ext uri="{FF2B5EF4-FFF2-40B4-BE49-F238E27FC236}">
                      <a16:creationId xmlns:a16="http://schemas.microsoft.com/office/drawing/2014/main" id="{9841B4B0-AE56-18C8-05DC-2CB2D0757BC6}"/>
                    </a:ext>
                  </a:extLst>
                </p:cNvPr>
                <p:cNvPicPr/>
                <p:nvPr/>
              </p:nvPicPr>
              <p:blipFill>
                <a:blip r:embed="rId25"/>
                <a:stretch>
                  <a:fillRect/>
                </a:stretch>
              </p:blipFill>
              <p:spPr>
                <a:xfrm>
                  <a:off x="5922213" y="2875745"/>
                  <a:ext cx="4978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F906139D-0891-E83C-D542-DA0D7974AE60}"/>
                    </a:ext>
                  </a:extLst>
                </p14:cNvPr>
                <p14:cNvContentPartPr/>
                <p14:nvPr/>
              </p14:nvContentPartPr>
              <p14:xfrm>
                <a:off x="5590293" y="2814905"/>
                <a:ext cx="638640" cy="386640"/>
              </p14:xfrm>
            </p:contentPart>
          </mc:Choice>
          <mc:Fallback xmlns="">
            <p:pic>
              <p:nvPicPr>
                <p:cNvPr id="21" name="Ink 20">
                  <a:extLst>
                    <a:ext uri="{FF2B5EF4-FFF2-40B4-BE49-F238E27FC236}">
                      <a16:creationId xmlns:a16="http://schemas.microsoft.com/office/drawing/2014/main" id="{F906139D-0891-E83C-D542-DA0D7974AE60}"/>
                    </a:ext>
                  </a:extLst>
                </p:cNvPr>
                <p:cNvPicPr/>
                <p:nvPr/>
              </p:nvPicPr>
              <p:blipFill>
                <a:blip r:embed="rId27"/>
                <a:stretch>
                  <a:fillRect/>
                </a:stretch>
              </p:blipFill>
              <p:spPr>
                <a:xfrm>
                  <a:off x="5527653" y="2751905"/>
                  <a:ext cx="764280" cy="512280"/>
                </a:xfrm>
                <a:prstGeom prst="rect">
                  <a:avLst/>
                </a:prstGeom>
              </p:spPr>
            </p:pic>
          </mc:Fallback>
        </mc:AlternateContent>
      </p:grpSp>
      <p:sp>
        <p:nvSpPr>
          <p:cNvPr id="23" name="Rectangle: Rounded Corners 22">
            <a:extLst>
              <a:ext uri="{FF2B5EF4-FFF2-40B4-BE49-F238E27FC236}">
                <a16:creationId xmlns:a16="http://schemas.microsoft.com/office/drawing/2014/main" id="{96DE3F39-7F40-25D9-9FD6-20E6D71EBF72}"/>
              </a:ext>
            </a:extLst>
          </p:cNvPr>
          <p:cNvSpPr/>
          <p:nvPr/>
        </p:nvSpPr>
        <p:spPr>
          <a:xfrm>
            <a:off x="-2122200" y="2459945"/>
            <a:ext cx="1658733" cy="13255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Lets change this to </a:t>
            </a:r>
          </a:p>
          <a:p>
            <a:pPr algn="ctr"/>
            <a:r>
              <a:rPr lang="en-ZA" dirty="0"/>
              <a:t>“Employee register”</a:t>
            </a:r>
          </a:p>
        </p:txBody>
      </p:sp>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EA45B005-A208-D331-5956-73C21DA8A9D5}"/>
                  </a:ext>
                </a:extLst>
              </p14:cNvPr>
              <p14:cNvContentPartPr/>
              <p14:nvPr/>
            </p14:nvContentPartPr>
            <p14:xfrm>
              <a:off x="-499107" y="3188945"/>
              <a:ext cx="427680" cy="105120"/>
            </p14:xfrm>
          </p:contentPart>
        </mc:Choice>
        <mc:Fallback xmlns="">
          <p:pic>
            <p:nvPicPr>
              <p:cNvPr id="24" name="Ink 23">
                <a:extLst>
                  <a:ext uri="{FF2B5EF4-FFF2-40B4-BE49-F238E27FC236}">
                    <a16:creationId xmlns:a16="http://schemas.microsoft.com/office/drawing/2014/main" id="{EA45B005-A208-D331-5956-73C21DA8A9D5}"/>
                  </a:ext>
                </a:extLst>
              </p:cNvPr>
              <p:cNvPicPr/>
              <p:nvPr/>
            </p:nvPicPr>
            <p:blipFill>
              <a:blip r:embed="rId29"/>
              <a:stretch>
                <a:fillRect/>
              </a:stretch>
            </p:blipFill>
            <p:spPr>
              <a:xfrm>
                <a:off x="-516747" y="3171305"/>
                <a:ext cx="463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01645134-5641-7F71-C676-FAF0EB6B94A0}"/>
                  </a:ext>
                </a:extLst>
              </p14:cNvPr>
              <p14:cNvContentPartPr/>
              <p14:nvPr/>
            </p14:nvContentPartPr>
            <p14:xfrm>
              <a:off x="-280947" y="3106505"/>
              <a:ext cx="270360" cy="269640"/>
            </p14:xfrm>
          </p:contentPart>
        </mc:Choice>
        <mc:Fallback xmlns="">
          <p:pic>
            <p:nvPicPr>
              <p:cNvPr id="25" name="Ink 24">
                <a:extLst>
                  <a:ext uri="{FF2B5EF4-FFF2-40B4-BE49-F238E27FC236}">
                    <a16:creationId xmlns:a16="http://schemas.microsoft.com/office/drawing/2014/main" id="{01645134-5641-7F71-C676-FAF0EB6B94A0}"/>
                  </a:ext>
                </a:extLst>
              </p:cNvPr>
              <p:cNvPicPr/>
              <p:nvPr/>
            </p:nvPicPr>
            <p:blipFill>
              <a:blip r:embed="rId31"/>
              <a:stretch>
                <a:fillRect/>
              </a:stretch>
            </p:blipFill>
            <p:spPr>
              <a:xfrm>
                <a:off x="-298587" y="3088865"/>
                <a:ext cx="306000" cy="305280"/>
              </a:xfrm>
              <a:prstGeom prst="rect">
                <a:avLst/>
              </a:prstGeom>
            </p:spPr>
          </p:pic>
        </mc:Fallback>
      </mc:AlternateContent>
    </p:spTree>
    <p:extLst>
      <p:ext uri="{BB962C8B-B14F-4D97-AF65-F5344CB8AC3E}">
        <p14:creationId xmlns:p14="http://schemas.microsoft.com/office/powerpoint/2010/main" val="303118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27F3C-88E8-18B9-CF7E-ACFE67405D47}"/>
              </a:ext>
            </a:extLst>
          </p:cNvPr>
          <p:cNvPicPr>
            <a:picLocks noChangeAspect="1"/>
          </p:cNvPicPr>
          <p:nvPr/>
        </p:nvPicPr>
        <p:blipFill>
          <a:blip r:embed="rId3">
            <a:extLst>
              <a:ext uri="{28A0092B-C50C-407E-A947-70E740481C1C}">
                <a14:useLocalDpi xmlns:a14="http://schemas.microsoft.com/office/drawing/2010/main" val="0"/>
              </a:ext>
            </a:extLst>
          </a:blip>
          <a:srcRect l="16193" r="20739"/>
          <a:stretch>
            <a:fillRect/>
          </a:stretch>
        </p:blipFill>
        <p:spPr>
          <a:xfrm>
            <a:off x="93518" y="187653"/>
            <a:ext cx="7689273" cy="6233312"/>
          </a:xfrm>
          <a:prstGeom prst="rect">
            <a:avLst/>
          </a:prstGeom>
        </p:spPr>
      </p:pic>
      <p:sp>
        <p:nvSpPr>
          <p:cNvPr id="4" name="Rectangle 3">
            <a:extLst>
              <a:ext uri="{FF2B5EF4-FFF2-40B4-BE49-F238E27FC236}">
                <a16:creationId xmlns:a16="http://schemas.microsoft.com/office/drawing/2014/main" id="{580173CF-82D5-7D28-12AC-031163696D3D}"/>
              </a:ext>
            </a:extLst>
          </p:cNvPr>
          <p:cNvSpPr/>
          <p:nvPr/>
        </p:nvSpPr>
        <p:spPr>
          <a:xfrm>
            <a:off x="405245" y="945573"/>
            <a:ext cx="1828800" cy="5018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Supervisor and foreman</a:t>
            </a:r>
          </a:p>
          <a:p>
            <a:pPr marL="342900" indent="-342900">
              <a:buFont typeface="+mj-lt"/>
              <a:buAutoNum type="arabicPeriod"/>
            </a:pPr>
            <a:r>
              <a:rPr lang="en-ZA" dirty="0"/>
              <a:t>Vusi </a:t>
            </a:r>
          </a:p>
          <a:p>
            <a:pPr marL="342900" indent="-342900">
              <a:buFont typeface="+mj-lt"/>
              <a:buAutoNum type="arabicPeriod"/>
            </a:pPr>
            <a:r>
              <a:rPr lang="en-ZA" dirty="0"/>
              <a:t>Musi </a:t>
            </a:r>
          </a:p>
          <a:p>
            <a:pPr marL="342900" indent="-342900">
              <a:buFont typeface="+mj-lt"/>
              <a:buAutoNum type="arabicPeriod"/>
            </a:pPr>
            <a:r>
              <a:rPr lang="en-ZA" dirty="0"/>
              <a:t>Lusi</a:t>
            </a:r>
          </a:p>
          <a:p>
            <a:pPr marL="342900" indent="-342900">
              <a:buFont typeface="+mj-lt"/>
              <a:buAutoNum type="arabicPeriod"/>
            </a:pPr>
            <a:r>
              <a:rPr lang="en-ZA" dirty="0" err="1"/>
              <a:t>Pusi</a:t>
            </a:r>
            <a:r>
              <a:rPr lang="en-ZA" dirty="0"/>
              <a:t> </a:t>
            </a:r>
          </a:p>
          <a:p>
            <a:pPr marL="342900" indent="-342900">
              <a:buFont typeface="+mj-lt"/>
              <a:buAutoNum type="arabicPeriod"/>
            </a:pPr>
            <a:r>
              <a:rPr lang="en-ZA" dirty="0"/>
              <a:t>Etc  </a:t>
            </a:r>
          </a:p>
        </p:txBody>
      </p:sp>
      <p:sp>
        <p:nvSpPr>
          <p:cNvPr id="5" name="Rectangle 4">
            <a:extLst>
              <a:ext uri="{FF2B5EF4-FFF2-40B4-BE49-F238E27FC236}">
                <a16:creationId xmlns:a16="http://schemas.microsoft.com/office/drawing/2014/main" id="{5C6E176C-AD86-0391-D290-D711BE526C22}"/>
              </a:ext>
            </a:extLst>
          </p:cNvPr>
          <p:cNvSpPr/>
          <p:nvPr/>
        </p:nvSpPr>
        <p:spPr>
          <a:xfrm>
            <a:off x="2386445" y="945572"/>
            <a:ext cx="1828800" cy="5018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Load controllers</a:t>
            </a:r>
          </a:p>
          <a:p>
            <a:endParaRPr lang="en-ZA" dirty="0"/>
          </a:p>
          <a:p>
            <a:pPr marL="342900" indent="-342900">
              <a:buFont typeface="+mj-lt"/>
              <a:buAutoNum type="arabicPeriod"/>
            </a:pPr>
            <a:r>
              <a:rPr lang="en-ZA" dirty="0"/>
              <a:t>Ben </a:t>
            </a:r>
          </a:p>
          <a:p>
            <a:pPr marL="342900" indent="-342900">
              <a:buFont typeface="+mj-lt"/>
              <a:buAutoNum type="arabicPeriod"/>
            </a:pPr>
            <a:r>
              <a:rPr lang="en-ZA" dirty="0"/>
              <a:t>John</a:t>
            </a:r>
          </a:p>
          <a:p>
            <a:pPr marL="342900" indent="-342900">
              <a:buFont typeface="+mj-lt"/>
              <a:buAutoNum type="arabicPeriod"/>
            </a:pPr>
            <a:r>
              <a:rPr lang="en-ZA" dirty="0"/>
              <a:t>Bob </a:t>
            </a:r>
          </a:p>
          <a:p>
            <a:pPr marL="342900" indent="-342900">
              <a:buFont typeface="+mj-lt"/>
              <a:buAutoNum type="arabicPeriod"/>
            </a:pPr>
            <a:r>
              <a:rPr lang="en-ZA" dirty="0"/>
              <a:t>Ken</a:t>
            </a:r>
          </a:p>
          <a:p>
            <a:pPr marL="342900" indent="-342900">
              <a:buFont typeface="+mj-lt"/>
              <a:buAutoNum type="arabicPeriod"/>
            </a:pPr>
            <a:r>
              <a:rPr lang="en-ZA" dirty="0"/>
              <a:t>Etc </a:t>
            </a:r>
          </a:p>
        </p:txBody>
      </p:sp>
      <p:sp>
        <p:nvSpPr>
          <p:cNvPr id="6" name="Rectangle 5">
            <a:extLst>
              <a:ext uri="{FF2B5EF4-FFF2-40B4-BE49-F238E27FC236}">
                <a16:creationId xmlns:a16="http://schemas.microsoft.com/office/drawing/2014/main" id="{6663577A-4260-3506-6EE1-26772D669185}"/>
              </a:ext>
            </a:extLst>
          </p:cNvPr>
          <p:cNvSpPr/>
          <p:nvPr/>
        </p:nvSpPr>
        <p:spPr>
          <a:xfrm>
            <a:off x="4367645" y="945572"/>
            <a:ext cx="1828800" cy="5018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Security guards</a:t>
            </a:r>
          </a:p>
          <a:p>
            <a:pPr algn="ctr"/>
            <a:endParaRPr lang="en-ZA" u="sng" dirty="0"/>
          </a:p>
          <a:p>
            <a:pPr marL="342900" indent="-342900">
              <a:buFont typeface="+mj-lt"/>
              <a:buAutoNum type="arabicPeriod"/>
            </a:pPr>
            <a:r>
              <a:rPr lang="en-ZA" u="sng" dirty="0"/>
              <a:t>Happy</a:t>
            </a:r>
          </a:p>
          <a:p>
            <a:pPr marL="342900" indent="-342900">
              <a:buFont typeface="+mj-lt"/>
              <a:buAutoNum type="arabicPeriod"/>
            </a:pPr>
            <a:r>
              <a:rPr lang="en-ZA" u="sng" dirty="0" err="1"/>
              <a:t>Linky</a:t>
            </a:r>
            <a:r>
              <a:rPr lang="en-ZA" u="sng" dirty="0"/>
              <a:t> </a:t>
            </a:r>
          </a:p>
          <a:p>
            <a:pPr marL="342900" indent="-342900">
              <a:buFont typeface="+mj-lt"/>
              <a:buAutoNum type="arabicPeriod"/>
            </a:pPr>
            <a:r>
              <a:rPr lang="en-ZA" u="sng" dirty="0"/>
              <a:t>Dinky </a:t>
            </a:r>
          </a:p>
          <a:p>
            <a:pPr marL="342900" indent="-342900">
              <a:buFont typeface="+mj-lt"/>
              <a:buAutoNum type="arabicPeriod"/>
            </a:pPr>
            <a:r>
              <a:rPr lang="en-ZA" u="sng" dirty="0"/>
              <a:t>Minky </a:t>
            </a:r>
          </a:p>
          <a:p>
            <a:pPr marL="342900" indent="-342900">
              <a:buFont typeface="+mj-lt"/>
              <a:buAutoNum type="arabicPeriod"/>
            </a:pPr>
            <a:r>
              <a:rPr lang="en-ZA" u="sng" dirty="0"/>
              <a:t>Etc  </a:t>
            </a:r>
          </a:p>
        </p:txBody>
      </p:sp>
      <p:sp>
        <p:nvSpPr>
          <p:cNvPr id="7" name="Rectangle: Rounded Corners 6">
            <a:extLst>
              <a:ext uri="{FF2B5EF4-FFF2-40B4-BE49-F238E27FC236}">
                <a16:creationId xmlns:a16="http://schemas.microsoft.com/office/drawing/2014/main" id="{F6F35614-543A-5AD6-CB5A-34A5E944653F}"/>
              </a:ext>
            </a:extLst>
          </p:cNvPr>
          <p:cNvSpPr/>
          <p:nvPr/>
        </p:nvSpPr>
        <p:spPr>
          <a:xfrm>
            <a:off x="6348845" y="945572"/>
            <a:ext cx="1194954" cy="6546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Add new </a:t>
            </a:r>
          </a:p>
        </p:txBody>
      </p:sp>
      <p:pic>
        <p:nvPicPr>
          <p:cNvPr id="9" name="Picture 8">
            <a:extLst>
              <a:ext uri="{FF2B5EF4-FFF2-40B4-BE49-F238E27FC236}">
                <a16:creationId xmlns:a16="http://schemas.microsoft.com/office/drawing/2014/main" id="{EEC0723F-1981-2AB8-A74A-95D006F236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4518" y="740659"/>
            <a:ext cx="3774974" cy="5127300"/>
          </a:xfrm>
          <a:prstGeom prst="rect">
            <a:avLst/>
          </a:prstGeom>
        </p:spPr>
      </p:pic>
      <p:grpSp>
        <p:nvGrpSpPr>
          <p:cNvPr id="12" name="Group 11">
            <a:extLst>
              <a:ext uri="{FF2B5EF4-FFF2-40B4-BE49-F238E27FC236}">
                <a16:creationId xmlns:a16="http://schemas.microsoft.com/office/drawing/2014/main" id="{DD699032-E5B6-2484-521F-70CB314F220F}"/>
              </a:ext>
            </a:extLst>
          </p:cNvPr>
          <p:cNvGrpSpPr/>
          <p:nvPr/>
        </p:nvGrpSpPr>
        <p:grpSpPr>
          <a:xfrm>
            <a:off x="7626453" y="1143065"/>
            <a:ext cx="444600" cy="385920"/>
            <a:chOff x="7626453" y="1143065"/>
            <a:chExt cx="444600" cy="38592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3127BC84-2331-9B3B-FF10-0CCA4BB6CC2A}"/>
                    </a:ext>
                  </a:extLst>
                </p14:cNvPr>
                <p14:cNvContentPartPr/>
                <p14:nvPr/>
              </p14:nvContentPartPr>
              <p14:xfrm>
                <a:off x="7626453" y="1319465"/>
                <a:ext cx="288000" cy="360"/>
              </p14:xfrm>
            </p:contentPart>
          </mc:Choice>
          <mc:Fallback xmlns="">
            <p:pic>
              <p:nvPicPr>
                <p:cNvPr id="10" name="Ink 9">
                  <a:extLst>
                    <a:ext uri="{FF2B5EF4-FFF2-40B4-BE49-F238E27FC236}">
                      <a16:creationId xmlns:a16="http://schemas.microsoft.com/office/drawing/2014/main" id="{3127BC84-2331-9B3B-FF10-0CCA4BB6CC2A}"/>
                    </a:ext>
                  </a:extLst>
                </p:cNvPr>
                <p:cNvPicPr/>
                <p:nvPr/>
              </p:nvPicPr>
              <p:blipFill>
                <a:blip r:embed="rId6"/>
                <a:stretch>
                  <a:fillRect/>
                </a:stretch>
              </p:blipFill>
              <p:spPr>
                <a:xfrm>
                  <a:off x="7563813" y="1256825"/>
                  <a:ext cx="4136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27FE93F-B333-AAA3-7807-93CCF38103E6}"/>
                    </a:ext>
                  </a:extLst>
                </p14:cNvPr>
                <p14:cNvContentPartPr/>
                <p14:nvPr/>
              </p14:nvContentPartPr>
              <p14:xfrm>
                <a:off x="7839573" y="1143065"/>
                <a:ext cx="231480" cy="385920"/>
              </p14:xfrm>
            </p:contentPart>
          </mc:Choice>
          <mc:Fallback xmlns="">
            <p:pic>
              <p:nvPicPr>
                <p:cNvPr id="11" name="Ink 10">
                  <a:extLst>
                    <a:ext uri="{FF2B5EF4-FFF2-40B4-BE49-F238E27FC236}">
                      <a16:creationId xmlns:a16="http://schemas.microsoft.com/office/drawing/2014/main" id="{927FE93F-B333-AAA3-7807-93CCF38103E6}"/>
                    </a:ext>
                  </a:extLst>
                </p:cNvPr>
                <p:cNvPicPr/>
                <p:nvPr/>
              </p:nvPicPr>
              <p:blipFill>
                <a:blip r:embed="rId8"/>
                <a:stretch>
                  <a:fillRect/>
                </a:stretch>
              </p:blipFill>
              <p:spPr>
                <a:xfrm>
                  <a:off x="7776573" y="1080065"/>
                  <a:ext cx="357120" cy="511560"/>
                </a:xfrm>
                <a:prstGeom prst="rect">
                  <a:avLst/>
                </a:prstGeom>
              </p:spPr>
            </p:pic>
          </mc:Fallback>
        </mc:AlternateContent>
      </p:grpSp>
    </p:spTree>
    <p:extLst>
      <p:ext uri="{BB962C8B-B14F-4D97-AF65-F5344CB8AC3E}">
        <p14:creationId xmlns:p14="http://schemas.microsoft.com/office/powerpoint/2010/main" val="328595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A3A86D-6724-04D7-6A42-7BDBBEE1DABD}"/>
              </a:ext>
            </a:extLst>
          </p:cNvPr>
          <p:cNvSpPr txBox="1"/>
          <p:nvPr/>
        </p:nvSpPr>
        <p:spPr>
          <a:xfrm>
            <a:off x="529936" y="311727"/>
            <a:ext cx="11087100" cy="646331"/>
          </a:xfrm>
          <a:prstGeom prst="rect">
            <a:avLst/>
          </a:prstGeom>
          <a:noFill/>
        </p:spPr>
        <p:txBody>
          <a:bodyPr wrap="square" rtlCol="0">
            <a:spAutoFit/>
          </a:bodyPr>
          <a:lstStyle/>
          <a:p>
            <a:r>
              <a:rPr lang="en-ZA" dirty="0"/>
              <a:t>Okay so all the previous slides are what top management and admin can see , let me now break down the mine structure so you know who can see and do what </a:t>
            </a:r>
          </a:p>
        </p:txBody>
      </p:sp>
      <p:sp>
        <p:nvSpPr>
          <p:cNvPr id="3" name="Oval 2">
            <a:extLst>
              <a:ext uri="{FF2B5EF4-FFF2-40B4-BE49-F238E27FC236}">
                <a16:creationId xmlns:a16="http://schemas.microsoft.com/office/drawing/2014/main" id="{03067C31-AF35-E903-7D02-09420ECCFEEE}"/>
              </a:ext>
            </a:extLst>
          </p:cNvPr>
          <p:cNvSpPr/>
          <p:nvPr/>
        </p:nvSpPr>
        <p:spPr>
          <a:xfrm>
            <a:off x="602673" y="1087582"/>
            <a:ext cx="2078182" cy="11430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ZA" sz="1600" dirty="0"/>
              <a:t>Top management and admin</a:t>
            </a:r>
          </a:p>
        </p:txBody>
      </p:sp>
      <p:sp>
        <p:nvSpPr>
          <p:cNvPr id="4" name="Oval 3">
            <a:extLst>
              <a:ext uri="{FF2B5EF4-FFF2-40B4-BE49-F238E27FC236}">
                <a16:creationId xmlns:a16="http://schemas.microsoft.com/office/drawing/2014/main" id="{F3375441-C265-881F-E1B4-AC427E203E18}"/>
              </a:ext>
            </a:extLst>
          </p:cNvPr>
          <p:cNvSpPr/>
          <p:nvPr/>
        </p:nvSpPr>
        <p:spPr>
          <a:xfrm>
            <a:off x="602673" y="2462646"/>
            <a:ext cx="2078182" cy="11430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ZA" sz="1600" dirty="0"/>
              <a:t>Forman and supervisor </a:t>
            </a:r>
          </a:p>
        </p:txBody>
      </p:sp>
      <p:sp>
        <p:nvSpPr>
          <p:cNvPr id="5" name="Oval 4">
            <a:extLst>
              <a:ext uri="{FF2B5EF4-FFF2-40B4-BE49-F238E27FC236}">
                <a16:creationId xmlns:a16="http://schemas.microsoft.com/office/drawing/2014/main" id="{2BD5F2B3-6C3F-A70C-3299-330B7656F6D5}"/>
              </a:ext>
            </a:extLst>
          </p:cNvPr>
          <p:cNvSpPr/>
          <p:nvPr/>
        </p:nvSpPr>
        <p:spPr>
          <a:xfrm>
            <a:off x="602673" y="3893127"/>
            <a:ext cx="2078182" cy="11430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ZA" dirty="0"/>
              <a:t>Loading controller </a:t>
            </a:r>
          </a:p>
        </p:txBody>
      </p:sp>
      <p:sp>
        <p:nvSpPr>
          <p:cNvPr id="6" name="Oval 5">
            <a:extLst>
              <a:ext uri="{FF2B5EF4-FFF2-40B4-BE49-F238E27FC236}">
                <a16:creationId xmlns:a16="http://schemas.microsoft.com/office/drawing/2014/main" id="{C0079028-A96A-B4B0-C7C8-C77EF1AF9F76}"/>
              </a:ext>
            </a:extLst>
          </p:cNvPr>
          <p:cNvSpPr/>
          <p:nvPr/>
        </p:nvSpPr>
        <p:spPr>
          <a:xfrm>
            <a:off x="529936" y="5323609"/>
            <a:ext cx="2078182" cy="11430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ZA" dirty="0"/>
              <a:t>Gate security </a:t>
            </a:r>
          </a:p>
        </p:txBody>
      </p:sp>
      <p:sp>
        <p:nvSpPr>
          <p:cNvPr id="7" name="Rectangle 6">
            <a:extLst>
              <a:ext uri="{FF2B5EF4-FFF2-40B4-BE49-F238E27FC236}">
                <a16:creationId xmlns:a16="http://schemas.microsoft.com/office/drawing/2014/main" id="{5270AC40-2068-FC4E-0B48-27C8383E71CE}"/>
              </a:ext>
            </a:extLst>
          </p:cNvPr>
          <p:cNvSpPr/>
          <p:nvPr/>
        </p:nvSpPr>
        <p:spPr>
          <a:xfrm>
            <a:off x="8998527" y="1402773"/>
            <a:ext cx="2774373" cy="50638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ZA" dirty="0"/>
          </a:p>
          <a:p>
            <a:pPr marL="342900" indent="-342900">
              <a:buFont typeface="+mj-lt"/>
              <a:buAutoNum type="arabicPeriod"/>
            </a:pPr>
            <a:r>
              <a:rPr lang="en-ZA" dirty="0"/>
              <a:t>Generate invoice </a:t>
            </a:r>
          </a:p>
          <a:p>
            <a:pPr marL="342900" indent="-342900">
              <a:buFont typeface="+mj-lt"/>
              <a:buAutoNum type="arabicPeriod"/>
            </a:pPr>
            <a:r>
              <a:rPr lang="en-ZA" dirty="0"/>
              <a:t>View, download recons  </a:t>
            </a:r>
          </a:p>
          <a:p>
            <a:pPr marL="342900" indent="-342900">
              <a:buFont typeface="+mj-lt"/>
              <a:buAutoNum type="arabicPeriod"/>
            </a:pPr>
            <a:r>
              <a:rPr lang="en-ZA" dirty="0"/>
              <a:t>Add stockpile levels </a:t>
            </a:r>
          </a:p>
          <a:p>
            <a:pPr marL="342900" indent="-342900">
              <a:buFont typeface="+mj-lt"/>
              <a:buAutoNum type="arabicPeriod"/>
            </a:pPr>
            <a:r>
              <a:rPr lang="en-ZA" dirty="0"/>
              <a:t>Reg employees </a:t>
            </a:r>
          </a:p>
          <a:p>
            <a:pPr marL="342900" indent="-342900">
              <a:buFont typeface="+mj-lt"/>
              <a:buAutoNum type="arabicPeriod"/>
            </a:pPr>
            <a:r>
              <a:rPr lang="en-ZA" dirty="0"/>
              <a:t>Load trucks </a:t>
            </a:r>
          </a:p>
          <a:p>
            <a:pPr marL="342900" indent="-342900">
              <a:buFont typeface="+mj-lt"/>
              <a:buAutoNum type="arabicPeriod"/>
            </a:pPr>
            <a:r>
              <a:rPr lang="en-ZA" dirty="0"/>
              <a:t>View locations </a:t>
            </a:r>
          </a:p>
          <a:p>
            <a:pPr marL="342900" indent="-342900">
              <a:buFont typeface="+mj-lt"/>
              <a:buAutoNum type="arabicPeriod"/>
            </a:pPr>
            <a:r>
              <a:rPr lang="en-ZA" dirty="0"/>
              <a:t>Gate checks </a:t>
            </a:r>
          </a:p>
          <a:p>
            <a:pPr marL="342900" indent="-342900">
              <a:buFont typeface="+mj-lt"/>
              <a:buAutoNum type="arabicPeriod"/>
            </a:pPr>
            <a:endParaRPr lang="en-ZA" dirty="0"/>
          </a:p>
        </p:txBody>
      </p:sp>
      <p:sp>
        <p:nvSpPr>
          <p:cNvPr id="8" name="Arrow: Right 7">
            <a:extLst>
              <a:ext uri="{FF2B5EF4-FFF2-40B4-BE49-F238E27FC236}">
                <a16:creationId xmlns:a16="http://schemas.microsoft.com/office/drawing/2014/main" id="{D6DAA633-3F95-E46A-2932-F2C0884E5B16}"/>
              </a:ext>
            </a:extLst>
          </p:cNvPr>
          <p:cNvSpPr/>
          <p:nvPr/>
        </p:nvSpPr>
        <p:spPr>
          <a:xfrm>
            <a:off x="2815936" y="1481752"/>
            <a:ext cx="529936"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Arrow: Right 8">
            <a:extLst>
              <a:ext uri="{FF2B5EF4-FFF2-40B4-BE49-F238E27FC236}">
                <a16:creationId xmlns:a16="http://schemas.microsoft.com/office/drawing/2014/main" id="{1FF7D9B9-6328-1EC4-CB0F-8A3A22A95AB5}"/>
              </a:ext>
            </a:extLst>
          </p:cNvPr>
          <p:cNvSpPr/>
          <p:nvPr/>
        </p:nvSpPr>
        <p:spPr>
          <a:xfrm flipV="1">
            <a:off x="2815936" y="2912233"/>
            <a:ext cx="529936"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Arrow: Right 9">
            <a:extLst>
              <a:ext uri="{FF2B5EF4-FFF2-40B4-BE49-F238E27FC236}">
                <a16:creationId xmlns:a16="http://schemas.microsoft.com/office/drawing/2014/main" id="{6E421F2F-ED2F-FEE8-8258-56F5A65CDE82}"/>
              </a:ext>
            </a:extLst>
          </p:cNvPr>
          <p:cNvSpPr/>
          <p:nvPr/>
        </p:nvSpPr>
        <p:spPr>
          <a:xfrm>
            <a:off x="2815936" y="5780809"/>
            <a:ext cx="529936"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1" name="Arrow: Right 10">
            <a:extLst>
              <a:ext uri="{FF2B5EF4-FFF2-40B4-BE49-F238E27FC236}">
                <a16:creationId xmlns:a16="http://schemas.microsoft.com/office/drawing/2014/main" id="{F46B0BCC-F275-9C19-346B-86B1E5C78080}"/>
              </a:ext>
            </a:extLst>
          </p:cNvPr>
          <p:cNvSpPr/>
          <p:nvPr/>
        </p:nvSpPr>
        <p:spPr>
          <a:xfrm>
            <a:off x="2836717" y="4342714"/>
            <a:ext cx="529936"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Rectangle: Rounded Corners 11">
            <a:extLst>
              <a:ext uri="{FF2B5EF4-FFF2-40B4-BE49-F238E27FC236}">
                <a16:creationId xmlns:a16="http://schemas.microsoft.com/office/drawing/2014/main" id="{457A4D3A-5582-EA95-32BB-EBE6A2AD90AA}"/>
              </a:ext>
            </a:extLst>
          </p:cNvPr>
          <p:cNvSpPr/>
          <p:nvPr/>
        </p:nvSpPr>
        <p:spPr>
          <a:xfrm>
            <a:off x="3480953" y="1088629"/>
            <a:ext cx="3543300" cy="1014846"/>
          </a:xfrm>
          <a:prstGeom prst="roundRect">
            <a:avLst/>
          </a:prstGeom>
        </p:spPr>
        <p:style>
          <a:lnRef idx="2">
            <a:schemeClr val="accent4"/>
          </a:lnRef>
          <a:fillRef idx="1">
            <a:schemeClr val="lt1"/>
          </a:fillRef>
          <a:effectRef idx="0">
            <a:schemeClr val="accent4"/>
          </a:effectRef>
          <a:fontRef idx="minor">
            <a:schemeClr val="dk1"/>
          </a:fontRef>
        </p:style>
        <p:txBody>
          <a:bodyPr rtlCol="0" anchor="t"/>
          <a:lstStyle/>
          <a:p>
            <a:r>
              <a:rPr lang="en-ZA" dirty="0"/>
              <a:t>See and do everything </a:t>
            </a:r>
          </a:p>
        </p:txBody>
      </p:sp>
      <p:sp>
        <p:nvSpPr>
          <p:cNvPr id="13" name="Rectangle: Rounded Corners 12">
            <a:extLst>
              <a:ext uri="{FF2B5EF4-FFF2-40B4-BE49-F238E27FC236}">
                <a16:creationId xmlns:a16="http://schemas.microsoft.com/office/drawing/2014/main" id="{26A81B35-1602-25E3-CD18-3894B8A78CDB}"/>
              </a:ext>
            </a:extLst>
          </p:cNvPr>
          <p:cNvSpPr/>
          <p:nvPr/>
        </p:nvSpPr>
        <p:spPr>
          <a:xfrm>
            <a:off x="3480953" y="5337463"/>
            <a:ext cx="3543300" cy="1014846"/>
          </a:xfrm>
          <a:prstGeom prst="roundRect">
            <a:avLst/>
          </a:prstGeom>
        </p:spPr>
        <p:style>
          <a:lnRef idx="2">
            <a:schemeClr val="accent4"/>
          </a:lnRef>
          <a:fillRef idx="1">
            <a:schemeClr val="lt1"/>
          </a:fillRef>
          <a:effectRef idx="0">
            <a:schemeClr val="accent4"/>
          </a:effectRef>
          <a:fontRef idx="minor">
            <a:schemeClr val="dk1"/>
          </a:fontRef>
        </p:style>
        <p:txBody>
          <a:bodyPr rtlCol="0" anchor="t"/>
          <a:lstStyle/>
          <a:p>
            <a:r>
              <a:rPr lang="en-ZA" dirty="0"/>
              <a:t>Only gate checks , mark truck arrived and truck left </a:t>
            </a:r>
          </a:p>
        </p:txBody>
      </p:sp>
      <p:sp>
        <p:nvSpPr>
          <p:cNvPr id="14" name="Rectangle: Rounded Corners 13">
            <a:extLst>
              <a:ext uri="{FF2B5EF4-FFF2-40B4-BE49-F238E27FC236}">
                <a16:creationId xmlns:a16="http://schemas.microsoft.com/office/drawing/2014/main" id="{09479052-B4AF-6CFA-8437-EBA9F684D7C2}"/>
              </a:ext>
            </a:extLst>
          </p:cNvPr>
          <p:cNvSpPr/>
          <p:nvPr/>
        </p:nvSpPr>
        <p:spPr>
          <a:xfrm>
            <a:off x="3480953" y="3957204"/>
            <a:ext cx="3543300" cy="1014846"/>
          </a:xfrm>
          <a:prstGeom prst="roundRect">
            <a:avLst/>
          </a:prstGeom>
        </p:spPr>
        <p:style>
          <a:lnRef idx="2">
            <a:schemeClr val="accent4"/>
          </a:lnRef>
          <a:fillRef idx="1">
            <a:schemeClr val="lt1"/>
          </a:fillRef>
          <a:effectRef idx="0">
            <a:schemeClr val="accent4"/>
          </a:effectRef>
          <a:fontRef idx="minor">
            <a:schemeClr val="dk1"/>
          </a:fontRef>
        </p:style>
        <p:txBody>
          <a:bodyPr rtlCol="0" anchor="t"/>
          <a:lstStyle/>
          <a:p>
            <a:r>
              <a:rPr lang="en-ZA" dirty="0"/>
              <a:t>Only – load truck ,  </a:t>
            </a:r>
          </a:p>
        </p:txBody>
      </p:sp>
      <p:sp>
        <p:nvSpPr>
          <p:cNvPr id="15" name="Rectangle: Rounded Corners 14">
            <a:extLst>
              <a:ext uri="{FF2B5EF4-FFF2-40B4-BE49-F238E27FC236}">
                <a16:creationId xmlns:a16="http://schemas.microsoft.com/office/drawing/2014/main" id="{E8F8D9C4-6CA9-9CBF-3C4E-1507A940B1E7}"/>
              </a:ext>
            </a:extLst>
          </p:cNvPr>
          <p:cNvSpPr/>
          <p:nvPr/>
        </p:nvSpPr>
        <p:spPr>
          <a:xfrm>
            <a:off x="3480953" y="2519110"/>
            <a:ext cx="3543300" cy="1014846"/>
          </a:xfrm>
          <a:prstGeom prst="roundRect">
            <a:avLst/>
          </a:prstGeom>
        </p:spPr>
        <p:style>
          <a:lnRef idx="2">
            <a:schemeClr val="accent4"/>
          </a:lnRef>
          <a:fillRef idx="1">
            <a:schemeClr val="lt1"/>
          </a:fillRef>
          <a:effectRef idx="0">
            <a:schemeClr val="accent4"/>
          </a:effectRef>
          <a:fontRef idx="minor">
            <a:schemeClr val="dk1"/>
          </a:fontRef>
        </p:style>
        <p:txBody>
          <a:bodyPr rtlCol="0" anchor="t"/>
          <a:lstStyle/>
          <a:p>
            <a:r>
              <a:rPr lang="en-ZA" dirty="0"/>
              <a:t>Everything besides generate invoice and manage employees </a:t>
            </a:r>
          </a:p>
        </p:txBody>
      </p:sp>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FAEFC8AC-E173-0E0C-87D5-21997E837CAD}"/>
                  </a:ext>
                </a:extLst>
              </p14:cNvPr>
              <p14:cNvContentPartPr/>
              <p14:nvPr/>
            </p14:nvContentPartPr>
            <p14:xfrm>
              <a:off x="1620933" y="2150705"/>
              <a:ext cx="20520" cy="223200"/>
            </p14:xfrm>
          </p:contentPart>
        </mc:Choice>
        <mc:Fallback xmlns="">
          <p:pic>
            <p:nvPicPr>
              <p:cNvPr id="16" name="Ink 15">
                <a:extLst>
                  <a:ext uri="{FF2B5EF4-FFF2-40B4-BE49-F238E27FC236}">
                    <a16:creationId xmlns:a16="http://schemas.microsoft.com/office/drawing/2014/main" id="{FAEFC8AC-E173-0E0C-87D5-21997E837CAD}"/>
                  </a:ext>
                </a:extLst>
              </p:cNvPr>
              <p:cNvPicPr/>
              <p:nvPr/>
            </p:nvPicPr>
            <p:blipFill>
              <a:blip r:embed="rId4"/>
              <a:stretch>
                <a:fillRect/>
              </a:stretch>
            </p:blipFill>
            <p:spPr>
              <a:xfrm>
                <a:off x="1557933" y="2088065"/>
                <a:ext cx="14616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0734F00E-AAE9-146D-BEF7-E91F1C2E66C7}"/>
                  </a:ext>
                </a:extLst>
              </p14:cNvPr>
              <p14:cNvContentPartPr/>
              <p14:nvPr/>
            </p14:nvContentPartPr>
            <p14:xfrm>
              <a:off x="1652253" y="3584585"/>
              <a:ext cx="360" cy="236880"/>
            </p14:xfrm>
          </p:contentPart>
        </mc:Choice>
        <mc:Fallback xmlns="">
          <p:pic>
            <p:nvPicPr>
              <p:cNvPr id="17" name="Ink 16">
                <a:extLst>
                  <a:ext uri="{FF2B5EF4-FFF2-40B4-BE49-F238E27FC236}">
                    <a16:creationId xmlns:a16="http://schemas.microsoft.com/office/drawing/2014/main" id="{0734F00E-AAE9-146D-BEF7-E91F1C2E66C7}"/>
                  </a:ext>
                </a:extLst>
              </p:cNvPr>
              <p:cNvPicPr/>
              <p:nvPr/>
            </p:nvPicPr>
            <p:blipFill>
              <a:blip r:embed="rId6"/>
              <a:stretch>
                <a:fillRect/>
              </a:stretch>
            </p:blipFill>
            <p:spPr>
              <a:xfrm>
                <a:off x="1589253" y="3521945"/>
                <a:ext cx="12600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97A8BE70-066C-8EA1-EFBD-D811E08549E1}"/>
                  </a:ext>
                </a:extLst>
              </p14:cNvPr>
              <p14:cNvContentPartPr/>
              <p14:nvPr/>
            </p14:nvContentPartPr>
            <p14:xfrm>
              <a:off x="1557933" y="5070665"/>
              <a:ext cx="11520" cy="239040"/>
            </p14:xfrm>
          </p:contentPart>
        </mc:Choice>
        <mc:Fallback xmlns="">
          <p:pic>
            <p:nvPicPr>
              <p:cNvPr id="18" name="Ink 17">
                <a:extLst>
                  <a:ext uri="{FF2B5EF4-FFF2-40B4-BE49-F238E27FC236}">
                    <a16:creationId xmlns:a16="http://schemas.microsoft.com/office/drawing/2014/main" id="{97A8BE70-066C-8EA1-EFBD-D811E08549E1}"/>
                  </a:ext>
                </a:extLst>
              </p:cNvPr>
              <p:cNvPicPr/>
              <p:nvPr/>
            </p:nvPicPr>
            <p:blipFill>
              <a:blip r:embed="rId8"/>
              <a:stretch>
                <a:fillRect/>
              </a:stretch>
            </p:blipFill>
            <p:spPr>
              <a:xfrm>
                <a:off x="1495293" y="5008025"/>
                <a:ext cx="13716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92E6EB57-D0EB-8F45-876E-D6CBA835FEF7}"/>
                  </a:ext>
                </a:extLst>
              </p14:cNvPr>
              <p14:cNvContentPartPr/>
              <p14:nvPr/>
            </p14:nvContentPartPr>
            <p14:xfrm>
              <a:off x="1413213" y="2318825"/>
              <a:ext cx="450360" cy="162720"/>
            </p14:xfrm>
          </p:contentPart>
        </mc:Choice>
        <mc:Fallback xmlns="">
          <p:pic>
            <p:nvPicPr>
              <p:cNvPr id="19" name="Ink 18">
                <a:extLst>
                  <a:ext uri="{FF2B5EF4-FFF2-40B4-BE49-F238E27FC236}">
                    <a16:creationId xmlns:a16="http://schemas.microsoft.com/office/drawing/2014/main" id="{92E6EB57-D0EB-8F45-876E-D6CBA835FEF7}"/>
                  </a:ext>
                </a:extLst>
              </p:cNvPr>
              <p:cNvPicPr/>
              <p:nvPr/>
            </p:nvPicPr>
            <p:blipFill>
              <a:blip r:embed="rId10"/>
              <a:stretch>
                <a:fillRect/>
              </a:stretch>
            </p:blipFill>
            <p:spPr>
              <a:xfrm>
                <a:off x="1407093" y="2312705"/>
                <a:ext cx="4626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E1210564-70E9-01E4-BD67-91ACFCFA12B4}"/>
                  </a:ext>
                </a:extLst>
              </p14:cNvPr>
              <p14:cNvContentPartPr/>
              <p14:nvPr/>
            </p14:nvContentPartPr>
            <p14:xfrm>
              <a:off x="1454253" y="3667745"/>
              <a:ext cx="420480" cy="291240"/>
            </p14:xfrm>
          </p:contentPart>
        </mc:Choice>
        <mc:Fallback xmlns="">
          <p:pic>
            <p:nvPicPr>
              <p:cNvPr id="20" name="Ink 19">
                <a:extLst>
                  <a:ext uri="{FF2B5EF4-FFF2-40B4-BE49-F238E27FC236}">
                    <a16:creationId xmlns:a16="http://schemas.microsoft.com/office/drawing/2014/main" id="{E1210564-70E9-01E4-BD67-91ACFCFA12B4}"/>
                  </a:ext>
                </a:extLst>
              </p:cNvPr>
              <p:cNvPicPr/>
              <p:nvPr/>
            </p:nvPicPr>
            <p:blipFill>
              <a:blip r:embed="rId12"/>
              <a:stretch>
                <a:fillRect/>
              </a:stretch>
            </p:blipFill>
            <p:spPr>
              <a:xfrm>
                <a:off x="1448133" y="3661625"/>
                <a:ext cx="4327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A9B6D492-4EA8-4935-3A6D-35FABE5FA6C0}"/>
                  </a:ext>
                </a:extLst>
              </p14:cNvPr>
              <p14:cNvContentPartPr/>
              <p14:nvPr/>
            </p14:nvContentPartPr>
            <p14:xfrm>
              <a:off x="1433733" y="5153465"/>
              <a:ext cx="331560" cy="235800"/>
            </p14:xfrm>
          </p:contentPart>
        </mc:Choice>
        <mc:Fallback xmlns="">
          <p:pic>
            <p:nvPicPr>
              <p:cNvPr id="21" name="Ink 20">
                <a:extLst>
                  <a:ext uri="{FF2B5EF4-FFF2-40B4-BE49-F238E27FC236}">
                    <a16:creationId xmlns:a16="http://schemas.microsoft.com/office/drawing/2014/main" id="{A9B6D492-4EA8-4935-3A6D-35FABE5FA6C0}"/>
                  </a:ext>
                </a:extLst>
              </p:cNvPr>
              <p:cNvPicPr/>
              <p:nvPr/>
            </p:nvPicPr>
            <p:blipFill>
              <a:blip r:embed="rId14"/>
              <a:stretch>
                <a:fillRect/>
              </a:stretch>
            </p:blipFill>
            <p:spPr>
              <a:xfrm>
                <a:off x="1427613" y="5147345"/>
                <a:ext cx="343800" cy="248040"/>
              </a:xfrm>
              <a:prstGeom prst="rect">
                <a:avLst/>
              </a:prstGeom>
            </p:spPr>
          </p:pic>
        </mc:Fallback>
      </mc:AlternateContent>
    </p:spTree>
    <p:extLst>
      <p:ext uri="{BB962C8B-B14F-4D97-AF65-F5344CB8AC3E}">
        <p14:creationId xmlns:p14="http://schemas.microsoft.com/office/powerpoint/2010/main" val="1698729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62BB462-716B-9519-2DD9-0A08836FFFD6}"/>
              </a:ext>
            </a:extLst>
          </p:cNvPr>
          <p:cNvSpPr/>
          <p:nvPr/>
        </p:nvSpPr>
        <p:spPr>
          <a:xfrm>
            <a:off x="0" y="155864"/>
            <a:ext cx="5683827" cy="67003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DEA70E-B746-9B97-5EAD-9B5FCEB35A5A}"/>
                  </a:ext>
                </a:extLst>
              </p14:cNvPr>
              <p14:cNvContentPartPr/>
              <p14:nvPr/>
            </p14:nvContentPartPr>
            <p14:xfrm>
              <a:off x="-634107" y="3646865"/>
              <a:ext cx="360" cy="360"/>
            </p14:xfrm>
          </p:contentPart>
        </mc:Choice>
        <mc:Fallback xmlns="">
          <p:pic>
            <p:nvPicPr>
              <p:cNvPr id="2" name="Ink 1">
                <a:extLst>
                  <a:ext uri="{FF2B5EF4-FFF2-40B4-BE49-F238E27FC236}">
                    <a16:creationId xmlns:a16="http://schemas.microsoft.com/office/drawing/2014/main" id="{3EDEA70E-B746-9B97-5EAD-9B5FCEB35A5A}"/>
                  </a:ext>
                </a:extLst>
              </p:cNvPr>
              <p:cNvPicPr/>
              <p:nvPr/>
            </p:nvPicPr>
            <p:blipFill>
              <a:blip r:embed="rId4"/>
              <a:stretch>
                <a:fillRect/>
              </a:stretch>
            </p:blipFill>
            <p:spPr>
              <a:xfrm>
                <a:off x="-696747" y="3584225"/>
                <a:ext cx="126000" cy="126000"/>
              </a:xfrm>
              <a:prstGeom prst="rect">
                <a:avLst/>
              </a:prstGeom>
            </p:spPr>
          </p:pic>
        </mc:Fallback>
      </mc:AlternateContent>
      <p:pic>
        <p:nvPicPr>
          <p:cNvPr id="4" name="Picture 3">
            <a:extLst>
              <a:ext uri="{FF2B5EF4-FFF2-40B4-BE49-F238E27FC236}">
                <a16:creationId xmlns:a16="http://schemas.microsoft.com/office/drawing/2014/main" id="{AFDBC339-3B87-A38D-B157-1914E9F74C98}"/>
              </a:ext>
            </a:extLst>
          </p:cNvPr>
          <p:cNvPicPr>
            <a:picLocks noChangeAspect="1"/>
          </p:cNvPicPr>
          <p:nvPr/>
        </p:nvPicPr>
        <p:blipFill>
          <a:blip r:embed="rId5">
            <a:extLst>
              <a:ext uri="{28A0092B-C50C-407E-A947-70E740481C1C}">
                <a14:useLocalDpi xmlns:a14="http://schemas.microsoft.com/office/drawing/2010/main" val="0"/>
              </a:ext>
            </a:extLst>
          </a:blip>
          <a:srcRect r="53932"/>
          <a:stretch>
            <a:fillRect/>
          </a:stretch>
        </p:blipFill>
        <p:spPr>
          <a:xfrm>
            <a:off x="0" y="312344"/>
            <a:ext cx="5616529" cy="6233312"/>
          </a:xfrm>
          <a:prstGeom prst="rect">
            <a:avLst/>
          </a:prstGeom>
        </p:spPr>
      </p:pic>
      <p:sp>
        <p:nvSpPr>
          <p:cNvPr id="5" name="Rectangle 4">
            <a:extLst>
              <a:ext uri="{FF2B5EF4-FFF2-40B4-BE49-F238E27FC236}">
                <a16:creationId xmlns:a16="http://schemas.microsoft.com/office/drawing/2014/main" id="{157592E5-92DE-969C-A72B-312CE5DC028C}"/>
              </a:ext>
            </a:extLst>
          </p:cNvPr>
          <p:cNvSpPr/>
          <p:nvPr/>
        </p:nvSpPr>
        <p:spPr>
          <a:xfrm>
            <a:off x="872836" y="374073"/>
            <a:ext cx="862446" cy="280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Mine </a:t>
            </a:r>
          </a:p>
        </p:txBody>
      </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7EBC613-467A-E264-2484-151B8FBF3A31}"/>
                  </a:ext>
                </a:extLst>
              </p14:cNvPr>
              <p14:cNvContentPartPr/>
              <p14:nvPr/>
            </p14:nvContentPartPr>
            <p14:xfrm>
              <a:off x="133413" y="2574425"/>
              <a:ext cx="1055160" cy="1034640"/>
            </p14:xfrm>
          </p:contentPart>
        </mc:Choice>
        <mc:Fallback xmlns="">
          <p:pic>
            <p:nvPicPr>
              <p:cNvPr id="6" name="Ink 5">
                <a:extLst>
                  <a:ext uri="{FF2B5EF4-FFF2-40B4-BE49-F238E27FC236}">
                    <a16:creationId xmlns:a16="http://schemas.microsoft.com/office/drawing/2014/main" id="{87EBC613-467A-E264-2484-151B8FBF3A31}"/>
                  </a:ext>
                </a:extLst>
              </p:cNvPr>
              <p:cNvPicPr/>
              <p:nvPr/>
            </p:nvPicPr>
            <p:blipFill>
              <a:blip r:embed="rId7"/>
              <a:stretch>
                <a:fillRect/>
              </a:stretch>
            </p:blipFill>
            <p:spPr>
              <a:xfrm>
                <a:off x="70413" y="2511785"/>
                <a:ext cx="1180800" cy="1160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8AE75C0-8BCA-3C7D-9520-1A578748F156}"/>
                  </a:ext>
                </a:extLst>
              </p14:cNvPr>
              <p14:cNvContentPartPr/>
              <p14:nvPr/>
            </p14:nvContentPartPr>
            <p14:xfrm>
              <a:off x="373173" y="2774225"/>
              <a:ext cx="96840" cy="198720"/>
            </p14:xfrm>
          </p:contentPart>
        </mc:Choice>
        <mc:Fallback xmlns="">
          <p:pic>
            <p:nvPicPr>
              <p:cNvPr id="7" name="Ink 6">
                <a:extLst>
                  <a:ext uri="{FF2B5EF4-FFF2-40B4-BE49-F238E27FC236}">
                    <a16:creationId xmlns:a16="http://schemas.microsoft.com/office/drawing/2014/main" id="{08AE75C0-8BCA-3C7D-9520-1A578748F156}"/>
                  </a:ext>
                </a:extLst>
              </p:cNvPr>
              <p:cNvPicPr/>
              <p:nvPr/>
            </p:nvPicPr>
            <p:blipFill>
              <a:blip r:embed="rId9"/>
              <a:stretch>
                <a:fillRect/>
              </a:stretch>
            </p:blipFill>
            <p:spPr>
              <a:xfrm>
                <a:off x="310533" y="2711225"/>
                <a:ext cx="222480" cy="324360"/>
              </a:xfrm>
              <a:prstGeom prst="rect">
                <a:avLst/>
              </a:prstGeom>
            </p:spPr>
          </p:pic>
        </mc:Fallback>
      </mc:AlternateContent>
      <p:sp>
        <p:nvSpPr>
          <p:cNvPr id="8" name="Rectangle 7">
            <a:extLst>
              <a:ext uri="{FF2B5EF4-FFF2-40B4-BE49-F238E27FC236}">
                <a16:creationId xmlns:a16="http://schemas.microsoft.com/office/drawing/2014/main" id="{3CD19F8C-7A34-DA55-EF8A-2140623EEA0B}"/>
              </a:ext>
            </a:extLst>
          </p:cNvPr>
          <p:cNvSpPr/>
          <p:nvPr/>
        </p:nvSpPr>
        <p:spPr>
          <a:xfrm>
            <a:off x="373173" y="1288473"/>
            <a:ext cx="1055160" cy="280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err="1"/>
              <a:t>Forvisor</a:t>
            </a:r>
            <a:r>
              <a:rPr lang="en-ZA" dirty="0"/>
              <a:t> </a:t>
            </a:r>
          </a:p>
        </p:txBody>
      </p:sp>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045FDF45-3764-A63D-A1B7-9AAF8BF3EC23}"/>
                  </a:ext>
                </a:extLst>
              </p14:cNvPr>
              <p14:cNvContentPartPr/>
              <p14:nvPr/>
            </p14:nvContentPartPr>
            <p14:xfrm>
              <a:off x="2305957" y="856917"/>
              <a:ext cx="945832" cy="150736"/>
            </p14:xfrm>
          </p:contentPart>
        </mc:Choice>
        <mc:Fallback xmlns="">
          <p:pic>
            <p:nvPicPr>
              <p:cNvPr id="10" name="Ink 9">
                <a:extLst>
                  <a:ext uri="{FF2B5EF4-FFF2-40B4-BE49-F238E27FC236}">
                    <a16:creationId xmlns:a16="http://schemas.microsoft.com/office/drawing/2014/main" id="{045FDF45-3764-A63D-A1B7-9AAF8BF3EC23}"/>
                  </a:ext>
                </a:extLst>
              </p:cNvPr>
              <p:cNvPicPr/>
              <p:nvPr/>
            </p:nvPicPr>
            <p:blipFill>
              <a:blip r:embed="rId11"/>
              <a:stretch>
                <a:fillRect/>
              </a:stretch>
            </p:blipFill>
            <p:spPr>
              <a:xfrm>
                <a:off x="2242950" y="794320"/>
                <a:ext cx="1071487" cy="276289"/>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5826745A-D1E4-57C4-07B1-0707B754BF2C}"/>
                  </a:ext>
                </a:extLst>
              </p14:cNvPr>
              <p14:cNvContentPartPr/>
              <p14:nvPr/>
            </p14:nvContentPartPr>
            <p14:xfrm>
              <a:off x="2254533" y="892865"/>
              <a:ext cx="10440" cy="156600"/>
            </p14:xfrm>
          </p:contentPart>
        </mc:Choice>
        <mc:Fallback xmlns="">
          <p:pic>
            <p:nvPicPr>
              <p:cNvPr id="11" name="Ink 10">
                <a:extLst>
                  <a:ext uri="{FF2B5EF4-FFF2-40B4-BE49-F238E27FC236}">
                    <a16:creationId xmlns:a16="http://schemas.microsoft.com/office/drawing/2014/main" id="{5826745A-D1E4-57C4-07B1-0707B754BF2C}"/>
                  </a:ext>
                </a:extLst>
              </p:cNvPr>
              <p:cNvPicPr/>
              <p:nvPr/>
            </p:nvPicPr>
            <p:blipFill>
              <a:blip r:embed="rId13"/>
              <a:stretch>
                <a:fillRect/>
              </a:stretch>
            </p:blipFill>
            <p:spPr>
              <a:xfrm>
                <a:off x="2191893" y="829865"/>
                <a:ext cx="13608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89D31B60-6134-04E0-31FE-1762CC521A1A}"/>
                  </a:ext>
                </a:extLst>
              </p14:cNvPr>
              <p14:cNvContentPartPr/>
              <p14:nvPr/>
            </p14:nvContentPartPr>
            <p14:xfrm>
              <a:off x="2659893" y="394625"/>
              <a:ext cx="2121120" cy="377640"/>
            </p14:xfrm>
          </p:contentPart>
        </mc:Choice>
        <mc:Fallback xmlns="">
          <p:pic>
            <p:nvPicPr>
              <p:cNvPr id="12" name="Ink 11">
                <a:extLst>
                  <a:ext uri="{FF2B5EF4-FFF2-40B4-BE49-F238E27FC236}">
                    <a16:creationId xmlns:a16="http://schemas.microsoft.com/office/drawing/2014/main" id="{89D31B60-6134-04E0-31FE-1762CC521A1A}"/>
                  </a:ext>
                </a:extLst>
              </p:cNvPr>
              <p:cNvPicPr/>
              <p:nvPr/>
            </p:nvPicPr>
            <p:blipFill>
              <a:blip r:embed="rId15"/>
              <a:stretch>
                <a:fillRect/>
              </a:stretch>
            </p:blipFill>
            <p:spPr>
              <a:xfrm>
                <a:off x="2597253" y="331985"/>
                <a:ext cx="2246760" cy="503280"/>
              </a:xfrm>
              <a:prstGeom prst="rect">
                <a:avLst/>
              </a:prstGeom>
            </p:spPr>
          </p:pic>
        </mc:Fallback>
      </mc:AlternateContent>
      <p:sp>
        <p:nvSpPr>
          <p:cNvPr id="13" name="Rectangle 12">
            <a:extLst>
              <a:ext uri="{FF2B5EF4-FFF2-40B4-BE49-F238E27FC236}">
                <a16:creationId xmlns:a16="http://schemas.microsoft.com/office/drawing/2014/main" id="{C9F75610-7EF1-DE25-D026-444633365328}"/>
              </a:ext>
            </a:extLst>
          </p:cNvPr>
          <p:cNvSpPr/>
          <p:nvPr/>
        </p:nvSpPr>
        <p:spPr>
          <a:xfrm>
            <a:off x="2305957" y="419753"/>
            <a:ext cx="3242788" cy="3948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Stockpile levels</a:t>
            </a:r>
          </a:p>
          <a:p>
            <a:endParaRPr lang="en-ZA" dirty="0"/>
          </a:p>
        </p:txBody>
      </p:sp>
      <p:sp>
        <p:nvSpPr>
          <p:cNvPr id="14" name="Rectangle 13">
            <a:extLst>
              <a:ext uri="{FF2B5EF4-FFF2-40B4-BE49-F238E27FC236}">
                <a16:creationId xmlns:a16="http://schemas.microsoft.com/office/drawing/2014/main" id="{FD978C3F-3869-EC48-DD99-1419FB2D86BF}"/>
              </a:ext>
            </a:extLst>
          </p:cNvPr>
          <p:cNvSpPr/>
          <p:nvPr/>
        </p:nvSpPr>
        <p:spPr>
          <a:xfrm>
            <a:off x="2734890" y="1049465"/>
            <a:ext cx="2103351" cy="1126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400" u="sng" dirty="0"/>
              <a:t>Stockpile A (for buyer B)</a:t>
            </a:r>
          </a:p>
          <a:p>
            <a:pPr algn="ctr"/>
            <a:r>
              <a:rPr lang="en-ZA" sz="1400" dirty="0"/>
              <a:t>8600 tons</a:t>
            </a:r>
          </a:p>
          <a:p>
            <a:pPr marL="285750" indent="-285750">
              <a:buFont typeface="Arial" panose="020B0604020202020204" pitchFamily="34" charset="0"/>
              <a:buChar char="•"/>
            </a:pPr>
            <a:r>
              <a:rPr lang="en-ZA" sz="1400" dirty="0"/>
              <a:t>Add tons </a:t>
            </a:r>
          </a:p>
          <a:p>
            <a:pPr marL="285750" indent="-285750">
              <a:buFont typeface="Arial" panose="020B0604020202020204" pitchFamily="34" charset="0"/>
              <a:buChar char="•"/>
            </a:pPr>
            <a:r>
              <a:rPr lang="en-ZA" sz="1400" dirty="0"/>
              <a:t>Upload results</a:t>
            </a:r>
          </a:p>
          <a:p>
            <a:pPr marL="285750" indent="-285750">
              <a:buFont typeface="Arial" panose="020B0604020202020204" pitchFamily="34" charset="0"/>
              <a:buChar char="•"/>
            </a:pPr>
            <a:r>
              <a:rPr lang="en-ZA" sz="1400" dirty="0"/>
              <a:t>Upload picture  </a:t>
            </a:r>
          </a:p>
        </p:txBody>
      </p:sp>
      <p:sp>
        <p:nvSpPr>
          <p:cNvPr id="15" name="Rectangle 14">
            <a:extLst>
              <a:ext uri="{FF2B5EF4-FFF2-40B4-BE49-F238E27FC236}">
                <a16:creationId xmlns:a16="http://schemas.microsoft.com/office/drawing/2014/main" id="{1624B0EB-574D-AF49-98D1-D24EE82B1506}"/>
              </a:ext>
            </a:extLst>
          </p:cNvPr>
          <p:cNvSpPr/>
          <p:nvPr/>
        </p:nvSpPr>
        <p:spPr>
          <a:xfrm>
            <a:off x="2734889" y="2342793"/>
            <a:ext cx="2103351" cy="1313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400" u="sng" dirty="0"/>
              <a:t>Stockpile B (for buyer D)</a:t>
            </a:r>
          </a:p>
          <a:p>
            <a:pPr marL="285750" indent="-285750" algn="ctr">
              <a:buFont typeface="Arial" panose="020B0604020202020204" pitchFamily="34" charset="0"/>
              <a:buChar char="•"/>
            </a:pPr>
            <a:r>
              <a:rPr lang="en-ZA" sz="1400" dirty="0"/>
              <a:t>2200 tons</a:t>
            </a:r>
          </a:p>
          <a:p>
            <a:pPr marL="285750" indent="-285750">
              <a:buFont typeface="Arial" panose="020B0604020202020204" pitchFamily="34" charset="0"/>
              <a:buChar char="•"/>
            </a:pPr>
            <a:r>
              <a:rPr lang="en-ZA" sz="1400" dirty="0"/>
              <a:t>Add tons </a:t>
            </a:r>
          </a:p>
          <a:p>
            <a:pPr marL="285750" indent="-285750">
              <a:buFont typeface="Arial" panose="020B0604020202020204" pitchFamily="34" charset="0"/>
              <a:buChar char="•"/>
            </a:pPr>
            <a:r>
              <a:rPr lang="en-ZA" sz="1400" dirty="0"/>
              <a:t>Upload results </a:t>
            </a:r>
          </a:p>
          <a:p>
            <a:pPr algn="ctr"/>
            <a:endParaRPr lang="en-ZA" dirty="0"/>
          </a:p>
        </p:txBody>
      </p:sp>
      <p:pic>
        <p:nvPicPr>
          <p:cNvPr id="17" name="Picture 16">
            <a:extLst>
              <a:ext uri="{FF2B5EF4-FFF2-40B4-BE49-F238E27FC236}">
                <a16:creationId xmlns:a16="http://schemas.microsoft.com/office/drawing/2014/main" id="{592B12E2-C1BD-B975-CF60-3D0A945D240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144797" y="1115463"/>
            <a:ext cx="1723532" cy="2707694"/>
          </a:xfrm>
          <a:prstGeom prst="rect">
            <a:avLst/>
          </a:prstGeom>
        </p:spPr>
      </p:pic>
      <p:grpSp>
        <p:nvGrpSpPr>
          <p:cNvPr id="20" name="Group 19">
            <a:extLst>
              <a:ext uri="{FF2B5EF4-FFF2-40B4-BE49-F238E27FC236}">
                <a16:creationId xmlns:a16="http://schemas.microsoft.com/office/drawing/2014/main" id="{5BBF4AEC-8536-EC63-0593-3D1C4A4F9018}"/>
              </a:ext>
            </a:extLst>
          </p:cNvPr>
          <p:cNvGrpSpPr/>
          <p:nvPr/>
        </p:nvGrpSpPr>
        <p:grpSpPr>
          <a:xfrm>
            <a:off x="3917373" y="1618625"/>
            <a:ext cx="2273040" cy="282960"/>
            <a:chOff x="3917373" y="1618625"/>
            <a:chExt cx="2273040" cy="282960"/>
          </a:xfrm>
        </p:grpSpPr>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321A1861-216E-09BD-CE7D-1B6A969B0496}"/>
                    </a:ext>
                  </a:extLst>
                </p14:cNvPr>
                <p14:cNvContentPartPr/>
                <p14:nvPr/>
              </p14:nvContentPartPr>
              <p14:xfrm>
                <a:off x="3917373" y="1618625"/>
                <a:ext cx="2158920" cy="211320"/>
              </p14:xfrm>
            </p:contentPart>
          </mc:Choice>
          <mc:Fallback xmlns="">
            <p:pic>
              <p:nvPicPr>
                <p:cNvPr id="18" name="Ink 17">
                  <a:extLst>
                    <a:ext uri="{FF2B5EF4-FFF2-40B4-BE49-F238E27FC236}">
                      <a16:creationId xmlns:a16="http://schemas.microsoft.com/office/drawing/2014/main" id="{321A1861-216E-09BD-CE7D-1B6A969B0496}"/>
                    </a:ext>
                  </a:extLst>
                </p:cNvPr>
                <p:cNvPicPr/>
                <p:nvPr/>
              </p:nvPicPr>
              <p:blipFill>
                <a:blip r:embed="rId18"/>
                <a:stretch>
                  <a:fillRect/>
                </a:stretch>
              </p:blipFill>
              <p:spPr>
                <a:xfrm>
                  <a:off x="3899373" y="1600985"/>
                  <a:ext cx="21945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65531890-DA9B-57A9-6705-7DC29B406BAA}"/>
                    </a:ext>
                  </a:extLst>
                </p14:cNvPr>
                <p14:cNvContentPartPr/>
                <p14:nvPr/>
              </p14:nvContentPartPr>
              <p14:xfrm>
                <a:off x="5984853" y="1641665"/>
                <a:ext cx="205560" cy="259920"/>
              </p14:xfrm>
            </p:contentPart>
          </mc:Choice>
          <mc:Fallback xmlns="">
            <p:pic>
              <p:nvPicPr>
                <p:cNvPr id="19" name="Ink 18">
                  <a:extLst>
                    <a:ext uri="{FF2B5EF4-FFF2-40B4-BE49-F238E27FC236}">
                      <a16:creationId xmlns:a16="http://schemas.microsoft.com/office/drawing/2014/main" id="{65531890-DA9B-57A9-6705-7DC29B406BAA}"/>
                    </a:ext>
                  </a:extLst>
                </p:cNvPr>
                <p:cNvPicPr/>
                <p:nvPr/>
              </p:nvPicPr>
              <p:blipFill>
                <a:blip r:embed="rId20"/>
                <a:stretch>
                  <a:fillRect/>
                </a:stretch>
              </p:blipFill>
              <p:spPr>
                <a:xfrm>
                  <a:off x="5967213" y="1623665"/>
                  <a:ext cx="241200" cy="295560"/>
                </a:xfrm>
                <a:prstGeom prst="rect">
                  <a:avLst/>
                </a:prstGeom>
              </p:spPr>
            </p:pic>
          </mc:Fallback>
        </mc:AlternateContent>
      </p:grpSp>
      <p:sp>
        <p:nvSpPr>
          <p:cNvPr id="22" name="Rectangle 21">
            <a:extLst>
              <a:ext uri="{FF2B5EF4-FFF2-40B4-BE49-F238E27FC236}">
                <a16:creationId xmlns:a16="http://schemas.microsoft.com/office/drawing/2014/main" id="{01FCD8F2-647D-F0D6-0BD0-915B2CD5CF0F}"/>
              </a:ext>
            </a:extLst>
          </p:cNvPr>
          <p:cNvSpPr/>
          <p:nvPr/>
        </p:nvSpPr>
        <p:spPr>
          <a:xfrm>
            <a:off x="2325558" y="5330056"/>
            <a:ext cx="2922011"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Tons out</a:t>
            </a:r>
          </a:p>
          <a:p>
            <a:r>
              <a:rPr lang="en-ZA" dirty="0"/>
              <a:t>D= 300                        </a:t>
            </a:r>
            <a:r>
              <a:rPr lang="en-ZA" u="sng" dirty="0"/>
              <a:t>TOTAL</a:t>
            </a:r>
          </a:p>
          <a:p>
            <a:r>
              <a:rPr lang="en-ZA" dirty="0"/>
              <a:t>W= 1500                    669845</a:t>
            </a:r>
          </a:p>
          <a:p>
            <a:r>
              <a:rPr lang="en-ZA" dirty="0"/>
              <a:t>M= 7550</a:t>
            </a:r>
          </a:p>
          <a:p>
            <a:r>
              <a:rPr lang="en-ZA" dirty="0"/>
              <a:t>Y=24500</a:t>
            </a:r>
          </a:p>
        </p:txBody>
      </p:sp>
      <p:sp>
        <p:nvSpPr>
          <p:cNvPr id="23" name="Rectangle 22">
            <a:extLst>
              <a:ext uri="{FF2B5EF4-FFF2-40B4-BE49-F238E27FC236}">
                <a16:creationId xmlns:a16="http://schemas.microsoft.com/office/drawing/2014/main" id="{8CEA0763-CACF-E231-527B-07F0012CBF7B}"/>
              </a:ext>
            </a:extLst>
          </p:cNvPr>
          <p:cNvSpPr/>
          <p:nvPr/>
        </p:nvSpPr>
        <p:spPr>
          <a:xfrm>
            <a:off x="2264973" y="4021175"/>
            <a:ext cx="3163271" cy="341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Loading activity </a:t>
            </a:r>
          </a:p>
        </p:txBody>
      </p:sp>
      <p:sp>
        <p:nvSpPr>
          <p:cNvPr id="24" name="Rectangle 23">
            <a:extLst>
              <a:ext uri="{FF2B5EF4-FFF2-40B4-BE49-F238E27FC236}">
                <a16:creationId xmlns:a16="http://schemas.microsoft.com/office/drawing/2014/main" id="{9044FE9F-8B40-CEBA-AEE2-6C776FF96E52}"/>
              </a:ext>
            </a:extLst>
          </p:cNvPr>
          <p:cNvSpPr/>
          <p:nvPr/>
        </p:nvSpPr>
        <p:spPr>
          <a:xfrm>
            <a:off x="9299864" y="3823157"/>
            <a:ext cx="2732809" cy="15068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When he clicks here he can see all the loading activity , like from the overview screen</a:t>
            </a:r>
          </a:p>
        </p:txBody>
      </p:sp>
      <p:grpSp>
        <p:nvGrpSpPr>
          <p:cNvPr id="27" name="Group 26">
            <a:extLst>
              <a:ext uri="{FF2B5EF4-FFF2-40B4-BE49-F238E27FC236}">
                <a16:creationId xmlns:a16="http://schemas.microsoft.com/office/drawing/2014/main" id="{3A932268-C390-F0F0-6295-59FD86A6C1D9}"/>
              </a:ext>
            </a:extLst>
          </p:cNvPr>
          <p:cNvGrpSpPr/>
          <p:nvPr/>
        </p:nvGrpSpPr>
        <p:grpSpPr>
          <a:xfrm>
            <a:off x="5403093" y="4145825"/>
            <a:ext cx="3954240" cy="315720"/>
            <a:chOff x="5403093" y="4145825"/>
            <a:chExt cx="3954240" cy="315720"/>
          </a:xfrm>
        </p:grpSpPr>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13958010-8A71-4B5A-CF83-D5D3085C8859}"/>
                    </a:ext>
                  </a:extLst>
                </p14:cNvPr>
                <p14:cNvContentPartPr/>
                <p14:nvPr/>
              </p14:nvContentPartPr>
              <p14:xfrm>
                <a:off x="5403093" y="4145825"/>
                <a:ext cx="3646080" cy="125280"/>
              </p14:xfrm>
            </p:contentPart>
          </mc:Choice>
          <mc:Fallback xmlns="">
            <p:pic>
              <p:nvPicPr>
                <p:cNvPr id="25" name="Ink 24">
                  <a:extLst>
                    <a:ext uri="{FF2B5EF4-FFF2-40B4-BE49-F238E27FC236}">
                      <a16:creationId xmlns:a16="http://schemas.microsoft.com/office/drawing/2014/main" id="{13958010-8A71-4B5A-CF83-D5D3085C8859}"/>
                    </a:ext>
                  </a:extLst>
                </p:cNvPr>
                <p:cNvPicPr/>
                <p:nvPr/>
              </p:nvPicPr>
              <p:blipFill>
                <a:blip r:embed="rId22"/>
                <a:stretch>
                  <a:fillRect/>
                </a:stretch>
              </p:blipFill>
              <p:spPr>
                <a:xfrm>
                  <a:off x="5394453" y="4136825"/>
                  <a:ext cx="36637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58E67DBC-D586-9ACA-2BFA-F9BB949A1B1F}"/>
                    </a:ext>
                  </a:extLst>
                </p14:cNvPr>
                <p14:cNvContentPartPr/>
                <p14:nvPr/>
              </p14:nvContentPartPr>
              <p14:xfrm>
                <a:off x="8848293" y="4165985"/>
                <a:ext cx="509040" cy="295560"/>
              </p14:xfrm>
            </p:contentPart>
          </mc:Choice>
          <mc:Fallback xmlns="">
            <p:pic>
              <p:nvPicPr>
                <p:cNvPr id="26" name="Ink 25">
                  <a:extLst>
                    <a:ext uri="{FF2B5EF4-FFF2-40B4-BE49-F238E27FC236}">
                      <a16:creationId xmlns:a16="http://schemas.microsoft.com/office/drawing/2014/main" id="{58E67DBC-D586-9ACA-2BFA-F9BB949A1B1F}"/>
                    </a:ext>
                  </a:extLst>
                </p:cNvPr>
                <p:cNvPicPr/>
                <p:nvPr/>
              </p:nvPicPr>
              <p:blipFill>
                <a:blip r:embed="rId24"/>
                <a:stretch>
                  <a:fillRect/>
                </a:stretch>
              </p:blipFill>
              <p:spPr>
                <a:xfrm>
                  <a:off x="8839293" y="4157345"/>
                  <a:ext cx="526680" cy="313200"/>
                </a:xfrm>
                <a:prstGeom prst="rect">
                  <a:avLst/>
                </a:prstGeom>
              </p:spPr>
            </p:pic>
          </mc:Fallback>
        </mc:AlternateContent>
      </p:grpSp>
      <p:sp>
        <p:nvSpPr>
          <p:cNvPr id="28" name="Rectangle 27">
            <a:extLst>
              <a:ext uri="{FF2B5EF4-FFF2-40B4-BE49-F238E27FC236}">
                <a16:creationId xmlns:a16="http://schemas.microsoft.com/office/drawing/2014/main" id="{092F64E7-4878-2F6F-9AE1-970AECEACAED}"/>
              </a:ext>
            </a:extLst>
          </p:cNvPr>
          <p:cNvSpPr/>
          <p:nvPr/>
        </p:nvSpPr>
        <p:spPr>
          <a:xfrm>
            <a:off x="8283634" y="644005"/>
            <a:ext cx="3937000" cy="2431693"/>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b="1" dirty="0"/>
              <a:t>WHEN STOCKPILE TONS ARE ADDED</a:t>
            </a:r>
            <a:endParaRPr lang="en-ZA" b="1" dirty="0"/>
          </a:p>
          <a:p>
            <a:r>
              <a:rPr lang="en-US" dirty="0"/>
              <a:t>USER: Supervisor / Mine Admin</a:t>
            </a:r>
            <a:endParaRPr lang="en-ZA" dirty="0"/>
          </a:p>
          <a:p>
            <a:r>
              <a:rPr lang="en-US" dirty="0"/>
              <a:t>ACTION: Add stockpile tons manually.</a:t>
            </a:r>
            <a:endParaRPr lang="en-ZA" dirty="0"/>
          </a:p>
          <a:p>
            <a:r>
              <a:rPr lang="en-US" dirty="0"/>
              <a:t>SYSTEM UPDATES:</a:t>
            </a:r>
            <a:endParaRPr lang="en-ZA" dirty="0"/>
          </a:p>
          <a:p>
            <a:pPr lvl="0"/>
            <a:r>
              <a:rPr lang="en-US" dirty="0"/>
              <a:t>Stockpile balance</a:t>
            </a:r>
            <a:endParaRPr lang="en-ZA" dirty="0"/>
          </a:p>
          <a:p>
            <a:pPr lvl="0"/>
            <a:r>
              <a:rPr lang="en-US" dirty="0"/>
              <a:t>Mine inventory</a:t>
            </a:r>
            <a:endParaRPr lang="en-ZA" dirty="0"/>
          </a:p>
          <a:p>
            <a:r>
              <a:rPr lang="en-US" dirty="0"/>
              <a:t>Buyer visibility</a:t>
            </a:r>
            <a:endParaRPr lang="en-ZA" dirty="0"/>
          </a:p>
        </p:txBody>
      </p:sp>
    </p:spTree>
    <p:extLst>
      <p:ext uri="{BB962C8B-B14F-4D97-AF65-F5344CB8AC3E}">
        <p14:creationId xmlns:p14="http://schemas.microsoft.com/office/powerpoint/2010/main" val="220924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FF2F83-8420-4D5D-5D03-042BD3E15AE9}"/>
              </a:ext>
            </a:extLst>
          </p:cNvPr>
          <p:cNvPicPr>
            <a:picLocks noChangeAspect="1"/>
          </p:cNvPicPr>
          <p:nvPr/>
        </p:nvPicPr>
        <p:blipFill>
          <a:blip r:embed="rId3">
            <a:extLst>
              <a:ext uri="{28A0092B-C50C-407E-A947-70E740481C1C}">
                <a14:useLocalDpi xmlns:a14="http://schemas.microsoft.com/office/drawing/2010/main" val="0"/>
              </a:ext>
            </a:extLst>
          </a:blip>
          <a:srcRect r="53932"/>
          <a:stretch>
            <a:fillRect/>
          </a:stretch>
        </p:blipFill>
        <p:spPr>
          <a:xfrm>
            <a:off x="135082" y="114917"/>
            <a:ext cx="5616529" cy="6233312"/>
          </a:xfrm>
          <a:prstGeom prst="rect">
            <a:avLst/>
          </a:prstGeom>
        </p:spPr>
      </p:pic>
      <p:sp>
        <p:nvSpPr>
          <p:cNvPr id="3" name="Rectangle 2">
            <a:extLst>
              <a:ext uri="{FF2B5EF4-FFF2-40B4-BE49-F238E27FC236}">
                <a16:creationId xmlns:a16="http://schemas.microsoft.com/office/drawing/2014/main" id="{1EDDB8A4-90EB-47BC-4F7E-43132A53166D}"/>
              </a:ext>
            </a:extLst>
          </p:cNvPr>
          <p:cNvSpPr/>
          <p:nvPr/>
        </p:nvSpPr>
        <p:spPr>
          <a:xfrm>
            <a:off x="1028700" y="229217"/>
            <a:ext cx="862446" cy="280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Mine </a:t>
            </a:r>
          </a:p>
        </p:txBody>
      </p:sp>
      <p:grpSp>
        <p:nvGrpSpPr>
          <p:cNvPr id="6" name="Group 5">
            <a:extLst>
              <a:ext uri="{FF2B5EF4-FFF2-40B4-BE49-F238E27FC236}">
                <a16:creationId xmlns:a16="http://schemas.microsoft.com/office/drawing/2014/main" id="{D58E7238-BA24-497F-6DE4-1F9EB47209D6}"/>
              </a:ext>
            </a:extLst>
          </p:cNvPr>
          <p:cNvGrpSpPr/>
          <p:nvPr/>
        </p:nvGrpSpPr>
        <p:grpSpPr>
          <a:xfrm>
            <a:off x="2420853" y="652745"/>
            <a:ext cx="918720" cy="147240"/>
            <a:chOff x="2420853" y="652745"/>
            <a:chExt cx="918720" cy="14724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F8C05AD5-84C2-62F7-71F4-D5C52C3290D3}"/>
                    </a:ext>
                  </a:extLst>
                </p14:cNvPr>
                <p14:cNvContentPartPr/>
                <p14:nvPr/>
              </p14:nvContentPartPr>
              <p14:xfrm>
                <a:off x="2428773" y="652745"/>
                <a:ext cx="910800" cy="147240"/>
              </p14:xfrm>
            </p:contentPart>
          </mc:Choice>
          <mc:Fallback xmlns="">
            <p:pic>
              <p:nvPicPr>
                <p:cNvPr id="4" name="Ink 3">
                  <a:extLst>
                    <a:ext uri="{FF2B5EF4-FFF2-40B4-BE49-F238E27FC236}">
                      <a16:creationId xmlns:a16="http://schemas.microsoft.com/office/drawing/2014/main" id="{F8C05AD5-84C2-62F7-71F4-D5C52C3290D3}"/>
                    </a:ext>
                  </a:extLst>
                </p:cNvPr>
                <p:cNvPicPr/>
                <p:nvPr/>
              </p:nvPicPr>
              <p:blipFill>
                <a:blip r:embed="rId5"/>
                <a:stretch>
                  <a:fillRect/>
                </a:stretch>
              </p:blipFill>
              <p:spPr>
                <a:xfrm>
                  <a:off x="2366133" y="589745"/>
                  <a:ext cx="10364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908E67E-AC96-C9C8-4FC2-F739D4B8E195}"/>
                    </a:ext>
                  </a:extLst>
                </p14:cNvPr>
                <p14:cNvContentPartPr/>
                <p14:nvPr/>
              </p14:nvContentPartPr>
              <p14:xfrm>
                <a:off x="2420853" y="695585"/>
                <a:ext cx="360" cy="31680"/>
              </p14:xfrm>
            </p:contentPart>
          </mc:Choice>
          <mc:Fallback xmlns="">
            <p:pic>
              <p:nvPicPr>
                <p:cNvPr id="5" name="Ink 4">
                  <a:extLst>
                    <a:ext uri="{FF2B5EF4-FFF2-40B4-BE49-F238E27FC236}">
                      <a16:creationId xmlns:a16="http://schemas.microsoft.com/office/drawing/2014/main" id="{E908E67E-AC96-C9C8-4FC2-F739D4B8E195}"/>
                    </a:ext>
                  </a:extLst>
                </p:cNvPr>
                <p:cNvPicPr/>
                <p:nvPr/>
              </p:nvPicPr>
              <p:blipFill>
                <a:blip r:embed="rId7"/>
                <a:stretch>
                  <a:fillRect/>
                </a:stretch>
              </p:blipFill>
              <p:spPr>
                <a:xfrm>
                  <a:off x="2358213" y="632945"/>
                  <a:ext cx="126000" cy="15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668DB9CA-F7F8-55BE-D651-182D5E4FBBD9}"/>
                  </a:ext>
                </a:extLst>
              </p14:cNvPr>
              <p14:cNvContentPartPr/>
              <p14:nvPr/>
            </p14:nvContentPartPr>
            <p14:xfrm>
              <a:off x="2736933" y="157025"/>
              <a:ext cx="2209320" cy="280080"/>
            </p14:xfrm>
          </p:contentPart>
        </mc:Choice>
        <mc:Fallback xmlns="">
          <p:pic>
            <p:nvPicPr>
              <p:cNvPr id="7" name="Ink 6">
                <a:extLst>
                  <a:ext uri="{FF2B5EF4-FFF2-40B4-BE49-F238E27FC236}">
                    <a16:creationId xmlns:a16="http://schemas.microsoft.com/office/drawing/2014/main" id="{668DB9CA-F7F8-55BE-D651-182D5E4FBBD9}"/>
                  </a:ext>
                </a:extLst>
              </p:cNvPr>
              <p:cNvPicPr/>
              <p:nvPr/>
            </p:nvPicPr>
            <p:blipFill>
              <a:blip r:embed="rId9"/>
              <a:stretch>
                <a:fillRect/>
              </a:stretch>
            </p:blipFill>
            <p:spPr>
              <a:xfrm>
                <a:off x="2674293" y="94385"/>
                <a:ext cx="233496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E56548CD-0BAB-6785-E42C-C934C636F52A}"/>
                  </a:ext>
                </a:extLst>
              </p14:cNvPr>
              <p14:cNvContentPartPr/>
              <p14:nvPr/>
            </p14:nvContentPartPr>
            <p14:xfrm>
              <a:off x="294693" y="1159985"/>
              <a:ext cx="685440" cy="128520"/>
            </p14:xfrm>
          </p:contentPart>
        </mc:Choice>
        <mc:Fallback xmlns="">
          <p:pic>
            <p:nvPicPr>
              <p:cNvPr id="8" name="Ink 7">
                <a:extLst>
                  <a:ext uri="{FF2B5EF4-FFF2-40B4-BE49-F238E27FC236}">
                    <a16:creationId xmlns:a16="http://schemas.microsoft.com/office/drawing/2014/main" id="{E56548CD-0BAB-6785-E42C-C934C636F52A}"/>
                  </a:ext>
                </a:extLst>
              </p:cNvPr>
              <p:cNvPicPr/>
              <p:nvPr/>
            </p:nvPicPr>
            <p:blipFill>
              <a:blip r:embed="rId11"/>
              <a:stretch>
                <a:fillRect/>
              </a:stretch>
            </p:blipFill>
            <p:spPr>
              <a:xfrm>
                <a:off x="231693" y="1097345"/>
                <a:ext cx="8110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77874BC7-168B-0742-9D3A-8A157DA0F46A}"/>
                  </a:ext>
                </a:extLst>
              </p14:cNvPr>
              <p14:cNvContentPartPr/>
              <p14:nvPr/>
            </p14:nvContentPartPr>
            <p14:xfrm>
              <a:off x="342573" y="1597745"/>
              <a:ext cx="632880" cy="64800"/>
            </p14:xfrm>
          </p:contentPart>
        </mc:Choice>
        <mc:Fallback xmlns="">
          <p:pic>
            <p:nvPicPr>
              <p:cNvPr id="9" name="Ink 8">
                <a:extLst>
                  <a:ext uri="{FF2B5EF4-FFF2-40B4-BE49-F238E27FC236}">
                    <a16:creationId xmlns:a16="http://schemas.microsoft.com/office/drawing/2014/main" id="{77874BC7-168B-0742-9D3A-8A157DA0F46A}"/>
                  </a:ext>
                </a:extLst>
              </p:cNvPr>
              <p:cNvPicPr/>
              <p:nvPr/>
            </p:nvPicPr>
            <p:blipFill>
              <a:blip r:embed="rId13"/>
              <a:stretch>
                <a:fillRect/>
              </a:stretch>
            </p:blipFill>
            <p:spPr>
              <a:xfrm>
                <a:off x="279933" y="1534745"/>
                <a:ext cx="7585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59871333-40A0-838A-AA0A-9E28A04AC135}"/>
                  </a:ext>
                </a:extLst>
              </p14:cNvPr>
              <p14:cNvContentPartPr/>
              <p14:nvPr/>
            </p14:nvContentPartPr>
            <p14:xfrm>
              <a:off x="291093" y="2410265"/>
              <a:ext cx="585000" cy="32760"/>
            </p14:xfrm>
          </p:contentPart>
        </mc:Choice>
        <mc:Fallback xmlns="">
          <p:pic>
            <p:nvPicPr>
              <p:cNvPr id="10" name="Ink 9">
                <a:extLst>
                  <a:ext uri="{FF2B5EF4-FFF2-40B4-BE49-F238E27FC236}">
                    <a16:creationId xmlns:a16="http://schemas.microsoft.com/office/drawing/2014/main" id="{59871333-40A0-838A-AA0A-9E28A04AC135}"/>
                  </a:ext>
                </a:extLst>
              </p:cNvPr>
              <p:cNvPicPr/>
              <p:nvPr/>
            </p:nvPicPr>
            <p:blipFill>
              <a:blip r:embed="rId15"/>
              <a:stretch>
                <a:fillRect/>
              </a:stretch>
            </p:blipFill>
            <p:spPr>
              <a:xfrm>
                <a:off x="228093" y="2347625"/>
                <a:ext cx="7106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384F933-88C2-9B86-D155-F53D33497207}"/>
                  </a:ext>
                </a:extLst>
              </p14:cNvPr>
              <p14:cNvContentPartPr/>
              <p14:nvPr/>
            </p14:nvContentPartPr>
            <p14:xfrm>
              <a:off x="322715" y="2821623"/>
              <a:ext cx="868436" cy="36244"/>
            </p14:xfrm>
          </p:contentPart>
        </mc:Choice>
        <mc:Fallback xmlns="">
          <p:pic>
            <p:nvPicPr>
              <p:cNvPr id="12" name="Ink 11">
                <a:extLst>
                  <a:ext uri="{FF2B5EF4-FFF2-40B4-BE49-F238E27FC236}">
                    <a16:creationId xmlns:a16="http://schemas.microsoft.com/office/drawing/2014/main" id="{5384F933-88C2-9B86-D155-F53D33497207}"/>
                  </a:ext>
                </a:extLst>
              </p:cNvPr>
              <p:cNvPicPr/>
              <p:nvPr/>
            </p:nvPicPr>
            <p:blipFill>
              <a:blip r:embed="rId17"/>
              <a:stretch>
                <a:fillRect/>
              </a:stretch>
            </p:blipFill>
            <p:spPr>
              <a:xfrm>
                <a:off x="260093" y="2759183"/>
                <a:ext cx="994041" cy="16148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59C9CD31-15D8-5F7B-0CE9-DA0231D1E832}"/>
                  </a:ext>
                </a:extLst>
              </p14:cNvPr>
              <p14:cNvContentPartPr/>
              <p14:nvPr/>
            </p14:nvContentPartPr>
            <p14:xfrm>
              <a:off x="489813" y="3206945"/>
              <a:ext cx="569160" cy="152640"/>
            </p14:xfrm>
          </p:contentPart>
        </mc:Choice>
        <mc:Fallback xmlns="">
          <p:pic>
            <p:nvPicPr>
              <p:cNvPr id="14" name="Ink 13">
                <a:extLst>
                  <a:ext uri="{FF2B5EF4-FFF2-40B4-BE49-F238E27FC236}">
                    <a16:creationId xmlns:a16="http://schemas.microsoft.com/office/drawing/2014/main" id="{59C9CD31-15D8-5F7B-0CE9-DA0231D1E832}"/>
                  </a:ext>
                </a:extLst>
              </p:cNvPr>
              <p:cNvPicPr/>
              <p:nvPr/>
            </p:nvPicPr>
            <p:blipFill>
              <a:blip r:embed="rId19"/>
              <a:stretch>
                <a:fillRect/>
              </a:stretch>
            </p:blipFill>
            <p:spPr>
              <a:xfrm>
                <a:off x="427173" y="3143945"/>
                <a:ext cx="694800" cy="278280"/>
              </a:xfrm>
              <a:prstGeom prst="rect">
                <a:avLst/>
              </a:prstGeom>
            </p:spPr>
          </p:pic>
        </mc:Fallback>
      </mc:AlternateContent>
      <p:grpSp>
        <p:nvGrpSpPr>
          <p:cNvPr id="18" name="Group 17">
            <a:extLst>
              <a:ext uri="{FF2B5EF4-FFF2-40B4-BE49-F238E27FC236}">
                <a16:creationId xmlns:a16="http://schemas.microsoft.com/office/drawing/2014/main" id="{232E6BB0-EBAE-6BB7-676E-B630FB58646B}"/>
              </a:ext>
            </a:extLst>
          </p:cNvPr>
          <p:cNvGrpSpPr/>
          <p:nvPr/>
        </p:nvGrpSpPr>
        <p:grpSpPr>
          <a:xfrm>
            <a:off x="312333" y="3196865"/>
            <a:ext cx="955440" cy="148320"/>
            <a:chOff x="312333" y="3196865"/>
            <a:chExt cx="955440" cy="14832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11CEA6AF-2DFF-C9DF-FB3A-0416246849FC}"/>
                    </a:ext>
                  </a:extLst>
                </p14:cNvPr>
                <p14:cNvContentPartPr/>
                <p14:nvPr/>
              </p14:nvContentPartPr>
              <p14:xfrm>
                <a:off x="348333" y="3200105"/>
                <a:ext cx="919440" cy="145080"/>
              </p14:xfrm>
            </p:contentPart>
          </mc:Choice>
          <mc:Fallback xmlns="">
            <p:pic>
              <p:nvPicPr>
                <p:cNvPr id="15" name="Ink 14">
                  <a:extLst>
                    <a:ext uri="{FF2B5EF4-FFF2-40B4-BE49-F238E27FC236}">
                      <a16:creationId xmlns:a16="http://schemas.microsoft.com/office/drawing/2014/main" id="{11CEA6AF-2DFF-C9DF-FB3A-0416246849FC}"/>
                    </a:ext>
                  </a:extLst>
                </p:cNvPr>
                <p:cNvPicPr/>
                <p:nvPr/>
              </p:nvPicPr>
              <p:blipFill>
                <a:blip r:embed="rId21"/>
                <a:stretch>
                  <a:fillRect/>
                </a:stretch>
              </p:blipFill>
              <p:spPr>
                <a:xfrm>
                  <a:off x="285333" y="3137465"/>
                  <a:ext cx="10450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9A3AFD5-5EEF-E65C-FC12-4426CFE25478}"/>
                    </a:ext>
                  </a:extLst>
                </p14:cNvPr>
                <p14:cNvContentPartPr/>
                <p14:nvPr/>
              </p14:nvContentPartPr>
              <p14:xfrm>
                <a:off x="1201533" y="3231065"/>
                <a:ext cx="3960" cy="46080"/>
              </p14:xfrm>
            </p:contentPart>
          </mc:Choice>
          <mc:Fallback xmlns="">
            <p:pic>
              <p:nvPicPr>
                <p:cNvPr id="16" name="Ink 15">
                  <a:extLst>
                    <a:ext uri="{FF2B5EF4-FFF2-40B4-BE49-F238E27FC236}">
                      <a16:creationId xmlns:a16="http://schemas.microsoft.com/office/drawing/2014/main" id="{B9A3AFD5-5EEF-E65C-FC12-4426CFE25478}"/>
                    </a:ext>
                  </a:extLst>
                </p:cNvPr>
                <p:cNvPicPr/>
                <p:nvPr/>
              </p:nvPicPr>
              <p:blipFill>
                <a:blip r:embed="rId23"/>
                <a:stretch>
                  <a:fillRect/>
                </a:stretch>
              </p:blipFill>
              <p:spPr>
                <a:xfrm>
                  <a:off x="1138533" y="3168425"/>
                  <a:ext cx="1296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974F9F77-552E-50CF-D002-DF8C89914712}"/>
                    </a:ext>
                  </a:extLst>
                </p14:cNvPr>
                <p14:cNvContentPartPr/>
                <p14:nvPr/>
              </p14:nvContentPartPr>
              <p14:xfrm>
                <a:off x="312333" y="3196865"/>
                <a:ext cx="95040" cy="55800"/>
              </p14:xfrm>
            </p:contentPart>
          </mc:Choice>
          <mc:Fallback xmlns="">
            <p:pic>
              <p:nvPicPr>
                <p:cNvPr id="17" name="Ink 16">
                  <a:extLst>
                    <a:ext uri="{FF2B5EF4-FFF2-40B4-BE49-F238E27FC236}">
                      <a16:creationId xmlns:a16="http://schemas.microsoft.com/office/drawing/2014/main" id="{974F9F77-552E-50CF-D002-DF8C89914712}"/>
                    </a:ext>
                  </a:extLst>
                </p:cNvPr>
                <p:cNvPicPr/>
                <p:nvPr/>
              </p:nvPicPr>
              <p:blipFill>
                <a:blip r:embed="rId25"/>
                <a:stretch>
                  <a:fillRect/>
                </a:stretch>
              </p:blipFill>
              <p:spPr>
                <a:xfrm>
                  <a:off x="249333" y="3134225"/>
                  <a:ext cx="220680" cy="181440"/>
                </a:xfrm>
                <a:prstGeom prst="rect">
                  <a:avLst/>
                </a:prstGeom>
              </p:spPr>
            </p:pic>
          </mc:Fallback>
        </mc:AlternateContent>
      </p:grpSp>
      <p:sp>
        <p:nvSpPr>
          <p:cNvPr id="19" name="Rectangle: Rounded Corners 18">
            <a:extLst>
              <a:ext uri="{FF2B5EF4-FFF2-40B4-BE49-F238E27FC236}">
                <a16:creationId xmlns:a16="http://schemas.microsoft.com/office/drawing/2014/main" id="{10AC3DBC-43CA-BE8B-EA41-CAC2ECEE3762}"/>
              </a:ext>
            </a:extLst>
          </p:cNvPr>
          <p:cNvSpPr/>
          <p:nvPr/>
        </p:nvSpPr>
        <p:spPr>
          <a:xfrm>
            <a:off x="2736933" y="509771"/>
            <a:ext cx="2655949" cy="7787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Seach truck reg</a:t>
            </a:r>
          </a:p>
          <a:p>
            <a:pPr algn="ctr"/>
            <a:r>
              <a:rPr lang="en-ZA" dirty="0"/>
              <a:t>(hv34tgGP) </a:t>
            </a:r>
          </a:p>
        </p:txBody>
      </p:sp>
      <p:cxnSp>
        <p:nvCxnSpPr>
          <p:cNvPr id="21" name="Straight Arrow Connector 20">
            <a:extLst>
              <a:ext uri="{FF2B5EF4-FFF2-40B4-BE49-F238E27FC236}">
                <a16:creationId xmlns:a16="http://schemas.microsoft.com/office/drawing/2014/main" id="{6AF0606A-587B-5EFB-9814-270AD485338E}"/>
              </a:ext>
            </a:extLst>
          </p:cNvPr>
          <p:cNvCxnSpPr/>
          <p:nvPr/>
        </p:nvCxnSpPr>
        <p:spPr>
          <a:xfrm>
            <a:off x="4062846" y="1423554"/>
            <a:ext cx="0" cy="3636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2222C421-1DFA-61A4-84A3-7CC89161C8A8}"/>
              </a:ext>
            </a:extLst>
          </p:cNvPr>
          <p:cNvSpPr/>
          <p:nvPr/>
        </p:nvSpPr>
        <p:spPr>
          <a:xfrm>
            <a:off x="2736933" y="1896665"/>
            <a:ext cx="2655949" cy="745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Tons </a:t>
            </a:r>
          </a:p>
          <a:p>
            <a:pPr algn="ctr"/>
            <a:r>
              <a:rPr lang="en-ZA" dirty="0"/>
              <a:t>[34,65]</a:t>
            </a:r>
          </a:p>
        </p:txBody>
      </p:sp>
      <p:sp>
        <p:nvSpPr>
          <p:cNvPr id="23" name="Rectangle 22">
            <a:extLst>
              <a:ext uri="{FF2B5EF4-FFF2-40B4-BE49-F238E27FC236}">
                <a16:creationId xmlns:a16="http://schemas.microsoft.com/office/drawing/2014/main" id="{EE5311E4-6349-18EB-FBA5-ED8AD93E4934}"/>
              </a:ext>
            </a:extLst>
          </p:cNvPr>
          <p:cNvSpPr/>
          <p:nvPr/>
        </p:nvSpPr>
        <p:spPr>
          <a:xfrm>
            <a:off x="2736933" y="2928933"/>
            <a:ext cx="2655949" cy="2442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Seal numbers </a:t>
            </a:r>
          </a:p>
          <a:p>
            <a:pPr marL="342900" indent="-342900">
              <a:buFont typeface="+mj-lt"/>
              <a:buAutoNum type="arabicPeriod"/>
            </a:pPr>
            <a:r>
              <a:rPr lang="en-ZA" u="sng" dirty="0"/>
              <a:t>Seal1</a:t>
            </a:r>
          </a:p>
          <a:p>
            <a:pPr marL="342900" indent="-342900">
              <a:buFont typeface="+mj-lt"/>
              <a:buAutoNum type="arabicPeriod"/>
            </a:pPr>
            <a:r>
              <a:rPr lang="en-ZA" u="sng" dirty="0"/>
              <a:t>Seal2 </a:t>
            </a:r>
          </a:p>
          <a:p>
            <a:pPr marL="342900" indent="-342900">
              <a:buFont typeface="+mj-lt"/>
              <a:buAutoNum type="arabicPeriod"/>
            </a:pPr>
            <a:r>
              <a:rPr lang="en-ZA" u="sng" dirty="0"/>
              <a:t>Seal3</a:t>
            </a:r>
          </a:p>
          <a:p>
            <a:pPr marL="342900" indent="-342900">
              <a:buFont typeface="+mj-lt"/>
              <a:buAutoNum type="arabicPeriod"/>
            </a:pPr>
            <a:r>
              <a:rPr lang="en-ZA" u="sng" dirty="0"/>
              <a:t>Seal4 </a:t>
            </a:r>
          </a:p>
        </p:txBody>
      </p:sp>
      <p:sp>
        <p:nvSpPr>
          <p:cNvPr id="24" name="Rectangle: Rounded Corners 23">
            <a:extLst>
              <a:ext uri="{FF2B5EF4-FFF2-40B4-BE49-F238E27FC236}">
                <a16:creationId xmlns:a16="http://schemas.microsoft.com/office/drawing/2014/main" id="{1326EA8D-3199-E48B-56C9-635524CD6886}"/>
              </a:ext>
            </a:extLst>
          </p:cNvPr>
          <p:cNvSpPr/>
          <p:nvPr/>
        </p:nvSpPr>
        <p:spPr>
          <a:xfrm>
            <a:off x="3751120" y="4818685"/>
            <a:ext cx="1475510" cy="3844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Take picture </a:t>
            </a:r>
          </a:p>
        </p:txBody>
      </p:sp>
      <p:sp>
        <p:nvSpPr>
          <p:cNvPr id="25" name="Rectangle 24">
            <a:extLst>
              <a:ext uri="{FF2B5EF4-FFF2-40B4-BE49-F238E27FC236}">
                <a16:creationId xmlns:a16="http://schemas.microsoft.com/office/drawing/2014/main" id="{47B27330-59BE-E42C-0D26-2B0922A7EEE5}"/>
              </a:ext>
            </a:extLst>
          </p:cNvPr>
          <p:cNvSpPr/>
          <p:nvPr/>
        </p:nvSpPr>
        <p:spPr>
          <a:xfrm>
            <a:off x="2566555" y="5725391"/>
            <a:ext cx="2940627" cy="479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err="1"/>
              <a:t>Wayslip</a:t>
            </a:r>
            <a:r>
              <a:rPr lang="en-ZA" dirty="0"/>
              <a:t> info </a:t>
            </a:r>
          </a:p>
        </p:txBody>
      </p:sp>
      <p:pic>
        <p:nvPicPr>
          <p:cNvPr id="26" name="Picture 25">
            <a:extLst>
              <a:ext uri="{FF2B5EF4-FFF2-40B4-BE49-F238E27FC236}">
                <a16:creationId xmlns:a16="http://schemas.microsoft.com/office/drawing/2014/main" id="{ED73161A-367B-CC5D-158F-D3F46A7659B4}"/>
              </a:ext>
            </a:extLst>
          </p:cNvPr>
          <p:cNvPicPr>
            <a:picLocks noChangeAspect="1"/>
          </p:cNvPicPr>
          <p:nvPr/>
        </p:nvPicPr>
        <p:blipFill>
          <a:blip r:embed="rId26">
            <a:extLst>
              <a:ext uri="{28A0092B-C50C-407E-A947-70E740481C1C}">
                <a14:useLocalDpi xmlns:a14="http://schemas.microsoft.com/office/drawing/2010/main" val="0"/>
              </a:ext>
            </a:extLst>
          </a:blip>
          <a:srcRect l="21051" t="8438" r="38380" b="8104"/>
          <a:stretch>
            <a:fillRect/>
          </a:stretch>
        </p:blipFill>
        <p:spPr>
          <a:xfrm>
            <a:off x="6358167" y="324079"/>
            <a:ext cx="3264888" cy="3545525"/>
          </a:xfrm>
          <a:prstGeom prst="rect">
            <a:avLst/>
          </a:prstGeom>
        </p:spPr>
      </p:pic>
      <p:cxnSp>
        <p:nvCxnSpPr>
          <p:cNvPr id="28" name="Straight Arrow Connector 27">
            <a:extLst>
              <a:ext uri="{FF2B5EF4-FFF2-40B4-BE49-F238E27FC236}">
                <a16:creationId xmlns:a16="http://schemas.microsoft.com/office/drawing/2014/main" id="{F990A8DE-4DB4-D49C-9A8F-EA3A907D9B28}"/>
              </a:ext>
            </a:extLst>
          </p:cNvPr>
          <p:cNvCxnSpPr>
            <a:cxnSpLocks/>
            <a:endCxn id="25" idx="3"/>
          </p:cNvCxnSpPr>
          <p:nvPr/>
        </p:nvCxnSpPr>
        <p:spPr>
          <a:xfrm flipH="1">
            <a:off x="5507182" y="3869604"/>
            <a:ext cx="933209" cy="20957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CCE1436E-0AF7-FA96-71CC-9CB0BD88DDB9}"/>
              </a:ext>
            </a:extLst>
          </p:cNvPr>
          <p:cNvSpPr/>
          <p:nvPr/>
        </p:nvSpPr>
        <p:spPr>
          <a:xfrm>
            <a:off x="9963801" y="-650286"/>
            <a:ext cx="3638104" cy="7442921"/>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pPr>
              <a:spcBef>
                <a:spcPts val="1800"/>
              </a:spcBef>
              <a:spcAft>
                <a:spcPts val="400"/>
              </a:spcAft>
              <a:buNone/>
            </a:pPr>
            <a:r>
              <a:rPr lang="en-US" b="1" kern="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WHEN A TRUCK IS LOADED</a:t>
            </a:r>
            <a:endParaRPr lang="en-ZA" b="1" kern="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USER: Load Controller</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ACTION: Enter tons + seals.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buNone/>
            </a:pPr>
            <a:r>
              <a:rPr lang="en-US" sz="1400" dirty="0">
                <a:effectLst/>
                <a:latin typeface="Aptos" panose="020B0004020202020204" pitchFamily="34" charset="0"/>
                <a:ea typeface="Aptos" panose="020B0004020202020204" pitchFamily="34" charset="0"/>
                <a:cs typeface="Times New Roman" panose="02020603050405020304" pitchFamily="18" charset="0"/>
              </a:rPr>
              <a:t>SYSTEM UPDATES:</a:t>
            </a:r>
            <a:endParaRPr lang="en-ZA" sz="14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800"/>
              </a:spcBef>
              <a:spcAft>
                <a:spcPts val="400"/>
              </a:spcAft>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MINE DASHBOARD</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Tons out increases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Loading activity updates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Truck status changes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spcBef>
                <a:spcPts val="800"/>
              </a:spcBef>
              <a:spcAft>
                <a:spcPts val="400"/>
              </a:spcAft>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STOCKPILE SYSTEM</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Stockpile tons decrease automatically</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spcBef>
                <a:spcPts val="800"/>
              </a:spcBef>
              <a:spcAft>
                <a:spcPts val="400"/>
              </a:spcAft>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BUYER DASHBOARD</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Product tons increase</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Recon updates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Active trips update</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spcBef>
                <a:spcPts val="800"/>
              </a:spcBef>
              <a:spcAft>
                <a:spcPts val="400"/>
              </a:spcAft>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TRANSPORTER DASHBOARD</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Tons delivered update</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Route activity updates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Active trip updates</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a:spcBef>
                <a:spcPts val="800"/>
              </a:spcBef>
              <a:spcAft>
                <a:spcPts val="400"/>
              </a:spcAft>
              <a:buNone/>
            </a:pPr>
            <a:r>
              <a:rPr lang="en-US"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RECON SYSTEM</a:t>
            </a:r>
            <a:endParaRPr lang="en-ZA"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Recon record created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Timestamp saved</a:t>
            </a:r>
            <a:endParaRPr lang="en-ZA" sz="1400" dirty="0">
              <a:effectLst/>
              <a:latin typeface="Aptos" panose="020B0004020202020204" pitchFamily="34" charset="0"/>
              <a:ea typeface="Aptos" panose="020B0004020202020204" pitchFamily="34" charset="0"/>
              <a:cs typeface="Symbol" panose="05050102010706020507" pitchFamily="18" charset="2"/>
            </a:endParaRPr>
          </a:p>
          <a:p>
            <a:pPr marL="342900" lvl="0" indent="-342900">
              <a:spcBef>
                <a:spcPts val="180"/>
              </a:spcBef>
              <a:spcAft>
                <a:spcPts val="180"/>
              </a:spcAft>
              <a:buFont typeface="Symbol" panose="05050102010706020507" pitchFamily="18" charset="2"/>
              <a:buChar char=""/>
            </a:pPr>
            <a:r>
              <a:rPr lang="en-US" sz="1400" dirty="0">
                <a:effectLst/>
                <a:latin typeface="Aptos" panose="020B0004020202020204" pitchFamily="34" charset="0"/>
                <a:ea typeface="Aptos" panose="020B0004020202020204" pitchFamily="34" charset="0"/>
                <a:cs typeface="Symbol" panose="05050102010706020507" pitchFamily="18" charset="2"/>
              </a:rPr>
              <a:t>Seal records saved</a:t>
            </a:r>
            <a:endParaRPr lang="en-ZA" sz="1400" dirty="0">
              <a:effectLst/>
              <a:latin typeface="Aptos" panose="020B0004020202020204" pitchFamily="34" charset="0"/>
              <a:ea typeface="Aptos" panose="020B0004020202020204" pitchFamily="34" charset="0"/>
              <a:cs typeface="Symbol" panose="05050102010706020507" pitchFamily="18" charset="2"/>
            </a:endParaRPr>
          </a:p>
        </p:txBody>
      </p:sp>
    </p:spTree>
    <p:extLst>
      <p:ext uri="{BB962C8B-B14F-4D97-AF65-F5344CB8AC3E}">
        <p14:creationId xmlns:p14="http://schemas.microsoft.com/office/powerpoint/2010/main" val="50030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09D460B-C5FD-430E-7D0B-24EA2AECDF63}"/>
              </a:ext>
            </a:extLst>
          </p:cNvPr>
          <p:cNvSpPr/>
          <p:nvPr/>
        </p:nvSpPr>
        <p:spPr>
          <a:xfrm>
            <a:off x="7545004" y="1005185"/>
            <a:ext cx="979715" cy="310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 name="Picture 1">
            <a:extLst>
              <a:ext uri="{FF2B5EF4-FFF2-40B4-BE49-F238E27FC236}">
                <a16:creationId xmlns:a16="http://schemas.microsoft.com/office/drawing/2014/main" id="{629954D8-246D-5AF8-7F18-FF6733E838B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r="53932"/>
          <a:stretch>
            <a:fillRect/>
          </a:stretch>
        </p:blipFill>
        <p:spPr>
          <a:xfrm>
            <a:off x="157088" y="157069"/>
            <a:ext cx="5616529" cy="6233312"/>
          </a:xfrm>
          <a:prstGeom prst="rect">
            <a:avLst/>
          </a:prstGeom>
        </p:spPr>
      </p:pic>
      <p:sp>
        <p:nvSpPr>
          <p:cNvPr id="3" name="Rectangle 2">
            <a:extLst>
              <a:ext uri="{FF2B5EF4-FFF2-40B4-BE49-F238E27FC236}">
                <a16:creationId xmlns:a16="http://schemas.microsoft.com/office/drawing/2014/main" id="{7F5C7189-58C1-46F6-96D9-7D17783CBB53}"/>
              </a:ext>
            </a:extLst>
          </p:cNvPr>
          <p:cNvSpPr/>
          <p:nvPr/>
        </p:nvSpPr>
        <p:spPr>
          <a:xfrm>
            <a:off x="1028700" y="229217"/>
            <a:ext cx="862446" cy="280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Mine </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1B39DB7-7B06-2757-DCCA-D7021A27D99C}"/>
                  </a:ext>
                </a:extLst>
              </p14:cNvPr>
              <p14:cNvContentPartPr>
                <a14:cpLocks xmlns:a14="http://schemas.microsoft.com/office/drawing/2010/main" noGrp="1" noRot="1" noMove="1" noResize="1" noEditPoints="1" noAdjustHandles="1" noChangeArrowheads="1" noChangeShapeType="1"/>
              </p14:cNvContentPartPr>
              <p14:nvPr/>
            </p14:nvContentPartPr>
            <p14:xfrm>
              <a:off x="2511933" y="686945"/>
              <a:ext cx="906840" cy="133560"/>
            </p14:xfrm>
          </p:contentPart>
        </mc:Choice>
        <mc:Fallback xmlns="">
          <p:pic>
            <p:nvPicPr>
              <p:cNvPr id="4" name="Ink 3">
                <a:extLst>
                  <a:ext uri="{FF2B5EF4-FFF2-40B4-BE49-F238E27FC236}">
                    <a16:creationId xmlns:a16="http://schemas.microsoft.com/office/drawing/2014/main" id="{51B39DB7-7B06-2757-DCCA-D7021A27D99C}"/>
                  </a:ext>
                </a:extLst>
              </p:cNvPr>
              <p:cNvPicPr>
                <a:picLocks noGrp="1" noRot="1" noMove="1" noResize="1" noEditPoints="1" noAdjustHandles="1" noChangeArrowheads="1" noChangeShapeType="1"/>
              </p:cNvPicPr>
              <p:nvPr/>
            </p:nvPicPr>
            <p:blipFill>
              <a:blip r:embed="rId5"/>
              <a:stretch>
                <a:fillRect/>
              </a:stretch>
            </p:blipFill>
            <p:spPr>
              <a:xfrm>
                <a:off x="2449293" y="623945"/>
                <a:ext cx="10324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46A4B91-D60B-5007-A414-C22D6AF1D0B9}"/>
                  </a:ext>
                </a:extLst>
              </p14:cNvPr>
              <p14:cNvContentPartPr/>
              <p14:nvPr/>
            </p14:nvContentPartPr>
            <p14:xfrm>
              <a:off x="2418333" y="198785"/>
              <a:ext cx="2519280" cy="635760"/>
            </p14:xfrm>
          </p:contentPart>
        </mc:Choice>
        <mc:Fallback xmlns="">
          <p:pic>
            <p:nvPicPr>
              <p:cNvPr id="5" name="Ink 4">
                <a:extLst>
                  <a:ext uri="{FF2B5EF4-FFF2-40B4-BE49-F238E27FC236}">
                    <a16:creationId xmlns:a16="http://schemas.microsoft.com/office/drawing/2014/main" id="{B46A4B91-D60B-5007-A414-C22D6AF1D0B9}"/>
                  </a:ext>
                </a:extLst>
              </p:cNvPr>
              <p:cNvPicPr/>
              <p:nvPr/>
            </p:nvPicPr>
            <p:blipFill>
              <a:blip r:embed="rId7"/>
              <a:stretch>
                <a:fillRect/>
              </a:stretch>
            </p:blipFill>
            <p:spPr>
              <a:xfrm>
                <a:off x="2355693" y="135785"/>
                <a:ext cx="2644920" cy="761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9CA3339E-08A8-CBFA-ECC1-3B1C0DF9BC10}"/>
                  </a:ext>
                </a:extLst>
              </p14:cNvPr>
              <p14:cNvContentPartPr>
                <a14:cpLocks xmlns:a14="http://schemas.microsoft.com/office/drawing/2010/main" noGrp="1" noRot="1" noMove="1" noResize="1" noEditPoints="1" noAdjustHandles="1" noChangeArrowheads="1" noChangeShapeType="1"/>
              </p14:cNvContentPartPr>
              <p14:nvPr/>
            </p14:nvContentPartPr>
            <p14:xfrm>
              <a:off x="290373" y="1225145"/>
              <a:ext cx="764640" cy="158400"/>
            </p14:xfrm>
          </p:contentPart>
        </mc:Choice>
        <mc:Fallback xmlns="">
          <p:pic>
            <p:nvPicPr>
              <p:cNvPr id="6" name="Ink 5">
                <a:extLst>
                  <a:ext uri="{FF2B5EF4-FFF2-40B4-BE49-F238E27FC236}">
                    <a16:creationId xmlns:a16="http://schemas.microsoft.com/office/drawing/2014/main" id="{9CA3339E-08A8-CBFA-ECC1-3B1C0DF9BC10}"/>
                  </a:ext>
                </a:extLst>
              </p:cNvPr>
              <p:cNvPicPr>
                <a:picLocks noGrp="1" noRot="1" noMove="1" noResize="1" noEditPoints="1" noAdjustHandles="1" noChangeArrowheads="1" noChangeShapeType="1"/>
              </p:cNvPicPr>
              <p:nvPr/>
            </p:nvPicPr>
            <p:blipFill>
              <a:blip r:embed="rId9"/>
              <a:stretch>
                <a:fillRect/>
              </a:stretch>
            </p:blipFill>
            <p:spPr>
              <a:xfrm>
                <a:off x="227733" y="1162145"/>
                <a:ext cx="8902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B9505F5E-3500-5B12-082A-72B0D5196C8F}"/>
                  </a:ext>
                </a:extLst>
              </p14:cNvPr>
              <p14:cNvContentPartPr>
                <a14:cpLocks xmlns:a14="http://schemas.microsoft.com/office/drawing/2010/main" noGrp="1" noRot="1" noMove="1" noResize="1" noEditPoints="1" noAdjustHandles="1" noChangeArrowheads="1" noChangeShapeType="1"/>
              </p14:cNvContentPartPr>
              <p14:nvPr/>
            </p14:nvContentPartPr>
            <p14:xfrm>
              <a:off x="324933" y="2046305"/>
              <a:ext cx="714240" cy="157320"/>
            </p14:xfrm>
          </p:contentPart>
        </mc:Choice>
        <mc:Fallback xmlns="">
          <p:pic>
            <p:nvPicPr>
              <p:cNvPr id="7" name="Ink 6">
                <a:extLst>
                  <a:ext uri="{FF2B5EF4-FFF2-40B4-BE49-F238E27FC236}">
                    <a16:creationId xmlns:a16="http://schemas.microsoft.com/office/drawing/2014/main" id="{B9505F5E-3500-5B12-082A-72B0D5196C8F}"/>
                  </a:ext>
                </a:extLst>
              </p:cNvPr>
              <p:cNvPicPr>
                <a:picLocks noGrp="1" noRot="1" noMove="1" noResize="1" noEditPoints="1" noAdjustHandles="1" noChangeArrowheads="1" noChangeShapeType="1"/>
              </p:cNvPicPr>
              <p:nvPr/>
            </p:nvPicPr>
            <p:blipFill>
              <a:blip r:embed="rId11"/>
              <a:stretch>
                <a:fillRect/>
              </a:stretch>
            </p:blipFill>
            <p:spPr>
              <a:xfrm>
                <a:off x="262293" y="1983665"/>
                <a:ext cx="83988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701CB2BD-18B5-6824-509A-5FB470C71BBB}"/>
                  </a:ext>
                </a:extLst>
              </p14:cNvPr>
              <p14:cNvContentPartPr>
                <a14:cpLocks xmlns:a14="http://schemas.microsoft.com/office/drawing/2010/main" noGrp="1" noRot="1" noMove="1" noResize="1" noEditPoints="1" noAdjustHandles="1" noChangeArrowheads="1" noChangeShapeType="1"/>
              </p14:cNvContentPartPr>
              <p14:nvPr/>
            </p14:nvContentPartPr>
            <p14:xfrm>
              <a:off x="341493" y="2451665"/>
              <a:ext cx="645840" cy="178200"/>
            </p14:xfrm>
          </p:contentPart>
        </mc:Choice>
        <mc:Fallback xmlns="">
          <p:pic>
            <p:nvPicPr>
              <p:cNvPr id="8" name="Ink 7">
                <a:extLst>
                  <a:ext uri="{FF2B5EF4-FFF2-40B4-BE49-F238E27FC236}">
                    <a16:creationId xmlns:a16="http://schemas.microsoft.com/office/drawing/2014/main" id="{701CB2BD-18B5-6824-509A-5FB470C71BBB}"/>
                  </a:ext>
                </a:extLst>
              </p:cNvPr>
              <p:cNvPicPr>
                <a:picLocks noGrp="1" noRot="1" noMove="1" noResize="1" noEditPoints="1" noAdjustHandles="1" noChangeArrowheads="1" noChangeShapeType="1"/>
              </p:cNvPicPr>
              <p:nvPr/>
            </p:nvPicPr>
            <p:blipFill>
              <a:blip r:embed="rId13"/>
              <a:stretch>
                <a:fillRect/>
              </a:stretch>
            </p:blipFill>
            <p:spPr>
              <a:xfrm>
                <a:off x="278853" y="2389025"/>
                <a:ext cx="771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6D20DDCF-3177-9153-0E8B-93FEDF9BB28F}"/>
                  </a:ext>
                </a:extLst>
              </p14:cNvPr>
              <p14:cNvContentPartPr>
                <a14:cpLocks xmlns:a14="http://schemas.microsoft.com/office/drawing/2010/main" noGrp="1" noRot="1" noMove="1" noResize="1" noEditPoints="1" noAdjustHandles="1" noChangeArrowheads="1" noChangeShapeType="1"/>
              </p14:cNvContentPartPr>
              <p14:nvPr/>
            </p14:nvContentPartPr>
            <p14:xfrm>
              <a:off x="332133" y="2877905"/>
              <a:ext cx="914760" cy="720"/>
            </p14:xfrm>
          </p:contentPart>
        </mc:Choice>
        <mc:Fallback xmlns="">
          <p:pic>
            <p:nvPicPr>
              <p:cNvPr id="10" name="Ink 9">
                <a:extLst>
                  <a:ext uri="{FF2B5EF4-FFF2-40B4-BE49-F238E27FC236}">
                    <a16:creationId xmlns:a16="http://schemas.microsoft.com/office/drawing/2014/main" id="{6D20DDCF-3177-9153-0E8B-93FEDF9BB28F}"/>
                  </a:ext>
                </a:extLst>
              </p:cNvPr>
              <p:cNvPicPr>
                <a:picLocks noGrp="1" noRot="1" noMove="1" noResize="1" noEditPoints="1" noAdjustHandles="1" noChangeArrowheads="1" noChangeShapeType="1"/>
              </p:cNvPicPr>
              <p:nvPr/>
            </p:nvPicPr>
            <p:blipFill>
              <a:blip r:embed="rId15"/>
              <a:stretch>
                <a:fillRect/>
              </a:stretch>
            </p:blipFill>
            <p:spPr>
              <a:xfrm>
                <a:off x="269133" y="2751905"/>
                <a:ext cx="10404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2E451905-2CFE-6AD0-72F4-5EA4AC160DFC}"/>
                  </a:ext>
                </a:extLst>
              </p14:cNvPr>
              <p14:cNvContentPartPr>
                <a14:cpLocks xmlns:a14="http://schemas.microsoft.com/office/drawing/2010/main" noGrp="1" noRot="1" noMove="1" noResize="1" noEditPoints="1" noAdjustHandles="1" noChangeArrowheads="1" noChangeShapeType="1"/>
              </p14:cNvContentPartPr>
              <p14:nvPr/>
            </p14:nvContentPartPr>
            <p14:xfrm>
              <a:off x="311613" y="3241865"/>
              <a:ext cx="965520" cy="63720"/>
            </p14:xfrm>
          </p:contentPart>
        </mc:Choice>
        <mc:Fallback xmlns="">
          <p:pic>
            <p:nvPicPr>
              <p:cNvPr id="11" name="Ink 10">
                <a:extLst>
                  <a:ext uri="{FF2B5EF4-FFF2-40B4-BE49-F238E27FC236}">
                    <a16:creationId xmlns:a16="http://schemas.microsoft.com/office/drawing/2014/main" id="{2E451905-2CFE-6AD0-72F4-5EA4AC160DFC}"/>
                  </a:ext>
                </a:extLst>
              </p:cNvPr>
              <p:cNvPicPr>
                <a:picLocks noGrp="1" noRot="1" noMove="1" noResize="1" noEditPoints="1" noAdjustHandles="1" noChangeArrowheads="1" noChangeShapeType="1"/>
              </p:cNvPicPr>
              <p:nvPr/>
            </p:nvPicPr>
            <p:blipFill>
              <a:blip r:embed="rId17"/>
              <a:stretch>
                <a:fillRect/>
              </a:stretch>
            </p:blipFill>
            <p:spPr>
              <a:xfrm>
                <a:off x="248613" y="3179225"/>
                <a:ext cx="1091160" cy="189360"/>
              </a:xfrm>
              <a:prstGeom prst="rect">
                <a:avLst/>
              </a:prstGeom>
            </p:spPr>
          </p:pic>
        </mc:Fallback>
      </mc:AlternateContent>
      <p:sp>
        <p:nvSpPr>
          <p:cNvPr id="12" name="Rectangle: Rounded Corners 11">
            <a:extLst>
              <a:ext uri="{FF2B5EF4-FFF2-40B4-BE49-F238E27FC236}">
                <a16:creationId xmlns:a16="http://schemas.microsoft.com/office/drawing/2014/main" id="{EB5CAD72-D965-9DC7-82EF-93B5812BE666}"/>
              </a:ext>
            </a:extLst>
          </p:cNvPr>
          <p:cNvSpPr>
            <a:spLocks noGrp="1" noRot="1" noMove="1" noResize="1" noEditPoints="1" noAdjustHandles="1" noChangeArrowheads="1" noChangeShapeType="1"/>
          </p:cNvSpPr>
          <p:nvPr/>
        </p:nvSpPr>
        <p:spPr>
          <a:xfrm>
            <a:off x="2418333" y="615818"/>
            <a:ext cx="2655949" cy="7787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Seach truck reg</a:t>
            </a:r>
          </a:p>
          <a:p>
            <a:pPr algn="ctr"/>
            <a:r>
              <a:rPr lang="en-ZA" dirty="0"/>
              <a:t>(hv34tgGP) </a:t>
            </a:r>
          </a:p>
        </p:txBody>
      </p:sp>
      <p:sp>
        <p:nvSpPr>
          <p:cNvPr id="13" name="Rectangle 12">
            <a:extLst>
              <a:ext uri="{FF2B5EF4-FFF2-40B4-BE49-F238E27FC236}">
                <a16:creationId xmlns:a16="http://schemas.microsoft.com/office/drawing/2014/main" id="{C84E3FA7-52D9-6212-0A22-7328CFC1C295}"/>
              </a:ext>
            </a:extLst>
          </p:cNvPr>
          <p:cNvSpPr>
            <a:spLocks noGrp="1" noRot="1" noMove="1" noResize="1" noEditPoints="1" noAdjustHandles="1" noChangeArrowheads="1" noChangeShapeType="1"/>
          </p:cNvSpPr>
          <p:nvPr/>
        </p:nvSpPr>
        <p:spPr>
          <a:xfrm>
            <a:off x="2535479" y="2046305"/>
            <a:ext cx="2655949" cy="1465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Hv34tgGP </a:t>
            </a:r>
          </a:p>
          <a:p>
            <a:pPr algn="ctr"/>
            <a:r>
              <a:rPr lang="en-ZA" dirty="0"/>
              <a:t>On site </a:t>
            </a:r>
          </a:p>
          <a:p>
            <a:pPr algn="ctr"/>
            <a:endParaRPr lang="en-ZA" dirty="0"/>
          </a:p>
          <a:p>
            <a:pPr algn="ctr"/>
            <a:endParaRPr lang="en-ZA" dirty="0"/>
          </a:p>
          <a:p>
            <a:pPr algn="ctr"/>
            <a:endParaRPr lang="en-ZA" dirty="0"/>
          </a:p>
        </p:txBody>
      </p:sp>
      <p:sp>
        <p:nvSpPr>
          <p:cNvPr id="14" name="Rectangle 13">
            <a:extLst>
              <a:ext uri="{FF2B5EF4-FFF2-40B4-BE49-F238E27FC236}">
                <a16:creationId xmlns:a16="http://schemas.microsoft.com/office/drawing/2014/main" id="{498FFB1D-03F7-6246-84A0-C88F86086902}"/>
              </a:ext>
            </a:extLst>
          </p:cNvPr>
          <p:cNvSpPr>
            <a:spLocks noGrp="1" noRot="1" noMove="1" noResize="1" noEditPoints="1" noAdjustHandles="1" noChangeArrowheads="1" noChangeShapeType="1"/>
          </p:cNvSpPr>
          <p:nvPr/>
        </p:nvSpPr>
        <p:spPr>
          <a:xfrm>
            <a:off x="2732809" y="2915706"/>
            <a:ext cx="800100" cy="399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Yes </a:t>
            </a:r>
          </a:p>
        </p:txBody>
      </p:sp>
      <p:sp>
        <p:nvSpPr>
          <p:cNvPr id="15" name="Rectangle 14">
            <a:extLst>
              <a:ext uri="{FF2B5EF4-FFF2-40B4-BE49-F238E27FC236}">
                <a16:creationId xmlns:a16="http://schemas.microsoft.com/office/drawing/2014/main" id="{84FE26EC-8CCE-7E0F-DB91-BB4BBC300828}"/>
              </a:ext>
            </a:extLst>
          </p:cNvPr>
          <p:cNvSpPr>
            <a:spLocks noGrp="1" noRot="1" noMove="1" noResize="1" noEditPoints="1" noAdjustHandles="1" noChangeArrowheads="1" noChangeShapeType="1"/>
          </p:cNvSpPr>
          <p:nvPr/>
        </p:nvSpPr>
        <p:spPr>
          <a:xfrm>
            <a:off x="3927764" y="2915706"/>
            <a:ext cx="893618" cy="399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no</a:t>
            </a:r>
          </a:p>
        </p:txBody>
      </p:sp>
      <p:sp>
        <p:nvSpPr>
          <p:cNvPr id="16" name="Rectangle 15">
            <a:extLst>
              <a:ext uri="{FF2B5EF4-FFF2-40B4-BE49-F238E27FC236}">
                <a16:creationId xmlns:a16="http://schemas.microsoft.com/office/drawing/2014/main" id="{0E6CEE99-4403-F28A-5266-32AA8FED2E6E}"/>
              </a:ext>
            </a:extLst>
          </p:cNvPr>
          <p:cNvSpPr>
            <a:spLocks noGrp="1" noRot="1" noMove="1" noResize="1" noEditPoints="1" noAdjustHandles="1" noChangeArrowheads="1" noChangeShapeType="1"/>
          </p:cNvSpPr>
          <p:nvPr/>
        </p:nvSpPr>
        <p:spPr>
          <a:xfrm>
            <a:off x="2325647" y="5680428"/>
            <a:ext cx="3075612" cy="477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View </a:t>
            </a:r>
            <a:r>
              <a:rPr lang="en-ZA" dirty="0" err="1"/>
              <a:t>trucklist</a:t>
            </a:r>
            <a:r>
              <a:rPr lang="en-ZA" dirty="0"/>
              <a:t> </a:t>
            </a:r>
          </a:p>
        </p:txBody>
      </p:sp>
      <p:sp>
        <p:nvSpPr>
          <p:cNvPr id="17" name="Rectangle 16">
            <a:extLst>
              <a:ext uri="{FF2B5EF4-FFF2-40B4-BE49-F238E27FC236}">
                <a16:creationId xmlns:a16="http://schemas.microsoft.com/office/drawing/2014/main" id="{82B27390-6CD4-11D1-1B60-99C4D326F1DE}"/>
              </a:ext>
            </a:extLst>
          </p:cNvPr>
          <p:cNvSpPr>
            <a:spLocks noGrp="1" noRot="1" noMove="1" noResize="1" noEditPoints="1" noAdjustHandles="1" noChangeArrowheads="1" noChangeShapeType="1"/>
          </p:cNvSpPr>
          <p:nvPr/>
        </p:nvSpPr>
        <p:spPr>
          <a:xfrm>
            <a:off x="2511933" y="3863366"/>
            <a:ext cx="2655949" cy="1465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Hv34tgGP </a:t>
            </a:r>
          </a:p>
          <a:p>
            <a:pPr algn="ctr"/>
            <a:r>
              <a:rPr lang="en-ZA" dirty="0"/>
              <a:t>Loaded and gone  </a:t>
            </a:r>
          </a:p>
          <a:p>
            <a:pPr algn="ctr"/>
            <a:endParaRPr lang="en-ZA" dirty="0"/>
          </a:p>
          <a:p>
            <a:pPr algn="ctr"/>
            <a:endParaRPr lang="en-ZA" dirty="0"/>
          </a:p>
          <a:p>
            <a:pPr algn="ctr"/>
            <a:endParaRPr lang="en-ZA" dirty="0"/>
          </a:p>
        </p:txBody>
      </p:sp>
      <p:sp>
        <p:nvSpPr>
          <p:cNvPr id="18" name="Rectangle 17">
            <a:extLst>
              <a:ext uri="{FF2B5EF4-FFF2-40B4-BE49-F238E27FC236}">
                <a16:creationId xmlns:a16="http://schemas.microsoft.com/office/drawing/2014/main" id="{76616D4B-373B-7584-DEC0-9CAB8C88B2D2}"/>
              </a:ext>
            </a:extLst>
          </p:cNvPr>
          <p:cNvSpPr>
            <a:spLocks noGrp="1" noRot="1" noMove="1" noResize="1" noEditPoints="1" noAdjustHandles="1" noChangeArrowheads="1" noChangeShapeType="1"/>
          </p:cNvSpPr>
          <p:nvPr/>
        </p:nvSpPr>
        <p:spPr>
          <a:xfrm>
            <a:off x="2732809" y="4699018"/>
            <a:ext cx="800100" cy="399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Yes </a:t>
            </a:r>
          </a:p>
        </p:txBody>
      </p:sp>
      <p:sp>
        <p:nvSpPr>
          <p:cNvPr id="19" name="Rectangle 18">
            <a:extLst>
              <a:ext uri="{FF2B5EF4-FFF2-40B4-BE49-F238E27FC236}">
                <a16:creationId xmlns:a16="http://schemas.microsoft.com/office/drawing/2014/main" id="{F0ED15F4-A63D-43EC-0455-6B54DB8AC480}"/>
              </a:ext>
            </a:extLst>
          </p:cNvPr>
          <p:cNvSpPr>
            <a:spLocks noGrp="1" noRot="1" noMove="1" noResize="1" noEditPoints="1" noAdjustHandles="1" noChangeArrowheads="1" noChangeShapeType="1"/>
          </p:cNvSpPr>
          <p:nvPr/>
        </p:nvSpPr>
        <p:spPr>
          <a:xfrm>
            <a:off x="3927764" y="4720461"/>
            <a:ext cx="893618" cy="399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no</a:t>
            </a:r>
          </a:p>
        </p:txBody>
      </p:sp>
      <p:sp>
        <p:nvSpPr>
          <p:cNvPr id="20" name="Rectangle 19">
            <a:extLst>
              <a:ext uri="{FF2B5EF4-FFF2-40B4-BE49-F238E27FC236}">
                <a16:creationId xmlns:a16="http://schemas.microsoft.com/office/drawing/2014/main" id="{B6935BD5-61D6-CF30-39AC-FE215F2801D3}"/>
              </a:ext>
            </a:extLst>
          </p:cNvPr>
          <p:cNvSpPr/>
          <p:nvPr/>
        </p:nvSpPr>
        <p:spPr>
          <a:xfrm>
            <a:off x="7119257" y="615819"/>
            <a:ext cx="3135086" cy="5542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numCol="2" rtlCol="0" anchor="t"/>
          <a:lstStyle/>
          <a:p>
            <a:pPr algn="ctr"/>
            <a:r>
              <a:rPr lang="en-ZA" u="sng" dirty="0"/>
              <a:t>Reg no </a:t>
            </a:r>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r>
              <a:rPr lang="en-ZA" u="sng" dirty="0"/>
              <a:t>Buyer</a:t>
            </a:r>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a:p>
            <a:pPr algn="ctr"/>
            <a:endParaRPr lang="en-ZA" dirty="0"/>
          </a:p>
        </p:txBody>
      </p:sp>
      <p:grpSp>
        <p:nvGrpSpPr>
          <p:cNvPr id="24" name="Group 23">
            <a:extLst>
              <a:ext uri="{FF2B5EF4-FFF2-40B4-BE49-F238E27FC236}">
                <a16:creationId xmlns:a16="http://schemas.microsoft.com/office/drawing/2014/main" id="{5AB0D14F-5594-E9DA-7509-7EBE76633D22}"/>
              </a:ext>
            </a:extLst>
          </p:cNvPr>
          <p:cNvGrpSpPr/>
          <p:nvPr/>
        </p:nvGrpSpPr>
        <p:grpSpPr>
          <a:xfrm>
            <a:off x="5431731" y="946611"/>
            <a:ext cx="1689480" cy="5105880"/>
            <a:chOff x="5431731" y="946611"/>
            <a:chExt cx="1689480" cy="5105880"/>
          </a:xfrm>
        </p:grpSpPr>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B181A16A-9096-5DC4-9C08-6C05262F804E}"/>
                    </a:ext>
                  </a:extLst>
                </p14:cNvPr>
                <p14:cNvContentPartPr/>
                <p14:nvPr/>
              </p14:nvContentPartPr>
              <p14:xfrm>
                <a:off x="5431731" y="981891"/>
                <a:ext cx="1555560" cy="5070600"/>
              </p14:xfrm>
            </p:contentPart>
          </mc:Choice>
          <mc:Fallback xmlns="">
            <p:pic>
              <p:nvPicPr>
                <p:cNvPr id="22" name="Ink 21">
                  <a:extLst>
                    <a:ext uri="{FF2B5EF4-FFF2-40B4-BE49-F238E27FC236}">
                      <a16:creationId xmlns:a16="http://schemas.microsoft.com/office/drawing/2014/main" id="{B181A16A-9096-5DC4-9C08-6C05262F804E}"/>
                    </a:ext>
                  </a:extLst>
                </p:cNvPr>
                <p:cNvPicPr/>
                <p:nvPr/>
              </p:nvPicPr>
              <p:blipFill>
                <a:blip r:embed="rId19"/>
                <a:stretch>
                  <a:fillRect/>
                </a:stretch>
              </p:blipFill>
              <p:spPr>
                <a:xfrm>
                  <a:off x="5425611" y="975771"/>
                  <a:ext cx="1567800" cy="5082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2666641C-EE11-3E99-1148-873F8B158C40}"/>
                    </a:ext>
                  </a:extLst>
                </p14:cNvPr>
                <p14:cNvContentPartPr/>
                <p14:nvPr/>
              </p14:nvContentPartPr>
              <p14:xfrm>
                <a:off x="6979011" y="946611"/>
                <a:ext cx="142200" cy="212040"/>
              </p14:xfrm>
            </p:contentPart>
          </mc:Choice>
          <mc:Fallback xmlns="">
            <p:pic>
              <p:nvPicPr>
                <p:cNvPr id="23" name="Ink 22">
                  <a:extLst>
                    <a:ext uri="{FF2B5EF4-FFF2-40B4-BE49-F238E27FC236}">
                      <a16:creationId xmlns:a16="http://schemas.microsoft.com/office/drawing/2014/main" id="{2666641C-EE11-3E99-1148-873F8B158C40}"/>
                    </a:ext>
                  </a:extLst>
                </p:cNvPr>
                <p:cNvPicPr/>
                <p:nvPr/>
              </p:nvPicPr>
              <p:blipFill>
                <a:blip r:embed="rId21"/>
                <a:stretch>
                  <a:fillRect/>
                </a:stretch>
              </p:blipFill>
              <p:spPr>
                <a:xfrm>
                  <a:off x="6972891" y="940491"/>
                  <a:ext cx="154440" cy="224280"/>
                </a:xfrm>
                <a:prstGeom prst="rect">
                  <a:avLst/>
                </a:prstGeom>
              </p:spPr>
            </p:pic>
          </mc:Fallback>
        </mc:AlternateContent>
      </p:grpSp>
      <p:grpSp>
        <p:nvGrpSpPr>
          <p:cNvPr id="27" name="Group 26">
            <a:extLst>
              <a:ext uri="{FF2B5EF4-FFF2-40B4-BE49-F238E27FC236}">
                <a16:creationId xmlns:a16="http://schemas.microsoft.com/office/drawing/2014/main" id="{FFB015D0-E4CF-F582-E184-5A1E41E03FD9}"/>
              </a:ext>
            </a:extLst>
          </p:cNvPr>
          <p:cNvGrpSpPr/>
          <p:nvPr/>
        </p:nvGrpSpPr>
        <p:grpSpPr>
          <a:xfrm>
            <a:off x="10287051" y="315171"/>
            <a:ext cx="2209680" cy="578160"/>
            <a:chOff x="10287051" y="315171"/>
            <a:chExt cx="2209680" cy="578160"/>
          </a:xfrm>
        </p:grpSpPr>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4DFBD637-6CDE-0267-619E-77723F8F6D28}"/>
                    </a:ext>
                  </a:extLst>
                </p14:cNvPr>
                <p14:cNvContentPartPr/>
                <p14:nvPr/>
              </p14:nvContentPartPr>
              <p14:xfrm>
                <a:off x="10287051" y="435411"/>
                <a:ext cx="1914480" cy="457920"/>
              </p14:xfrm>
            </p:contentPart>
          </mc:Choice>
          <mc:Fallback xmlns="">
            <p:pic>
              <p:nvPicPr>
                <p:cNvPr id="25" name="Ink 24">
                  <a:extLst>
                    <a:ext uri="{FF2B5EF4-FFF2-40B4-BE49-F238E27FC236}">
                      <a16:creationId xmlns:a16="http://schemas.microsoft.com/office/drawing/2014/main" id="{4DFBD637-6CDE-0267-619E-77723F8F6D28}"/>
                    </a:ext>
                  </a:extLst>
                </p:cNvPr>
                <p:cNvPicPr/>
                <p:nvPr/>
              </p:nvPicPr>
              <p:blipFill>
                <a:blip r:embed="rId23"/>
                <a:stretch>
                  <a:fillRect/>
                </a:stretch>
              </p:blipFill>
              <p:spPr>
                <a:xfrm>
                  <a:off x="10280931" y="429291"/>
                  <a:ext cx="192672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 name="Ink 25">
                  <a:extLst>
                    <a:ext uri="{FF2B5EF4-FFF2-40B4-BE49-F238E27FC236}">
                      <a16:creationId xmlns:a16="http://schemas.microsoft.com/office/drawing/2014/main" id="{D497ADBF-34AC-2BB4-C40A-B4B9D45565FD}"/>
                    </a:ext>
                  </a:extLst>
                </p14:cNvPr>
                <p14:cNvContentPartPr/>
                <p14:nvPr/>
              </p14:nvContentPartPr>
              <p14:xfrm>
                <a:off x="12109731" y="315171"/>
                <a:ext cx="387000" cy="247320"/>
              </p14:xfrm>
            </p:contentPart>
          </mc:Choice>
          <mc:Fallback xmlns="">
            <p:pic>
              <p:nvPicPr>
                <p:cNvPr id="26" name="Ink 25">
                  <a:extLst>
                    <a:ext uri="{FF2B5EF4-FFF2-40B4-BE49-F238E27FC236}">
                      <a16:creationId xmlns:a16="http://schemas.microsoft.com/office/drawing/2014/main" id="{D497ADBF-34AC-2BB4-C40A-B4B9D45565FD}"/>
                    </a:ext>
                  </a:extLst>
                </p:cNvPr>
                <p:cNvPicPr/>
                <p:nvPr/>
              </p:nvPicPr>
              <p:blipFill>
                <a:blip r:embed="rId25"/>
                <a:stretch>
                  <a:fillRect/>
                </a:stretch>
              </p:blipFill>
              <p:spPr>
                <a:xfrm>
                  <a:off x="12103611" y="309051"/>
                  <a:ext cx="399240" cy="259560"/>
                </a:xfrm>
                <a:prstGeom prst="rect">
                  <a:avLst/>
                </a:prstGeom>
              </p:spPr>
            </p:pic>
          </mc:Fallback>
        </mc:AlternateContent>
      </p:grpSp>
      <p:sp>
        <p:nvSpPr>
          <p:cNvPr id="28" name="Rectangle 27">
            <a:extLst>
              <a:ext uri="{FF2B5EF4-FFF2-40B4-BE49-F238E27FC236}">
                <a16:creationId xmlns:a16="http://schemas.microsoft.com/office/drawing/2014/main" id="{28317FE7-AB22-BCB2-0570-66670FF396E1}"/>
              </a:ext>
            </a:extLst>
          </p:cNvPr>
          <p:cNvSpPr/>
          <p:nvPr/>
        </p:nvSpPr>
        <p:spPr>
          <a:xfrm>
            <a:off x="12496731" y="157069"/>
            <a:ext cx="1914480" cy="35440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 pop up of the showing reg number and buyer, the guard can filter </a:t>
            </a:r>
            <a:r>
              <a:rPr lang="en-ZA" dirty="0" err="1"/>
              <a:t>bu</a:t>
            </a:r>
            <a:endParaRPr lang="en-ZA" dirty="0"/>
          </a:p>
        </p:txBody>
      </p:sp>
    </p:spTree>
    <p:extLst>
      <p:ext uri="{BB962C8B-B14F-4D97-AF65-F5344CB8AC3E}">
        <p14:creationId xmlns:p14="http://schemas.microsoft.com/office/powerpoint/2010/main" val="2621558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E7984C-98BD-F77E-E2A2-D5CC6ECB0C2F}"/>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1EEA966B-9BFA-27C3-896E-5EE38EF90EC9}"/>
              </a:ext>
            </a:extLst>
          </p:cNvPr>
          <p:cNvSpPr>
            <a:spLocks noGrp="1" noRot="1" noMove="1" noResize="1" noEditPoints="1" noAdjustHandles="1" noChangeArrowheads="1" noChangeShapeType="1"/>
          </p:cNvSpPr>
          <p:nvPr/>
        </p:nvSpPr>
        <p:spPr>
          <a:xfrm>
            <a:off x="2296391" y="820882"/>
            <a:ext cx="9798627" cy="603711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6" name="Rectangle 5">
            <a:extLst>
              <a:ext uri="{FF2B5EF4-FFF2-40B4-BE49-F238E27FC236}">
                <a16:creationId xmlns:a16="http://schemas.microsoft.com/office/drawing/2014/main" id="{9BE10517-401D-7512-062B-177F8354A8AE}"/>
              </a:ext>
            </a:extLst>
          </p:cNvPr>
          <p:cNvSpPr/>
          <p:nvPr/>
        </p:nvSpPr>
        <p:spPr>
          <a:xfrm>
            <a:off x="2405907" y="3534420"/>
            <a:ext cx="2903848"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u="sng" dirty="0"/>
              <a:t>Tons delivered </a:t>
            </a:r>
          </a:p>
          <a:p>
            <a:r>
              <a:rPr lang="en-ZA" dirty="0"/>
              <a:t>D= 300                        </a:t>
            </a:r>
            <a:r>
              <a:rPr lang="en-ZA" u="sng" dirty="0"/>
              <a:t>TOTAL</a:t>
            </a:r>
          </a:p>
          <a:p>
            <a:r>
              <a:rPr lang="en-ZA" dirty="0"/>
              <a:t>W= 1500                    669845</a:t>
            </a:r>
          </a:p>
          <a:p>
            <a:r>
              <a:rPr lang="en-ZA" dirty="0"/>
              <a:t>M= 7550</a:t>
            </a:r>
          </a:p>
          <a:p>
            <a:r>
              <a:rPr lang="en-ZA" dirty="0"/>
              <a:t>Y=24500</a:t>
            </a:r>
          </a:p>
        </p:txBody>
      </p:sp>
      <p:sp>
        <p:nvSpPr>
          <p:cNvPr id="7" name="Rectangle 6">
            <a:extLst>
              <a:ext uri="{FF2B5EF4-FFF2-40B4-BE49-F238E27FC236}">
                <a16:creationId xmlns:a16="http://schemas.microsoft.com/office/drawing/2014/main" id="{F0C66E01-FEE2-256A-4DF5-E0D4F45B7FC5}"/>
              </a:ext>
            </a:extLst>
          </p:cNvPr>
          <p:cNvSpPr>
            <a:spLocks/>
          </p:cNvSpPr>
          <p:nvPr/>
        </p:nvSpPr>
        <p:spPr>
          <a:xfrm>
            <a:off x="2405907" y="959568"/>
            <a:ext cx="8961748"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Routes</a:t>
            </a:r>
          </a:p>
          <a:p>
            <a:pPr marL="342900" indent="-342900">
              <a:buFont typeface="+mj-lt"/>
              <a:buAutoNum type="arabicPeriod"/>
            </a:pPr>
            <a:r>
              <a:rPr lang="en-ZA" dirty="0"/>
              <a:t>Brys mine &gt; port  	     20 trucks            100 km                    R135 pt   </a:t>
            </a:r>
          </a:p>
          <a:p>
            <a:pPr marL="342900" indent="-342900">
              <a:buFont typeface="+mj-lt"/>
              <a:buAutoNum type="arabicPeriod"/>
            </a:pPr>
            <a:r>
              <a:rPr lang="en-ZA" dirty="0"/>
              <a:t>Hugo mine &gt; </a:t>
            </a:r>
            <a:r>
              <a:rPr lang="en-ZA" dirty="0" err="1"/>
              <a:t>washplant</a:t>
            </a:r>
            <a:r>
              <a:rPr lang="en-ZA" dirty="0"/>
              <a:t>       5 trucks               35 km                      R60 pt </a:t>
            </a:r>
          </a:p>
          <a:p>
            <a:pPr marL="342900" indent="-342900">
              <a:buFont typeface="+mj-lt"/>
              <a:buAutoNum type="arabicPeriod"/>
            </a:pPr>
            <a:r>
              <a:rPr lang="en-ZA" dirty="0" err="1"/>
              <a:t>Drifon</a:t>
            </a:r>
            <a:r>
              <a:rPr lang="en-ZA" dirty="0"/>
              <a:t> &gt; ergo                               35 trucks           450 km                    R600 pt </a:t>
            </a:r>
          </a:p>
        </p:txBody>
      </p:sp>
      <p:sp>
        <p:nvSpPr>
          <p:cNvPr id="8" name="Rectangle 7">
            <a:extLst>
              <a:ext uri="{FF2B5EF4-FFF2-40B4-BE49-F238E27FC236}">
                <a16:creationId xmlns:a16="http://schemas.microsoft.com/office/drawing/2014/main" id="{B15AD26C-F49A-77B6-5185-F6878E781718}"/>
              </a:ext>
            </a:extLst>
          </p:cNvPr>
          <p:cNvSpPr/>
          <p:nvPr/>
        </p:nvSpPr>
        <p:spPr>
          <a:xfrm>
            <a:off x="2405907" y="2396112"/>
            <a:ext cx="8961748" cy="966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sz="1400" u="sng" dirty="0"/>
              <a:t>Active trips</a:t>
            </a:r>
          </a:p>
          <a:p>
            <a:r>
              <a:rPr lang="en-ZA" sz="1400" dirty="0"/>
              <a:t>1. Veh reg- driver name – route – </a:t>
            </a:r>
            <a:r>
              <a:rPr lang="en-ZA" sz="1400" dirty="0" err="1"/>
              <a:t>otw</a:t>
            </a:r>
            <a:r>
              <a:rPr lang="en-ZA" sz="1400" dirty="0"/>
              <a:t> to loading / </a:t>
            </a:r>
            <a:r>
              <a:rPr lang="en-ZA" sz="1400" dirty="0" err="1"/>
              <a:t>otw</a:t>
            </a:r>
            <a:r>
              <a:rPr lang="en-ZA" sz="1400" dirty="0"/>
              <a:t> to offloading </a:t>
            </a:r>
          </a:p>
          <a:p>
            <a:r>
              <a:rPr lang="en-ZA" sz="1400" dirty="0"/>
              <a:t>2.</a:t>
            </a:r>
          </a:p>
          <a:p>
            <a:r>
              <a:rPr lang="en-ZA" sz="1400" dirty="0"/>
              <a:t>3.</a:t>
            </a:r>
          </a:p>
          <a:p>
            <a:endParaRPr lang="en-ZA" dirty="0"/>
          </a:p>
        </p:txBody>
      </p:sp>
      <p:sp>
        <p:nvSpPr>
          <p:cNvPr id="9" name="Rectangle 8">
            <a:extLst>
              <a:ext uri="{FF2B5EF4-FFF2-40B4-BE49-F238E27FC236}">
                <a16:creationId xmlns:a16="http://schemas.microsoft.com/office/drawing/2014/main" id="{450653ED-057F-85FC-0F03-93C97EF04C3E}"/>
              </a:ext>
            </a:extLst>
          </p:cNvPr>
          <p:cNvSpPr/>
          <p:nvPr/>
        </p:nvSpPr>
        <p:spPr>
          <a:xfrm>
            <a:off x="5642264" y="3534420"/>
            <a:ext cx="3283527" cy="12978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dirty="0"/>
              <a:t>Idle vehicles </a:t>
            </a:r>
          </a:p>
          <a:p>
            <a:pPr marL="342900" indent="-342900">
              <a:buAutoNum type="arabicPeriod"/>
            </a:pPr>
            <a:r>
              <a:rPr lang="en-ZA" dirty="0"/>
              <a:t>Jkq123mp</a:t>
            </a:r>
          </a:p>
          <a:p>
            <a:r>
              <a:rPr lang="en-ZA" dirty="0"/>
              <a:t>2. jnj823mp </a:t>
            </a:r>
          </a:p>
          <a:p>
            <a:r>
              <a:rPr lang="en-ZA" dirty="0"/>
              <a:t>3. nao183mp </a:t>
            </a:r>
          </a:p>
        </p:txBody>
      </p:sp>
      <p:sp>
        <p:nvSpPr>
          <p:cNvPr id="10" name="Rectangle 9">
            <a:extLst>
              <a:ext uri="{FF2B5EF4-FFF2-40B4-BE49-F238E27FC236}">
                <a16:creationId xmlns:a16="http://schemas.microsoft.com/office/drawing/2014/main" id="{A560AF7D-3417-890D-D8FA-0427E484C19F}"/>
              </a:ext>
            </a:extLst>
          </p:cNvPr>
          <p:cNvSpPr/>
          <p:nvPr/>
        </p:nvSpPr>
        <p:spPr>
          <a:xfrm>
            <a:off x="2525485" y="5249503"/>
            <a:ext cx="9100457" cy="129785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pPr algn="ctr"/>
            <a:r>
              <a:rPr lang="en-ZA" u="sng" dirty="0"/>
              <a:t>Available routes</a:t>
            </a:r>
          </a:p>
          <a:p>
            <a:pPr marL="342900" indent="-342900">
              <a:buAutoNum type="arabicPeriod"/>
            </a:pPr>
            <a:r>
              <a:rPr lang="en-ZA" dirty="0"/>
              <a:t>Gorge &gt; bush     5 slots       53km        R80   pt          50\50          coal                  </a:t>
            </a:r>
            <a:endParaRPr lang="en-ZA" u="sng" dirty="0"/>
          </a:p>
          <a:p>
            <a:pPr marL="342900" indent="-342900">
              <a:buAutoNum type="arabicPeriod"/>
            </a:pPr>
            <a:r>
              <a:rPr lang="en-ZA" dirty="0"/>
              <a:t>Happy &gt; dingo  10 slots     80km        R120 pt         daily             chrome </a:t>
            </a:r>
          </a:p>
          <a:p>
            <a:pPr marL="342900" indent="-342900">
              <a:buAutoNum type="arabicPeriod"/>
            </a:pPr>
            <a:r>
              <a:rPr lang="en-ZA" dirty="0"/>
              <a:t>Ergo &gt; lingo        30 slots     75km        R115 pt          weekly        chrome</a:t>
            </a:r>
          </a:p>
        </p:txBody>
      </p:sp>
      <p:sp>
        <p:nvSpPr>
          <p:cNvPr id="11" name="Rectangle 10">
            <a:extLst>
              <a:ext uri="{FF2B5EF4-FFF2-40B4-BE49-F238E27FC236}">
                <a16:creationId xmlns:a16="http://schemas.microsoft.com/office/drawing/2014/main" id="{BF46331A-ED73-18ED-1542-6E3FB38F5BFA}"/>
              </a:ext>
            </a:extLst>
          </p:cNvPr>
          <p:cNvSpPr/>
          <p:nvPr/>
        </p:nvSpPr>
        <p:spPr>
          <a:xfrm>
            <a:off x="9221189" y="4347945"/>
            <a:ext cx="2307771" cy="4757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Request routes </a:t>
            </a:r>
          </a:p>
        </p:txBody>
      </p:sp>
    </p:spTree>
    <p:extLst>
      <p:ext uri="{BB962C8B-B14F-4D97-AF65-F5344CB8AC3E}">
        <p14:creationId xmlns:p14="http://schemas.microsoft.com/office/powerpoint/2010/main" val="2116310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853664-2678-6EA4-84D1-DF6D453DEFB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85D0339-958E-3B20-DB74-C02488E1866F}"/>
                  </a:ext>
                </a:extLst>
              </p14:cNvPr>
              <p14:cNvContentPartPr/>
              <p14:nvPr/>
            </p14:nvContentPartPr>
            <p14:xfrm rot="-191400">
              <a:off x="518207" y="1845215"/>
              <a:ext cx="51212" cy="51900"/>
            </p14:xfrm>
          </p:contentPart>
        </mc:Choice>
        <mc:Fallback xmlns="">
          <p:pic>
            <p:nvPicPr>
              <p:cNvPr id="5" name="Ink 4">
                <a:extLst>
                  <a:ext uri="{FF2B5EF4-FFF2-40B4-BE49-F238E27FC236}">
                    <a16:creationId xmlns:a16="http://schemas.microsoft.com/office/drawing/2014/main" id="{A85D0339-958E-3B20-DB74-C02488E1866F}"/>
                  </a:ext>
                </a:extLst>
              </p:cNvPr>
              <p:cNvPicPr/>
              <p:nvPr/>
            </p:nvPicPr>
            <p:blipFill>
              <a:blip r:embed="rId5"/>
              <a:stretch>
                <a:fillRect/>
              </a:stretch>
            </p:blipFill>
            <p:spPr>
              <a:xfrm rot="-191400">
                <a:off x="500301" y="1827318"/>
                <a:ext cx="86666" cy="87335"/>
              </a:xfrm>
              <a:prstGeom prst="rect">
                <a:avLst/>
              </a:prstGeom>
            </p:spPr>
          </p:pic>
        </mc:Fallback>
      </mc:AlternateContent>
      <p:grpSp>
        <p:nvGrpSpPr>
          <p:cNvPr id="10" name="Group 9">
            <a:extLst>
              <a:ext uri="{FF2B5EF4-FFF2-40B4-BE49-F238E27FC236}">
                <a16:creationId xmlns:a16="http://schemas.microsoft.com/office/drawing/2014/main" id="{28FE9DBE-895E-BC8C-7B2E-BF1C28EBF401}"/>
              </a:ext>
            </a:extLst>
          </p:cNvPr>
          <p:cNvGrpSpPr>
            <a:grpSpLocks noGrp="1" noUngrp="1" noRot="1" noMove="1" noResize="1"/>
          </p:cNvGrpSpPr>
          <p:nvPr/>
        </p:nvGrpSpPr>
        <p:grpSpPr>
          <a:xfrm>
            <a:off x="505653" y="1828865"/>
            <a:ext cx="273960" cy="124920"/>
            <a:chOff x="505653" y="1828865"/>
            <a:chExt cx="273960" cy="12492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54D74F2-134F-B798-C43D-F29EF49EF3A4}"/>
                    </a:ext>
                  </a:extLst>
                </p14:cNvPr>
                <p14:cNvContentPartPr>
                  <a14:cpLocks xmlns:a14="http://schemas.microsoft.com/office/drawing/2010/main" noGrp="1" noRot="1" noMove="1" noResize="1" noEditPoints="1" noAdjustHandles="1" noChangeArrowheads="1" noChangeShapeType="1"/>
                </p14:cNvContentPartPr>
                <p14:nvPr/>
              </p14:nvContentPartPr>
              <p14:xfrm>
                <a:off x="505653" y="1860545"/>
                <a:ext cx="234360" cy="93240"/>
              </p14:xfrm>
            </p:contentPart>
          </mc:Choice>
          <mc:Fallback xmlns="">
            <p:pic>
              <p:nvPicPr>
                <p:cNvPr id="7" name="Ink 6">
                  <a:extLst>
                    <a:ext uri="{FF2B5EF4-FFF2-40B4-BE49-F238E27FC236}">
                      <a16:creationId xmlns:a16="http://schemas.microsoft.com/office/drawing/2014/main" id="{754D74F2-134F-B798-C43D-F29EF49EF3A4}"/>
                    </a:ext>
                  </a:extLst>
                </p:cNvPr>
                <p:cNvPicPr>
                  <a:picLocks noGrp="1" noRot="1" noMove="1" noResize="1" noEditPoints="1" noAdjustHandles="1" noChangeArrowheads="1" noChangeShapeType="1"/>
                </p:cNvPicPr>
                <p:nvPr/>
              </p:nvPicPr>
              <p:blipFill>
                <a:blip r:embed="rId7"/>
                <a:stretch>
                  <a:fillRect/>
                </a:stretch>
              </p:blipFill>
              <p:spPr>
                <a:xfrm>
                  <a:off x="443013" y="1797545"/>
                  <a:ext cx="3600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D1C6744-DE36-ADA9-53B7-8549F55280F1}"/>
                    </a:ext>
                  </a:extLst>
                </p14:cNvPr>
                <p14:cNvContentPartPr>
                  <a14:cpLocks xmlns:a14="http://schemas.microsoft.com/office/drawing/2010/main" noGrp="1" noRot="1" noMove="1" noResize="1" noEditPoints="1" noAdjustHandles="1" noChangeArrowheads="1" noChangeShapeType="1"/>
                </p14:cNvContentPartPr>
                <p14:nvPr/>
              </p14:nvContentPartPr>
              <p14:xfrm>
                <a:off x="518613" y="1838585"/>
                <a:ext cx="261000" cy="94680"/>
              </p14:xfrm>
            </p:contentPart>
          </mc:Choice>
          <mc:Fallback xmlns="">
            <p:pic>
              <p:nvPicPr>
                <p:cNvPr id="8" name="Ink 7">
                  <a:extLst>
                    <a:ext uri="{FF2B5EF4-FFF2-40B4-BE49-F238E27FC236}">
                      <a16:creationId xmlns:a16="http://schemas.microsoft.com/office/drawing/2014/main" id="{9D1C6744-DE36-ADA9-53B7-8549F55280F1}"/>
                    </a:ext>
                  </a:extLst>
                </p:cNvPr>
                <p:cNvPicPr>
                  <a:picLocks noGrp="1" noRot="1" noMove="1" noResize="1" noEditPoints="1" noAdjustHandles="1" noChangeArrowheads="1" noChangeShapeType="1"/>
                </p:cNvPicPr>
                <p:nvPr/>
              </p:nvPicPr>
              <p:blipFill>
                <a:blip r:embed="rId9"/>
                <a:stretch>
                  <a:fillRect/>
                </a:stretch>
              </p:blipFill>
              <p:spPr>
                <a:xfrm>
                  <a:off x="455973" y="1775945"/>
                  <a:ext cx="3866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13EFB133-0FF8-97A8-F0A2-34FF0A9E700E}"/>
                    </a:ext>
                  </a:extLst>
                </p14:cNvPr>
                <p14:cNvContentPartPr>
                  <a14:cpLocks xmlns:a14="http://schemas.microsoft.com/office/drawing/2010/main" noGrp="1" noRot="1" noMove="1" noResize="1" noEditPoints="1" noAdjustHandles="1" noChangeArrowheads="1" noChangeShapeType="1"/>
                </p14:cNvContentPartPr>
                <p14:nvPr/>
              </p14:nvContentPartPr>
              <p14:xfrm>
                <a:off x="574413" y="1828865"/>
                <a:ext cx="38880" cy="8640"/>
              </p14:xfrm>
            </p:contentPart>
          </mc:Choice>
          <mc:Fallback xmlns="">
            <p:pic>
              <p:nvPicPr>
                <p:cNvPr id="9" name="Ink 8">
                  <a:extLst>
                    <a:ext uri="{FF2B5EF4-FFF2-40B4-BE49-F238E27FC236}">
                      <a16:creationId xmlns:a16="http://schemas.microsoft.com/office/drawing/2014/main" id="{13EFB133-0FF8-97A8-F0A2-34FF0A9E700E}"/>
                    </a:ext>
                  </a:extLst>
                </p:cNvPr>
                <p:cNvPicPr>
                  <a:picLocks noGrp="1" noRot="1" noMove="1" noResize="1" noEditPoints="1" noAdjustHandles="1" noChangeArrowheads="1" noChangeShapeType="1"/>
                </p:cNvPicPr>
                <p:nvPr/>
              </p:nvPicPr>
              <p:blipFill>
                <a:blip r:embed="rId11"/>
                <a:stretch>
                  <a:fillRect/>
                </a:stretch>
              </p:blipFill>
              <p:spPr>
                <a:xfrm>
                  <a:off x="511773" y="1765865"/>
                  <a:ext cx="164520" cy="13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D7CFD428-06FE-2513-DFF9-0BAF1A668E05}"/>
                  </a:ext>
                </a:extLst>
              </p14:cNvPr>
              <p14:cNvContentPartPr>
                <a14:cpLocks xmlns:a14="http://schemas.microsoft.com/office/drawing/2010/main" noGrp="1" noRot="1" noMove="1" noResize="1" noEditPoints="1" noAdjustHandles="1" noChangeArrowheads="1" noChangeShapeType="1"/>
              </p14:cNvContentPartPr>
              <p14:nvPr/>
            </p14:nvContentPartPr>
            <p14:xfrm>
              <a:off x="2775453" y="332345"/>
              <a:ext cx="295920" cy="66240"/>
            </p14:xfrm>
          </p:contentPart>
        </mc:Choice>
        <mc:Fallback xmlns="">
          <p:pic>
            <p:nvPicPr>
              <p:cNvPr id="11" name="Ink 10">
                <a:extLst>
                  <a:ext uri="{FF2B5EF4-FFF2-40B4-BE49-F238E27FC236}">
                    <a16:creationId xmlns:a16="http://schemas.microsoft.com/office/drawing/2014/main" id="{D7CFD428-06FE-2513-DFF9-0BAF1A668E05}"/>
                  </a:ext>
                </a:extLst>
              </p:cNvPr>
              <p:cNvPicPr>
                <a:picLocks noGrp="1" noRot="1" noMove="1" noResize="1" noEditPoints="1" noAdjustHandles="1" noChangeArrowheads="1" noChangeShapeType="1"/>
              </p:cNvPicPr>
              <p:nvPr/>
            </p:nvPicPr>
            <p:blipFill>
              <a:blip r:embed="rId13"/>
              <a:stretch>
                <a:fillRect/>
              </a:stretch>
            </p:blipFill>
            <p:spPr>
              <a:xfrm>
                <a:off x="2712453" y="269705"/>
                <a:ext cx="4215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A0D45261-F744-E04C-297A-1A34AE1184DC}"/>
                  </a:ext>
                </a:extLst>
              </p14:cNvPr>
              <p14:cNvContentPartPr>
                <a14:cpLocks xmlns:a14="http://schemas.microsoft.com/office/drawing/2010/main" noGrp="1" noRot="1" noMove="1" noResize="1" noEditPoints="1" noAdjustHandles="1" noChangeArrowheads="1" noChangeShapeType="1"/>
              </p14:cNvContentPartPr>
              <p14:nvPr/>
            </p14:nvContentPartPr>
            <p14:xfrm>
              <a:off x="5308773" y="2849825"/>
              <a:ext cx="3742560" cy="1702800"/>
            </p14:xfrm>
          </p:contentPart>
        </mc:Choice>
        <mc:Fallback xmlns="">
          <p:pic>
            <p:nvPicPr>
              <p:cNvPr id="12" name="Ink 11">
                <a:extLst>
                  <a:ext uri="{FF2B5EF4-FFF2-40B4-BE49-F238E27FC236}">
                    <a16:creationId xmlns:a16="http://schemas.microsoft.com/office/drawing/2014/main" id="{A0D45261-F744-E04C-297A-1A34AE1184DC}"/>
                  </a:ext>
                </a:extLst>
              </p:cNvPr>
              <p:cNvPicPr>
                <a:picLocks noGrp="1" noRot="1" noMove="1" noResize="1" noEditPoints="1" noAdjustHandles="1" noChangeArrowheads="1" noChangeShapeType="1"/>
              </p:cNvPicPr>
              <p:nvPr/>
            </p:nvPicPr>
            <p:blipFill>
              <a:blip r:embed="rId15"/>
              <a:stretch>
                <a:fillRect/>
              </a:stretch>
            </p:blipFill>
            <p:spPr>
              <a:xfrm>
                <a:off x="5245773" y="2786825"/>
                <a:ext cx="3868200" cy="1828440"/>
              </a:xfrm>
              <a:prstGeom prst="rect">
                <a:avLst/>
              </a:prstGeom>
            </p:spPr>
          </p:pic>
        </mc:Fallback>
      </mc:AlternateContent>
      <p:sp>
        <p:nvSpPr>
          <p:cNvPr id="13" name="Rectangle 12">
            <a:extLst>
              <a:ext uri="{FF2B5EF4-FFF2-40B4-BE49-F238E27FC236}">
                <a16:creationId xmlns:a16="http://schemas.microsoft.com/office/drawing/2014/main" id="{83723CE5-D08D-37CD-1B99-D50213D0537D}"/>
              </a:ext>
            </a:extLst>
          </p:cNvPr>
          <p:cNvSpPr>
            <a:spLocks noGrp="1" noRot="1" noMove="1" noResize="1" noEditPoints="1" noAdjustHandles="1" noChangeArrowheads="1" noChangeShapeType="1"/>
          </p:cNvSpPr>
          <p:nvPr/>
        </p:nvSpPr>
        <p:spPr>
          <a:xfrm>
            <a:off x="2296391" y="775983"/>
            <a:ext cx="9466117" cy="1293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Routes</a:t>
            </a:r>
          </a:p>
          <a:p>
            <a:pPr marL="342900" indent="-342900">
              <a:buFont typeface="+mj-lt"/>
              <a:buAutoNum type="arabicPeriod"/>
            </a:pPr>
            <a:r>
              <a:rPr lang="en-ZA" dirty="0"/>
              <a:t>Brys mine &gt; port  	     20 trucks            100 km                    R135 pt   </a:t>
            </a:r>
          </a:p>
          <a:p>
            <a:pPr marL="342900" indent="-342900">
              <a:buFont typeface="+mj-lt"/>
              <a:buAutoNum type="arabicPeriod"/>
            </a:pPr>
            <a:r>
              <a:rPr lang="en-ZA" dirty="0"/>
              <a:t>Hugo mine &gt; </a:t>
            </a:r>
            <a:r>
              <a:rPr lang="en-ZA" dirty="0" err="1"/>
              <a:t>washplant</a:t>
            </a:r>
            <a:r>
              <a:rPr lang="en-ZA" dirty="0"/>
              <a:t>       5 trucks               35 km                      R60 pt </a:t>
            </a:r>
          </a:p>
          <a:p>
            <a:pPr marL="342900" indent="-342900">
              <a:buFont typeface="+mj-lt"/>
              <a:buAutoNum type="arabicPeriod"/>
            </a:pPr>
            <a:r>
              <a:rPr lang="en-ZA" dirty="0" err="1"/>
              <a:t>Drifon</a:t>
            </a:r>
            <a:r>
              <a:rPr lang="en-ZA" dirty="0"/>
              <a:t> &gt; ergo                               35 trucks           450 km                    R600 pt </a:t>
            </a:r>
          </a:p>
        </p:txBody>
      </p:sp>
      <p:sp>
        <p:nvSpPr>
          <p:cNvPr id="14" name="Rectangle 13">
            <a:extLst>
              <a:ext uri="{FF2B5EF4-FFF2-40B4-BE49-F238E27FC236}">
                <a16:creationId xmlns:a16="http://schemas.microsoft.com/office/drawing/2014/main" id="{5F30806A-DCC7-12B2-DC58-AEB798E4E6A1}"/>
              </a:ext>
            </a:extLst>
          </p:cNvPr>
          <p:cNvSpPr/>
          <p:nvPr/>
        </p:nvSpPr>
        <p:spPr>
          <a:xfrm>
            <a:off x="12567804" y="226055"/>
            <a:ext cx="1714500" cy="184348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ZA" sz="1400" dirty="0"/>
              <a:t>If there is more routes this box should have a scroll tab to go down. If a route is clicked then the full info populates at the bottom.</a:t>
            </a:r>
          </a:p>
        </p:txBody>
      </p:sp>
      <p:sp>
        <p:nvSpPr>
          <p:cNvPr id="15" name="Rectangle 14">
            <a:extLst>
              <a:ext uri="{FF2B5EF4-FFF2-40B4-BE49-F238E27FC236}">
                <a16:creationId xmlns:a16="http://schemas.microsoft.com/office/drawing/2014/main" id="{5E3E42EF-4E10-53FD-A201-4155E4DAED7F}"/>
              </a:ext>
            </a:extLst>
          </p:cNvPr>
          <p:cNvSpPr>
            <a:spLocks noGrp="1" noRot="1" noMove="1" noResize="1" noEditPoints="1" noAdjustHandles="1" noChangeArrowheads="1" noChangeShapeType="1"/>
          </p:cNvSpPr>
          <p:nvPr/>
        </p:nvSpPr>
        <p:spPr>
          <a:xfrm>
            <a:off x="2296390" y="2153062"/>
            <a:ext cx="9466117" cy="4447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lgn="ctr">
              <a:buAutoNum type="arabicPeriod"/>
            </a:pPr>
            <a:r>
              <a:rPr lang="en-ZA" u="sng" dirty="0"/>
              <a:t>Brys mine &gt; port </a:t>
            </a:r>
          </a:p>
          <a:p>
            <a:pPr algn="ctr"/>
            <a:r>
              <a:rPr lang="en-ZA" dirty="0"/>
              <a:t>20 trucks 100km R135pt </a:t>
            </a:r>
          </a:p>
          <a:p>
            <a:pPr marL="285750" indent="-285750">
              <a:buFont typeface="Arial" panose="020B0604020202020204" pitchFamily="34" charset="0"/>
              <a:buChar char="•"/>
            </a:pPr>
            <a:r>
              <a:rPr lang="en-ZA" dirty="0"/>
              <a:t>Payment terms – 1 week after invoice</a:t>
            </a:r>
          </a:p>
          <a:p>
            <a:pPr marL="285750" indent="-285750">
              <a:buFont typeface="Arial" panose="020B0604020202020204" pitchFamily="34" charset="0"/>
              <a:buChar char="•"/>
            </a:pPr>
            <a:r>
              <a:rPr lang="en-ZA" dirty="0"/>
              <a:t>Commodity – coal </a:t>
            </a:r>
          </a:p>
          <a:p>
            <a:pPr marL="285750" indent="-285750">
              <a:buFont typeface="Arial" panose="020B0604020202020204" pitchFamily="34" charset="0"/>
              <a:buChar char="•"/>
            </a:pPr>
            <a:r>
              <a:rPr lang="en-ZA" dirty="0"/>
              <a:t>Operational hours- 24/7 </a:t>
            </a:r>
          </a:p>
          <a:p>
            <a:pPr marL="285750" indent="-285750">
              <a:buFont typeface="Arial" panose="020B0604020202020204" pitchFamily="34" charset="0"/>
              <a:buChar char="•"/>
            </a:pPr>
            <a:r>
              <a:rPr lang="en-ZA" dirty="0"/>
              <a:t>Diesel – on account </a:t>
            </a:r>
          </a:p>
          <a:p>
            <a:r>
              <a:rPr lang="en-ZA" dirty="0"/>
              <a:t> </a:t>
            </a:r>
          </a:p>
        </p:txBody>
      </p:sp>
      <p:sp>
        <p:nvSpPr>
          <p:cNvPr id="16" name="Rectangle 15">
            <a:extLst>
              <a:ext uri="{FF2B5EF4-FFF2-40B4-BE49-F238E27FC236}">
                <a16:creationId xmlns:a16="http://schemas.microsoft.com/office/drawing/2014/main" id="{03CAF1E3-E2D2-8C28-5EBA-51A71342A64E}"/>
              </a:ext>
            </a:extLst>
          </p:cNvPr>
          <p:cNvSpPr>
            <a:spLocks noGrp="1" noRot="1" noMove="1" noResize="1" noEditPoints="1" noAdjustHandles="1" noChangeArrowheads="1" noChangeShapeType="1"/>
          </p:cNvSpPr>
          <p:nvPr/>
        </p:nvSpPr>
        <p:spPr>
          <a:xfrm>
            <a:off x="2597598" y="4003856"/>
            <a:ext cx="4471553" cy="1293559"/>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ZA" sz="2400" dirty="0"/>
              <a:t>Tons delivered = 680 </a:t>
            </a:r>
          </a:p>
          <a:p>
            <a:r>
              <a:rPr lang="en-ZA" dirty="0"/>
              <a:t>No. of loads = 20</a:t>
            </a:r>
          </a:p>
          <a:p>
            <a:r>
              <a:rPr lang="en-ZA" dirty="0"/>
              <a:t> Rate = R135 per ton </a:t>
            </a:r>
          </a:p>
          <a:p>
            <a:endParaRPr lang="en-ZA" dirty="0"/>
          </a:p>
        </p:txBody>
      </p:sp>
      <p:sp>
        <p:nvSpPr>
          <p:cNvPr id="17" name="Rectangle 16">
            <a:extLst>
              <a:ext uri="{FF2B5EF4-FFF2-40B4-BE49-F238E27FC236}">
                <a16:creationId xmlns:a16="http://schemas.microsoft.com/office/drawing/2014/main" id="{632F76E3-1CBA-EF92-F6D3-73657356F1D3}"/>
              </a:ext>
            </a:extLst>
          </p:cNvPr>
          <p:cNvSpPr>
            <a:spLocks noGrp="1" noRot="1" noMove="1" noResize="1" noEditPoints="1" noAdjustHandles="1" noChangeArrowheads="1" noChangeShapeType="1"/>
          </p:cNvSpPr>
          <p:nvPr/>
        </p:nvSpPr>
        <p:spPr>
          <a:xfrm>
            <a:off x="7180053" y="4567507"/>
            <a:ext cx="2057400" cy="2701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ZA" sz="1400" dirty="0"/>
              <a:t>View/download recons</a:t>
            </a:r>
          </a:p>
        </p:txBody>
      </p:sp>
      <p:sp>
        <p:nvSpPr>
          <p:cNvPr id="18" name="Rectangle 17">
            <a:extLst>
              <a:ext uri="{FF2B5EF4-FFF2-40B4-BE49-F238E27FC236}">
                <a16:creationId xmlns:a16="http://schemas.microsoft.com/office/drawing/2014/main" id="{A5914C7A-0D96-0A07-F4D5-3F70FB376FB0}"/>
              </a:ext>
            </a:extLst>
          </p:cNvPr>
          <p:cNvSpPr>
            <a:spLocks noGrp="1" noRot="1" noMove="1" noResize="1" noEditPoints="1" noAdjustHandles="1" noChangeArrowheads="1" noChangeShapeType="1"/>
          </p:cNvSpPr>
          <p:nvPr/>
        </p:nvSpPr>
        <p:spPr>
          <a:xfrm>
            <a:off x="7180053" y="5002150"/>
            <a:ext cx="2057400" cy="2701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ZA" dirty="0"/>
              <a:t>Generate invoice</a:t>
            </a:r>
          </a:p>
        </p:txBody>
      </p:sp>
      <p:grpSp>
        <p:nvGrpSpPr>
          <p:cNvPr id="21" name="Group 20">
            <a:extLst>
              <a:ext uri="{FF2B5EF4-FFF2-40B4-BE49-F238E27FC236}">
                <a16:creationId xmlns:a16="http://schemas.microsoft.com/office/drawing/2014/main" id="{FB930C81-2EB8-12D9-841B-1188841AD128}"/>
              </a:ext>
            </a:extLst>
          </p:cNvPr>
          <p:cNvGrpSpPr/>
          <p:nvPr/>
        </p:nvGrpSpPr>
        <p:grpSpPr>
          <a:xfrm>
            <a:off x="11689773" y="1288145"/>
            <a:ext cx="844560" cy="221040"/>
            <a:chOff x="11689773" y="1288145"/>
            <a:chExt cx="844560" cy="221040"/>
          </a:xfrm>
        </p:grpSpPr>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A10377B3-4218-CC2F-31CC-76C99B521A12}"/>
                    </a:ext>
                  </a:extLst>
                </p14:cNvPr>
                <p14:cNvContentPartPr/>
                <p14:nvPr/>
              </p14:nvContentPartPr>
              <p14:xfrm>
                <a:off x="11689773" y="1371665"/>
                <a:ext cx="689400" cy="360"/>
              </p14:xfrm>
            </p:contentPart>
          </mc:Choice>
          <mc:Fallback xmlns="">
            <p:pic>
              <p:nvPicPr>
                <p:cNvPr id="19" name="Ink 18">
                  <a:extLst>
                    <a:ext uri="{FF2B5EF4-FFF2-40B4-BE49-F238E27FC236}">
                      <a16:creationId xmlns:a16="http://schemas.microsoft.com/office/drawing/2014/main" id="{A10377B3-4218-CC2F-31CC-76C99B521A12}"/>
                    </a:ext>
                  </a:extLst>
                </p:cNvPr>
                <p:cNvPicPr/>
                <p:nvPr/>
              </p:nvPicPr>
              <p:blipFill>
                <a:blip r:embed="rId17"/>
                <a:stretch>
                  <a:fillRect/>
                </a:stretch>
              </p:blipFill>
              <p:spPr>
                <a:xfrm>
                  <a:off x="11681133" y="1363025"/>
                  <a:ext cx="707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297715FE-D0B5-36FB-8271-4EE26638E507}"/>
                    </a:ext>
                  </a:extLst>
                </p14:cNvPr>
                <p14:cNvContentPartPr/>
                <p14:nvPr/>
              </p14:nvContentPartPr>
              <p14:xfrm>
                <a:off x="12286293" y="1288145"/>
                <a:ext cx="248040" cy="221040"/>
              </p14:xfrm>
            </p:contentPart>
          </mc:Choice>
          <mc:Fallback xmlns="">
            <p:pic>
              <p:nvPicPr>
                <p:cNvPr id="20" name="Ink 19">
                  <a:extLst>
                    <a:ext uri="{FF2B5EF4-FFF2-40B4-BE49-F238E27FC236}">
                      <a16:creationId xmlns:a16="http://schemas.microsoft.com/office/drawing/2014/main" id="{297715FE-D0B5-36FB-8271-4EE26638E507}"/>
                    </a:ext>
                  </a:extLst>
                </p:cNvPr>
                <p:cNvPicPr/>
                <p:nvPr/>
              </p:nvPicPr>
              <p:blipFill>
                <a:blip r:embed="rId19"/>
                <a:stretch>
                  <a:fillRect/>
                </a:stretch>
              </p:blipFill>
              <p:spPr>
                <a:xfrm>
                  <a:off x="12277293" y="1279505"/>
                  <a:ext cx="265680" cy="238680"/>
                </a:xfrm>
                <a:prstGeom prst="rect">
                  <a:avLst/>
                </a:prstGeom>
              </p:spPr>
            </p:pic>
          </mc:Fallback>
        </mc:AlternateContent>
      </p:grpSp>
      <p:sp>
        <p:nvSpPr>
          <p:cNvPr id="22" name="Rectangle 21">
            <a:extLst>
              <a:ext uri="{FF2B5EF4-FFF2-40B4-BE49-F238E27FC236}">
                <a16:creationId xmlns:a16="http://schemas.microsoft.com/office/drawing/2014/main" id="{7117E706-BBE4-8DB6-D8CC-ADD6B48385DA}"/>
              </a:ext>
            </a:extLst>
          </p:cNvPr>
          <p:cNvSpPr>
            <a:spLocks noGrp="1" noRot="1" noMove="1" noResize="1" noEditPoints="1" noAdjustHandles="1" noChangeArrowheads="1" noChangeShapeType="1"/>
          </p:cNvSpPr>
          <p:nvPr/>
        </p:nvSpPr>
        <p:spPr>
          <a:xfrm>
            <a:off x="2473036" y="5434445"/>
            <a:ext cx="9071264" cy="1052494"/>
          </a:xfrm>
          <a:prstGeom prst="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ZA" u="sng" dirty="0"/>
              <a:t>Active trips</a:t>
            </a:r>
          </a:p>
          <a:p>
            <a:pPr marL="342900" indent="-342900">
              <a:buAutoNum type="arabicPeriod"/>
            </a:pPr>
            <a:r>
              <a:rPr lang="en-ZA" dirty="0"/>
              <a:t>hvk345mp – </a:t>
            </a:r>
            <a:r>
              <a:rPr lang="en-ZA" dirty="0" err="1"/>
              <a:t>otw</a:t>
            </a:r>
            <a:r>
              <a:rPr lang="en-ZA" dirty="0"/>
              <a:t> to loading</a:t>
            </a:r>
          </a:p>
          <a:p>
            <a:pPr marL="342900" indent="-342900">
              <a:buAutoNum type="arabicPeriod"/>
            </a:pPr>
            <a:r>
              <a:rPr lang="en-ZA" dirty="0"/>
              <a:t>Wek392mp – </a:t>
            </a:r>
            <a:r>
              <a:rPr lang="en-ZA" dirty="0" err="1"/>
              <a:t>otw</a:t>
            </a:r>
            <a:r>
              <a:rPr lang="en-ZA" dirty="0"/>
              <a:t> to offload </a:t>
            </a:r>
          </a:p>
        </p:txBody>
      </p:sp>
      <p:sp>
        <p:nvSpPr>
          <p:cNvPr id="23" name="Rectangle 22">
            <a:extLst>
              <a:ext uri="{FF2B5EF4-FFF2-40B4-BE49-F238E27FC236}">
                <a16:creationId xmlns:a16="http://schemas.microsoft.com/office/drawing/2014/main" id="{413889BB-33AB-68C5-58C6-4D8EBB6A2E1A}"/>
              </a:ext>
            </a:extLst>
          </p:cNvPr>
          <p:cNvSpPr/>
          <p:nvPr/>
        </p:nvSpPr>
        <p:spPr>
          <a:xfrm>
            <a:off x="12604173" y="4837671"/>
            <a:ext cx="1641763" cy="202032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ZA" sz="1600" dirty="0"/>
              <a:t>Clicking on a trip here should open truck locations and highlight the truck on a the map</a:t>
            </a:r>
          </a:p>
        </p:txBody>
      </p:sp>
      <p:grpSp>
        <p:nvGrpSpPr>
          <p:cNvPr id="26" name="Group 25">
            <a:extLst>
              <a:ext uri="{FF2B5EF4-FFF2-40B4-BE49-F238E27FC236}">
                <a16:creationId xmlns:a16="http://schemas.microsoft.com/office/drawing/2014/main" id="{C4587CD8-4384-9803-31BE-2E4FFD0E0843}"/>
              </a:ext>
            </a:extLst>
          </p:cNvPr>
          <p:cNvGrpSpPr/>
          <p:nvPr/>
        </p:nvGrpSpPr>
        <p:grpSpPr>
          <a:xfrm>
            <a:off x="11383053" y="5039345"/>
            <a:ext cx="1128240" cy="1073160"/>
            <a:chOff x="11383053" y="5039345"/>
            <a:chExt cx="1128240" cy="1073160"/>
          </a:xfrm>
        </p:grpSpPr>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F347C2DC-D54F-0BBF-E84A-64E678020584}"/>
                    </a:ext>
                  </a:extLst>
                </p14:cNvPr>
                <p14:cNvContentPartPr/>
                <p14:nvPr/>
              </p14:nvContentPartPr>
              <p14:xfrm>
                <a:off x="11467653" y="5039345"/>
                <a:ext cx="1043640" cy="977040"/>
              </p14:xfrm>
            </p:contentPart>
          </mc:Choice>
          <mc:Fallback xmlns="">
            <p:pic>
              <p:nvPicPr>
                <p:cNvPr id="24" name="Ink 23">
                  <a:extLst>
                    <a:ext uri="{FF2B5EF4-FFF2-40B4-BE49-F238E27FC236}">
                      <a16:creationId xmlns:a16="http://schemas.microsoft.com/office/drawing/2014/main" id="{F347C2DC-D54F-0BBF-E84A-64E678020584}"/>
                    </a:ext>
                  </a:extLst>
                </p:cNvPr>
                <p:cNvPicPr/>
                <p:nvPr/>
              </p:nvPicPr>
              <p:blipFill>
                <a:blip r:embed="rId21"/>
                <a:stretch>
                  <a:fillRect/>
                </a:stretch>
              </p:blipFill>
              <p:spPr>
                <a:xfrm>
                  <a:off x="11458653" y="5030345"/>
                  <a:ext cx="1061280" cy="994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94BA915D-F828-1099-8E74-91CEA722A425}"/>
                    </a:ext>
                  </a:extLst>
                </p14:cNvPr>
                <p14:cNvContentPartPr/>
                <p14:nvPr/>
              </p14:nvContentPartPr>
              <p14:xfrm>
                <a:off x="11383053" y="5943665"/>
                <a:ext cx="234720" cy="168840"/>
              </p14:xfrm>
            </p:contentPart>
          </mc:Choice>
          <mc:Fallback xmlns="">
            <p:pic>
              <p:nvPicPr>
                <p:cNvPr id="25" name="Ink 24">
                  <a:extLst>
                    <a:ext uri="{FF2B5EF4-FFF2-40B4-BE49-F238E27FC236}">
                      <a16:creationId xmlns:a16="http://schemas.microsoft.com/office/drawing/2014/main" id="{94BA915D-F828-1099-8E74-91CEA722A425}"/>
                    </a:ext>
                  </a:extLst>
                </p:cNvPr>
                <p:cNvPicPr/>
                <p:nvPr/>
              </p:nvPicPr>
              <p:blipFill>
                <a:blip r:embed="rId23"/>
                <a:stretch>
                  <a:fillRect/>
                </a:stretch>
              </p:blipFill>
              <p:spPr>
                <a:xfrm>
                  <a:off x="11374053" y="5934665"/>
                  <a:ext cx="252360" cy="186480"/>
                </a:xfrm>
                <a:prstGeom prst="rect">
                  <a:avLst/>
                </a:prstGeom>
              </p:spPr>
            </p:pic>
          </mc:Fallback>
        </mc:AlternateContent>
      </p:grpSp>
      <p:sp>
        <p:nvSpPr>
          <p:cNvPr id="27" name="Rectangle 26">
            <a:extLst>
              <a:ext uri="{FF2B5EF4-FFF2-40B4-BE49-F238E27FC236}">
                <a16:creationId xmlns:a16="http://schemas.microsoft.com/office/drawing/2014/main" id="{AA7BC884-6925-3DC7-9FD2-129E15FCA13A}"/>
              </a:ext>
            </a:extLst>
          </p:cNvPr>
          <p:cNvSpPr>
            <a:spLocks noGrp="1" noRot="1" noMove="1" noResize="1" noEditPoints="1" noAdjustHandles="1" noChangeArrowheads="1" noChangeShapeType="1"/>
          </p:cNvSpPr>
          <p:nvPr/>
        </p:nvSpPr>
        <p:spPr>
          <a:xfrm>
            <a:off x="9051333" y="2327564"/>
            <a:ext cx="2566440" cy="6237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Assign trucks to route</a:t>
            </a:r>
          </a:p>
        </p:txBody>
      </p:sp>
      <p:sp>
        <p:nvSpPr>
          <p:cNvPr id="28" name="Rectangle 27">
            <a:extLst>
              <a:ext uri="{FF2B5EF4-FFF2-40B4-BE49-F238E27FC236}">
                <a16:creationId xmlns:a16="http://schemas.microsoft.com/office/drawing/2014/main" id="{A660CAA0-50C1-74EF-A196-F54B4F4050D8}"/>
              </a:ext>
            </a:extLst>
          </p:cNvPr>
          <p:cNvSpPr>
            <a:spLocks noGrp="1" noRot="1" noMove="1" noResize="1" noEditPoints="1" noAdjustHandles="1" noChangeArrowheads="1" noChangeShapeType="1"/>
          </p:cNvSpPr>
          <p:nvPr/>
        </p:nvSpPr>
        <p:spPr>
          <a:xfrm>
            <a:off x="9051333" y="3034145"/>
            <a:ext cx="2566440" cy="312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View/download </a:t>
            </a:r>
            <a:r>
              <a:rPr lang="en-ZA" dirty="0" err="1"/>
              <a:t>trucklist</a:t>
            </a:r>
            <a:endParaRPr lang="en-ZA" dirty="0"/>
          </a:p>
        </p:txBody>
      </p:sp>
      <p:sp>
        <p:nvSpPr>
          <p:cNvPr id="29" name="Rectangle 28">
            <a:extLst>
              <a:ext uri="{FF2B5EF4-FFF2-40B4-BE49-F238E27FC236}">
                <a16:creationId xmlns:a16="http://schemas.microsoft.com/office/drawing/2014/main" id="{9FB162B4-EA0E-26E5-1A5D-E98C235827C0}"/>
              </a:ext>
            </a:extLst>
          </p:cNvPr>
          <p:cNvSpPr/>
          <p:nvPr/>
        </p:nvSpPr>
        <p:spPr>
          <a:xfrm>
            <a:off x="-2471057" y="195944"/>
            <a:ext cx="2041564" cy="19571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ZA" dirty="0"/>
              <a:t>Remember back button !! Or X button to close a pop up </a:t>
            </a:r>
          </a:p>
        </p:txBody>
      </p:sp>
      <p:pic>
        <p:nvPicPr>
          <p:cNvPr id="31" name="Picture 30" descr="Contented smile cartoon alarm clock">
            <a:extLst>
              <a:ext uri="{FF2B5EF4-FFF2-40B4-BE49-F238E27FC236}">
                <a16:creationId xmlns:a16="http://schemas.microsoft.com/office/drawing/2014/main" id="{593407CB-3774-6AA0-403F-5AF9A72A50F2}"/>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rot="10606127" flipV="1">
            <a:off x="-1824067" y="1393943"/>
            <a:ext cx="535377" cy="535377"/>
          </a:xfrm>
          <a:prstGeom prst="rect">
            <a:avLst/>
          </a:prstGeom>
        </p:spPr>
      </p:pic>
      <p:sp>
        <p:nvSpPr>
          <p:cNvPr id="32" name="Rectangle 31">
            <a:extLst>
              <a:ext uri="{FF2B5EF4-FFF2-40B4-BE49-F238E27FC236}">
                <a16:creationId xmlns:a16="http://schemas.microsoft.com/office/drawing/2014/main" id="{DFF22056-65D2-522E-863E-37B9F4EC9833}"/>
              </a:ext>
            </a:extLst>
          </p:cNvPr>
          <p:cNvSpPr/>
          <p:nvPr/>
        </p:nvSpPr>
        <p:spPr>
          <a:xfrm>
            <a:off x="12534333" y="2327564"/>
            <a:ext cx="1939349" cy="19497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 pop up where he can tick and untick trucks that can be made available to his clients </a:t>
            </a:r>
          </a:p>
        </p:txBody>
      </p:sp>
      <p:grpSp>
        <p:nvGrpSpPr>
          <p:cNvPr id="35" name="Group 34">
            <a:extLst>
              <a:ext uri="{FF2B5EF4-FFF2-40B4-BE49-F238E27FC236}">
                <a16:creationId xmlns:a16="http://schemas.microsoft.com/office/drawing/2014/main" id="{EDF704CB-CA24-354E-744A-2802CB0CBA86}"/>
              </a:ext>
            </a:extLst>
          </p:cNvPr>
          <p:cNvGrpSpPr/>
          <p:nvPr/>
        </p:nvGrpSpPr>
        <p:grpSpPr>
          <a:xfrm>
            <a:off x="11485851" y="2605851"/>
            <a:ext cx="1152720" cy="257400"/>
            <a:chOff x="11485851" y="2605851"/>
            <a:chExt cx="1152720" cy="257400"/>
          </a:xfrm>
        </p:grpSpPr>
        <mc:AlternateContent xmlns:mc="http://schemas.openxmlformats.org/markup-compatibility/2006" xmlns:p14="http://schemas.microsoft.com/office/powerpoint/2010/main">
          <mc:Choice Requires="p14">
            <p:contentPart p14:bwMode="auto" r:id="rId25">
              <p14:nvContentPartPr>
                <p14:cNvPr id="33" name="Ink 32">
                  <a:extLst>
                    <a:ext uri="{FF2B5EF4-FFF2-40B4-BE49-F238E27FC236}">
                      <a16:creationId xmlns:a16="http://schemas.microsoft.com/office/drawing/2014/main" id="{123A60C9-33B5-1049-9600-C95630134469}"/>
                    </a:ext>
                  </a:extLst>
                </p14:cNvPr>
                <p14:cNvContentPartPr/>
                <p14:nvPr/>
              </p14:nvContentPartPr>
              <p14:xfrm>
                <a:off x="11589171" y="2633211"/>
                <a:ext cx="1049400" cy="230040"/>
              </p14:xfrm>
            </p:contentPart>
          </mc:Choice>
          <mc:Fallback xmlns="">
            <p:pic>
              <p:nvPicPr>
                <p:cNvPr id="33" name="Ink 32">
                  <a:extLst>
                    <a:ext uri="{FF2B5EF4-FFF2-40B4-BE49-F238E27FC236}">
                      <a16:creationId xmlns:a16="http://schemas.microsoft.com/office/drawing/2014/main" id="{123A60C9-33B5-1049-9600-C95630134469}"/>
                    </a:ext>
                  </a:extLst>
                </p:cNvPr>
                <p:cNvPicPr/>
                <p:nvPr/>
              </p:nvPicPr>
              <p:blipFill>
                <a:blip r:embed="rId26"/>
                <a:stretch>
                  <a:fillRect/>
                </a:stretch>
              </p:blipFill>
              <p:spPr>
                <a:xfrm>
                  <a:off x="11583051" y="2627091"/>
                  <a:ext cx="1061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CADA5232-73A3-8985-5D34-9ADA743387DF}"/>
                    </a:ext>
                  </a:extLst>
                </p14:cNvPr>
                <p14:cNvContentPartPr/>
                <p14:nvPr/>
              </p14:nvContentPartPr>
              <p14:xfrm>
                <a:off x="11485851" y="2605851"/>
                <a:ext cx="223920" cy="160920"/>
              </p14:xfrm>
            </p:contentPart>
          </mc:Choice>
          <mc:Fallback xmlns="">
            <p:pic>
              <p:nvPicPr>
                <p:cNvPr id="34" name="Ink 33">
                  <a:extLst>
                    <a:ext uri="{FF2B5EF4-FFF2-40B4-BE49-F238E27FC236}">
                      <a16:creationId xmlns:a16="http://schemas.microsoft.com/office/drawing/2014/main" id="{CADA5232-73A3-8985-5D34-9ADA743387DF}"/>
                    </a:ext>
                  </a:extLst>
                </p:cNvPr>
                <p:cNvPicPr/>
                <p:nvPr/>
              </p:nvPicPr>
              <p:blipFill>
                <a:blip r:embed="rId28"/>
                <a:stretch>
                  <a:fillRect/>
                </a:stretch>
              </p:blipFill>
              <p:spPr>
                <a:xfrm>
                  <a:off x="11479731" y="2599731"/>
                  <a:ext cx="236160" cy="173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36" name="Ink 35">
                <a:extLst>
                  <a:ext uri="{FF2B5EF4-FFF2-40B4-BE49-F238E27FC236}">
                    <a16:creationId xmlns:a16="http://schemas.microsoft.com/office/drawing/2014/main" id="{3D500CAB-ECC2-E6AA-7CEB-0B22A35ED7B2}"/>
                  </a:ext>
                </a:extLst>
              </p14:cNvPr>
              <p14:cNvContentPartPr/>
              <p14:nvPr/>
            </p14:nvContentPartPr>
            <p14:xfrm>
              <a:off x="-2427789" y="3951531"/>
              <a:ext cx="360" cy="360"/>
            </p14:xfrm>
          </p:contentPart>
        </mc:Choice>
        <mc:Fallback xmlns="">
          <p:pic>
            <p:nvPicPr>
              <p:cNvPr id="36" name="Ink 35">
                <a:extLst>
                  <a:ext uri="{FF2B5EF4-FFF2-40B4-BE49-F238E27FC236}">
                    <a16:creationId xmlns:a16="http://schemas.microsoft.com/office/drawing/2014/main" id="{3D500CAB-ECC2-E6AA-7CEB-0B22A35ED7B2}"/>
                  </a:ext>
                </a:extLst>
              </p:cNvPr>
              <p:cNvPicPr/>
              <p:nvPr/>
            </p:nvPicPr>
            <p:blipFill>
              <a:blip r:embed="rId30"/>
              <a:stretch>
                <a:fillRect/>
              </a:stretch>
            </p:blipFill>
            <p:spPr>
              <a:xfrm>
                <a:off x="-2433909" y="3945411"/>
                <a:ext cx="12600" cy="12600"/>
              </a:xfrm>
              <a:prstGeom prst="rect">
                <a:avLst/>
              </a:prstGeom>
            </p:spPr>
          </p:pic>
        </mc:Fallback>
      </mc:AlternateContent>
    </p:spTree>
    <p:extLst>
      <p:ext uri="{BB962C8B-B14F-4D97-AF65-F5344CB8AC3E}">
        <p14:creationId xmlns:p14="http://schemas.microsoft.com/office/powerpoint/2010/main" val="2489173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D07E8E-F998-7E7F-617F-D56752CF5EF2}"/>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81D0A9A-F5B4-8E78-0B4D-F1D42A7048E3}"/>
              </a:ext>
            </a:extLst>
          </p:cNvPr>
          <p:cNvSpPr>
            <a:spLocks noGrp="1" noRot="1" noMove="1" noResize="1" noEditPoints="1" noAdjustHandles="1" noChangeArrowheads="1" noChangeShapeType="1"/>
          </p:cNvSpPr>
          <p:nvPr/>
        </p:nvSpPr>
        <p:spPr>
          <a:xfrm>
            <a:off x="2234045" y="1091044"/>
            <a:ext cx="9819410" cy="567343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Rectangle 4">
            <a:extLst>
              <a:ext uri="{FF2B5EF4-FFF2-40B4-BE49-F238E27FC236}">
                <a16:creationId xmlns:a16="http://schemas.microsoft.com/office/drawing/2014/main" id="{A2909128-2920-B4A4-79AF-AD809D1212A8}"/>
              </a:ext>
            </a:extLst>
          </p:cNvPr>
          <p:cNvSpPr>
            <a:spLocks noGrp="1" noRot="1" noMove="1" noResize="1" noEditPoints="1" noAdjustHandles="1" noChangeArrowheads="1" noChangeShapeType="1"/>
          </p:cNvSpPr>
          <p:nvPr/>
        </p:nvSpPr>
        <p:spPr>
          <a:xfrm>
            <a:off x="2670464" y="187037"/>
            <a:ext cx="3117273" cy="2389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Active trips </a:t>
            </a:r>
          </a:p>
        </p:txBody>
      </p:sp>
      <p:sp>
        <p:nvSpPr>
          <p:cNvPr id="6" name="Rectangle 5">
            <a:extLst>
              <a:ext uri="{FF2B5EF4-FFF2-40B4-BE49-F238E27FC236}">
                <a16:creationId xmlns:a16="http://schemas.microsoft.com/office/drawing/2014/main" id="{A5406DB1-39A2-5EF4-3459-F948DC5ECCF4}"/>
              </a:ext>
            </a:extLst>
          </p:cNvPr>
          <p:cNvSpPr>
            <a:spLocks noGrp="1" noRot="1" noMove="1" noResize="1" noEditPoints="1" noAdjustHandles="1" noChangeArrowheads="1" noChangeShapeType="1"/>
          </p:cNvSpPr>
          <p:nvPr/>
        </p:nvSpPr>
        <p:spPr>
          <a:xfrm>
            <a:off x="401781" y="2147454"/>
            <a:ext cx="1614055" cy="2840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Active trips </a:t>
            </a:r>
          </a:p>
        </p:txBody>
      </p:sp>
      <p:sp>
        <p:nvSpPr>
          <p:cNvPr id="7" name="Rectangle 6">
            <a:extLst>
              <a:ext uri="{FF2B5EF4-FFF2-40B4-BE49-F238E27FC236}">
                <a16:creationId xmlns:a16="http://schemas.microsoft.com/office/drawing/2014/main" id="{E0A404E2-B8CB-65CA-39C3-536797404EFF}"/>
              </a:ext>
            </a:extLst>
          </p:cNvPr>
          <p:cNvSpPr/>
          <p:nvPr/>
        </p:nvSpPr>
        <p:spPr>
          <a:xfrm>
            <a:off x="2405907" y="1257300"/>
            <a:ext cx="9491684" cy="38342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sz="1400" u="sng" dirty="0"/>
              <a:t>Active trips</a:t>
            </a:r>
          </a:p>
          <a:p>
            <a:r>
              <a:rPr lang="en-ZA" sz="1400" dirty="0"/>
              <a:t>1. Veh reg- driver name – route – </a:t>
            </a:r>
            <a:r>
              <a:rPr lang="en-ZA" sz="1400" dirty="0" err="1"/>
              <a:t>otw</a:t>
            </a:r>
            <a:r>
              <a:rPr lang="en-ZA" sz="1400" dirty="0"/>
              <a:t> to loading / </a:t>
            </a:r>
            <a:r>
              <a:rPr lang="en-ZA" sz="1400" dirty="0" err="1"/>
              <a:t>otw</a:t>
            </a:r>
            <a:r>
              <a:rPr lang="en-ZA" sz="1400" dirty="0"/>
              <a:t> to offloading </a:t>
            </a:r>
          </a:p>
          <a:p>
            <a:r>
              <a:rPr lang="en-ZA" sz="1400" dirty="0"/>
              <a:t>2.</a:t>
            </a:r>
          </a:p>
          <a:p>
            <a:r>
              <a:rPr lang="en-ZA" sz="1400" dirty="0"/>
              <a:t>3.</a:t>
            </a:r>
          </a:p>
          <a:p>
            <a:endParaRPr lang="en-ZA" dirty="0"/>
          </a:p>
        </p:txBody>
      </p:sp>
    </p:spTree>
    <p:extLst>
      <p:ext uri="{BB962C8B-B14F-4D97-AF65-F5344CB8AC3E}">
        <p14:creationId xmlns:p14="http://schemas.microsoft.com/office/powerpoint/2010/main" val="3262794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20A349-A3B7-6DF0-13F9-41AC2940D9F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5D16A3B7-8DE4-AC79-EC77-E125612FE458}"/>
              </a:ext>
            </a:extLst>
          </p:cNvPr>
          <p:cNvSpPr/>
          <p:nvPr/>
        </p:nvSpPr>
        <p:spPr>
          <a:xfrm>
            <a:off x="2362200" y="1099457"/>
            <a:ext cx="9666514" cy="5540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Rectangle 4">
            <a:extLst>
              <a:ext uri="{FF2B5EF4-FFF2-40B4-BE49-F238E27FC236}">
                <a16:creationId xmlns:a16="http://schemas.microsoft.com/office/drawing/2014/main" id="{EDA800F1-7C48-708B-3F1E-7CEAFDC77103}"/>
              </a:ext>
            </a:extLst>
          </p:cNvPr>
          <p:cNvSpPr>
            <a:spLocks noGrp="1" noRot="1" noMove="1" noResize="1" noEditPoints="1" noAdjustHandles="1" noChangeArrowheads="1" noChangeShapeType="1"/>
          </p:cNvSpPr>
          <p:nvPr/>
        </p:nvSpPr>
        <p:spPr>
          <a:xfrm>
            <a:off x="5442858" y="315686"/>
            <a:ext cx="2775857" cy="370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Available routes </a:t>
            </a:r>
          </a:p>
        </p:txBody>
      </p:sp>
      <p:sp>
        <p:nvSpPr>
          <p:cNvPr id="6" name="Rectangle 5">
            <a:extLst>
              <a:ext uri="{FF2B5EF4-FFF2-40B4-BE49-F238E27FC236}">
                <a16:creationId xmlns:a16="http://schemas.microsoft.com/office/drawing/2014/main" id="{4E88C1A5-E5C1-52E7-A748-E3BA643E111F}"/>
              </a:ext>
            </a:extLst>
          </p:cNvPr>
          <p:cNvSpPr/>
          <p:nvPr/>
        </p:nvSpPr>
        <p:spPr>
          <a:xfrm>
            <a:off x="2536371" y="1232674"/>
            <a:ext cx="9100457" cy="129785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pPr algn="ctr"/>
            <a:r>
              <a:rPr lang="en-ZA" u="sng" dirty="0"/>
              <a:t>Available routes</a:t>
            </a:r>
          </a:p>
          <a:p>
            <a:pPr marL="342900" indent="-342900">
              <a:buAutoNum type="arabicPeriod"/>
            </a:pPr>
            <a:r>
              <a:rPr lang="en-ZA" dirty="0"/>
              <a:t>Gorge &gt; bush     5 slots       53km        R80   pt          50\50          coal                  </a:t>
            </a:r>
            <a:endParaRPr lang="en-ZA" u="sng" dirty="0"/>
          </a:p>
          <a:p>
            <a:pPr marL="342900" indent="-342900">
              <a:buAutoNum type="arabicPeriod"/>
            </a:pPr>
            <a:r>
              <a:rPr lang="en-ZA" dirty="0"/>
              <a:t>Happy &gt; dingo  10 slots     80km        R120 pt         daily             chrome </a:t>
            </a:r>
          </a:p>
          <a:p>
            <a:pPr marL="342900" indent="-342900">
              <a:buAutoNum type="arabicPeriod"/>
            </a:pPr>
            <a:r>
              <a:rPr lang="en-ZA" dirty="0"/>
              <a:t>Ergo &gt; lingo        30 slots     75km        R115 pt          weekly        chrome</a:t>
            </a:r>
          </a:p>
        </p:txBody>
      </p:sp>
      <p:sp>
        <p:nvSpPr>
          <p:cNvPr id="7" name="Rectangle 6">
            <a:extLst>
              <a:ext uri="{FF2B5EF4-FFF2-40B4-BE49-F238E27FC236}">
                <a16:creationId xmlns:a16="http://schemas.microsoft.com/office/drawing/2014/main" id="{91BD8327-C9D2-DD4D-34B1-A75F347B2322}"/>
              </a:ext>
            </a:extLst>
          </p:cNvPr>
          <p:cNvSpPr/>
          <p:nvPr/>
        </p:nvSpPr>
        <p:spPr>
          <a:xfrm>
            <a:off x="12676414" y="177269"/>
            <a:ext cx="1714500" cy="193455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ZA" sz="1400" dirty="0"/>
              <a:t>If there is more routes this box should have a scroll tab to go down. If a route is clicked then the full info populates at the bottom. Like routes screen</a:t>
            </a:r>
          </a:p>
        </p:txBody>
      </p:sp>
      <p:sp>
        <p:nvSpPr>
          <p:cNvPr id="8" name="Rectangle 7">
            <a:extLst>
              <a:ext uri="{FF2B5EF4-FFF2-40B4-BE49-F238E27FC236}">
                <a16:creationId xmlns:a16="http://schemas.microsoft.com/office/drawing/2014/main" id="{801B2F7E-0CE9-D73A-6E8E-0857E08B87DA}"/>
              </a:ext>
            </a:extLst>
          </p:cNvPr>
          <p:cNvSpPr/>
          <p:nvPr/>
        </p:nvSpPr>
        <p:spPr>
          <a:xfrm>
            <a:off x="2492828" y="2663749"/>
            <a:ext cx="9100457" cy="3878565"/>
          </a:xfrm>
          <a:prstGeom prst="rect">
            <a:avLst/>
          </a:prstGeom>
        </p:spPr>
        <p:style>
          <a:lnRef idx="3">
            <a:schemeClr val="lt1"/>
          </a:lnRef>
          <a:fillRef idx="1">
            <a:schemeClr val="accent1"/>
          </a:fillRef>
          <a:effectRef idx="1">
            <a:schemeClr val="accent1"/>
          </a:effectRef>
          <a:fontRef idx="minor">
            <a:schemeClr val="lt1"/>
          </a:fontRef>
        </p:style>
        <p:txBody>
          <a:bodyPr rtlCol="0" anchor="t"/>
          <a:lstStyle/>
          <a:p>
            <a:pPr algn="ctr"/>
            <a:r>
              <a:rPr lang="en-ZA" b="1" u="sng" dirty="0"/>
              <a:t>Triton mine</a:t>
            </a:r>
          </a:p>
          <a:p>
            <a:pPr marL="342900" indent="-342900">
              <a:buFont typeface="Arial" panose="020B0604020202020204" pitchFamily="34" charset="0"/>
              <a:buChar char="•"/>
            </a:pPr>
            <a:r>
              <a:rPr lang="en-ZA" sz="1600" dirty="0"/>
              <a:t>Loading point = happy</a:t>
            </a:r>
          </a:p>
          <a:p>
            <a:pPr marL="342900" indent="-342900">
              <a:buFont typeface="Arial" panose="020B0604020202020204" pitchFamily="34" charset="0"/>
              <a:buChar char="•"/>
            </a:pPr>
            <a:r>
              <a:rPr lang="en-ZA" sz="1600" dirty="0"/>
              <a:t>Offloading point= dingo </a:t>
            </a:r>
          </a:p>
          <a:p>
            <a:pPr marL="342900" indent="-342900">
              <a:buFont typeface="Arial" panose="020B0604020202020204" pitchFamily="34" charset="0"/>
              <a:buChar char="•"/>
            </a:pPr>
            <a:r>
              <a:rPr lang="en-ZA" sz="1600" dirty="0"/>
              <a:t>Rate= r120 pt</a:t>
            </a:r>
          </a:p>
          <a:p>
            <a:pPr marL="342900" indent="-342900">
              <a:buFont typeface="Arial" panose="020B0604020202020204" pitchFamily="34" charset="0"/>
              <a:buChar char="•"/>
            </a:pPr>
            <a:r>
              <a:rPr lang="en-ZA" sz="1600" dirty="0"/>
              <a:t>Distance= 80km </a:t>
            </a:r>
          </a:p>
          <a:p>
            <a:pPr marL="342900" indent="-342900">
              <a:buFont typeface="Arial" panose="020B0604020202020204" pitchFamily="34" charset="0"/>
              <a:buChar char="•"/>
            </a:pPr>
            <a:r>
              <a:rPr lang="en-ZA" sz="1600" dirty="0"/>
              <a:t>Payment terms= daily</a:t>
            </a:r>
          </a:p>
          <a:p>
            <a:pPr marL="342900" indent="-342900">
              <a:buFont typeface="Arial" panose="020B0604020202020204" pitchFamily="34" charset="0"/>
              <a:buChar char="•"/>
            </a:pPr>
            <a:r>
              <a:rPr lang="en-ZA" sz="1600" dirty="0"/>
              <a:t>Commodity = chrome</a:t>
            </a:r>
          </a:p>
          <a:p>
            <a:pPr marL="342900" indent="-342900">
              <a:buFont typeface="Arial" panose="020B0604020202020204" pitchFamily="34" charset="0"/>
              <a:buChar char="•"/>
            </a:pPr>
            <a:r>
              <a:rPr lang="en-ZA" sz="1600" dirty="0"/>
              <a:t>Diesel =on account</a:t>
            </a:r>
          </a:p>
          <a:p>
            <a:pPr marL="342900" indent="-342900">
              <a:buFont typeface="Arial" panose="020B0604020202020204" pitchFamily="34" charset="0"/>
              <a:buChar char="•"/>
            </a:pPr>
            <a:r>
              <a:rPr lang="en-ZA" sz="1600" dirty="0"/>
              <a:t>Operational hours= 6am- 6pm </a:t>
            </a:r>
          </a:p>
          <a:p>
            <a:pPr marL="342900" indent="-342900">
              <a:buFont typeface="Arial" panose="020B0604020202020204" pitchFamily="34" charset="0"/>
              <a:buChar char="•"/>
            </a:pPr>
            <a:r>
              <a:rPr lang="en-ZA" sz="1600" dirty="0"/>
              <a:t>Tons available = 6000 daily</a:t>
            </a:r>
          </a:p>
          <a:p>
            <a:pPr marL="342900" indent="-342900">
              <a:buFont typeface="Arial" panose="020B0604020202020204" pitchFamily="34" charset="0"/>
              <a:buChar char="•"/>
            </a:pPr>
            <a:r>
              <a:rPr lang="en-ZA" sz="1600" dirty="0"/>
              <a:t>Duration= 6 months</a:t>
            </a:r>
          </a:p>
          <a:p>
            <a:pPr marL="342900" indent="-342900">
              <a:buFont typeface="Arial" panose="020B0604020202020204" pitchFamily="34" charset="0"/>
              <a:buChar char="•"/>
            </a:pPr>
            <a:r>
              <a:rPr lang="en-ZA" sz="1600" dirty="0"/>
              <a:t>No of slots available = 10</a:t>
            </a:r>
          </a:p>
          <a:p>
            <a:pPr marL="342900" indent="-342900">
              <a:buFont typeface="Arial" panose="020B0604020202020204" pitchFamily="34" charset="0"/>
              <a:buChar char="•"/>
            </a:pPr>
            <a:r>
              <a:rPr lang="en-ZA" sz="1600" dirty="0"/>
              <a:t>Starting date=  on going</a:t>
            </a:r>
          </a:p>
          <a:p>
            <a:pPr marL="342900" indent="-342900">
              <a:buFont typeface="Arial" panose="020B0604020202020204" pitchFamily="34" charset="0"/>
              <a:buChar char="•"/>
            </a:pPr>
            <a:r>
              <a:rPr lang="en-ZA" sz="1600" dirty="0"/>
              <a:t>Route notes = truck inspection done on mine. </a:t>
            </a:r>
          </a:p>
        </p:txBody>
      </p:sp>
      <p:sp>
        <p:nvSpPr>
          <p:cNvPr id="9" name="Rectangle 8">
            <a:extLst>
              <a:ext uri="{FF2B5EF4-FFF2-40B4-BE49-F238E27FC236}">
                <a16:creationId xmlns:a16="http://schemas.microsoft.com/office/drawing/2014/main" id="{4AE0F959-7353-E989-536E-B01AD70DE679}"/>
              </a:ext>
            </a:extLst>
          </p:cNvPr>
          <p:cNvSpPr/>
          <p:nvPr/>
        </p:nvSpPr>
        <p:spPr>
          <a:xfrm>
            <a:off x="9138559" y="2929645"/>
            <a:ext cx="1986642" cy="4993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sz="2400" dirty="0"/>
              <a:t>Accept </a:t>
            </a:r>
          </a:p>
        </p:txBody>
      </p:sp>
      <p:grpSp>
        <p:nvGrpSpPr>
          <p:cNvPr id="12" name="Group 11">
            <a:extLst>
              <a:ext uri="{FF2B5EF4-FFF2-40B4-BE49-F238E27FC236}">
                <a16:creationId xmlns:a16="http://schemas.microsoft.com/office/drawing/2014/main" id="{F11BC303-7BB8-862D-6E24-8D8E75A9F3BD}"/>
              </a:ext>
            </a:extLst>
          </p:cNvPr>
          <p:cNvGrpSpPr/>
          <p:nvPr/>
        </p:nvGrpSpPr>
        <p:grpSpPr>
          <a:xfrm>
            <a:off x="11712651" y="1153971"/>
            <a:ext cx="849960" cy="396720"/>
            <a:chOff x="11712651" y="1153971"/>
            <a:chExt cx="849960" cy="396720"/>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B0678991-2B8A-21B4-387F-058A51FDCA56}"/>
                    </a:ext>
                  </a:extLst>
                </p14:cNvPr>
                <p14:cNvContentPartPr/>
                <p14:nvPr/>
              </p14:nvContentPartPr>
              <p14:xfrm>
                <a:off x="11764851" y="1153971"/>
                <a:ext cx="797760" cy="296640"/>
              </p14:xfrm>
            </p:contentPart>
          </mc:Choice>
          <mc:Fallback xmlns="">
            <p:pic>
              <p:nvPicPr>
                <p:cNvPr id="10" name="Ink 9">
                  <a:extLst>
                    <a:ext uri="{FF2B5EF4-FFF2-40B4-BE49-F238E27FC236}">
                      <a16:creationId xmlns:a16="http://schemas.microsoft.com/office/drawing/2014/main" id="{B0678991-2B8A-21B4-387F-058A51FDCA56}"/>
                    </a:ext>
                  </a:extLst>
                </p:cNvPr>
                <p:cNvPicPr/>
                <p:nvPr/>
              </p:nvPicPr>
              <p:blipFill>
                <a:blip r:embed="rId5"/>
                <a:stretch>
                  <a:fillRect/>
                </a:stretch>
              </p:blipFill>
              <p:spPr>
                <a:xfrm>
                  <a:off x="11758731" y="1147851"/>
                  <a:ext cx="8100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C12413C4-3135-717E-02A4-D9E3E5A76AC6}"/>
                    </a:ext>
                  </a:extLst>
                </p14:cNvPr>
                <p14:cNvContentPartPr/>
                <p14:nvPr/>
              </p14:nvContentPartPr>
              <p14:xfrm>
                <a:off x="11712651" y="1339011"/>
                <a:ext cx="245520" cy="211680"/>
              </p14:xfrm>
            </p:contentPart>
          </mc:Choice>
          <mc:Fallback xmlns="">
            <p:pic>
              <p:nvPicPr>
                <p:cNvPr id="11" name="Ink 10">
                  <a:extLst>
                    <a:ext uri="{FF2B5EF4-FFF2-40B4-BE49-F238E27FC236}">
                      <a16:creationId xmlns:a16="http://schemas.microsoft.com/office/drawing/2014/main" id="{C12413C4-3135-717E-02A4-D9E3E5A76AC6}"/>
                    </a:ext>
                  </a:extLst>
                </p:cNvPr>
                <p:cNvPicPr/>
                <p:nvPr/>
              </p:nvPicPr>
              <p:blipFill>
                <a:blip r:embed="rId7"/>
                <a:stretch>
                  <a:fillRect/>
                </a:stretch>
              </p:blipFill>
              <p:spPr>
                <a:xfrm>
                  <a:off x="11706531" y="1332891"/>
                  <a:ext cx="257760" cy="223920"/>
                </a:xfrm>
                <a:prstGeom prst="rect">
                  <a:avLst/>
                </a:prstGeom>
              </p:spPr>
            </p:pic>
          </mc:Fallback>
        </mc:AlternateContent>
      </p:grpSp>
      <p:sp>
        <p:nvSpPr>
          <p:cNvPr id="13" name="Rectangle 12">
            <a:extLst>
              <a:ext uri="{FF2B5EF4-FFF2-40B4-BE49-F238E27FC236}">
                <a16:creationId xmlns:a16="http://schemas.microsoft.com/office/drawing/2014/main" id="{C143BFF1-24B5-7043-8EDA-C309088312EE}"/>
              </a:ext>
            </a:extLst>
          </p:cNvPr>
          <p:cNvSpPr/>
          <p:nvPr/>
        </p:nvSpPr>
        <p:spPr>
          <a:xfrm>
            <a:off x="7554686" y="3875314"/>
            <a:ext cx="3810000" cy="2013857"/>
          </a:xfrm>
          <a:prstGeom prst="rect">
            <a:avLst/>
          </a:prstGeom>
        </p:spPr>
        <p:style>
          <a:lnRef idx="0">
            <a:schemeClr val="accent1"/>
          </a:lnRef>
          <a:fillRef idx="3">
            <a:schemeClr val="accent1"/>
          </a:fillRef>
          <a:effectRef idx="3">
            <a:schemeClr val="accent1"/>
          </a:effectRef>
          <a:fontRef idx="minor">
            <a:schemeClr val="lt1"/>
          </a:fontRef>
        </p:style>
        <p:txBody>
          <a:bodyPr rtlCol="0" anchor="t"/>
          <a:lstStyle/>
          <a:p>
            <a:pPr algn="ctr"/>
            <a:r>
              <a:rPr lang="en-ZA" b="1" u="sng" dirty="0"/>
              <a:t>Truck list </a:t>
            </a:r>
          </a:p>
          <a:p>
            <a:pPr algn="ctr"/>
            <a:r>
              <a:rPr lang="en-ZA" dirty="0"/>
              <a:t>If the transporter accepts this route then a pop up appears of his truck list where he can tick trucks to assign to this route. </a:t>
            </a:r>
          </a:p>
        </p:txBody>
      </p:sp>
      <p:grpSp>
        <p:nvGrpSpPr>
          <p:cNvPr id="17" name="Group 16">
            <a:extLst>
              <a:ext uri="{FF2B5EF4-FFF2-40B4-BE49-F238E27FC236}">
                <a16:creationId xmlns:a16="http://schemas.microsoft.com/office/drawing/2014/main" id="{881194D5-A5FC-E1FE-6118-F6175887A486}"/>
              </a:ext>
            </a:extLst>
          </p:cNvPr>
          <p:cNvGrpSpPr/>
          <p:nvPr/>
        </p:nvGrpSpPr>
        <p:grpSpPr>
          <a:xfrm>
            <a:off x="9895011" y="3439971"/>
            <a:ext cx="294120" cy="479520"/>
            <a:chOff x="9895011" y="3439971"/>
            <a:chExt cx="294120" cy="479520"/>
          </a:xfrm>
        </p:grpSpPr>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629B726F-0CBA-CC6B-EC83-5FA446BABBDC}"/>
                    </a:ext>
                  </a:extLst>
                </p14:cNvPr>
                <p14:cNvContentPartPr/>
                <p14:nvPr/>
              </p14:nvContentPartPr>
              <p14:xfrm>
                <a:off x="9970971" y="3439971"/>
                <a:ext cx="55800" cy="442800"/>
              </p14:xfrm>
            </p:contentPart>
          </mc:Choice>
          <mc:Fallback xmlns="">
            <p:pic>
              <p:nvPicPr>
                <p:cNvPr id="15" name="Ink 14">
                  <a:extLst>
                    <a:ext uri="{FF2B5EF4-FFF2-40B4-BE49-F238E27FC236}">
                      <a16:creationId xmlns:a16="http://schemas.microsoft.com/office/drawing/2014/main" id="{629B726F-0CBA-CC6B-EC83-5FA446BABBDC}"/>
                    </a:ext>
                  </a:extLst>
                </p:cNvPr>
                <p:cNvPicPr/>
                <p:nvPr/>
              </p:nvPicPr>
              <p:blipFill>
                <a:blip r:embed="rId9"/>
                <a:stretch>
                  <a:fillRect/>
                </a:stretch>
              </p:blipFill>
              <p:spPr>
                <a:xfrm>
                  <a:off x="9953331" y="3421971"/>
                  <a:ext cx="914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443B8178-BCCF-92C0-43D9-0262B3D1E0E9}"/>
                    </a:ext>
                  </a:extLst>
                </p14:cNvPr>
                <p14:cNvContentPartPr/>
                <p14:nvPr/>
              </p14:nvContentPartPr>
              <p14:xfrm>
                <a:off x="9895011" y="3744171"/>
                <a:ext cx="294120" cy="175320"/>
              </p14:xfrm>
            </p:contentPart>
          </mc:Choice>
          <mc:Fallback xmlns="">
            <p:pic>
              <p:nvPicPr>
                <p:cNvPr id="16" name="Ink 15">
                  <a:extLst>
                    <a:ext uri="{FF2B5EF4-FFF2-40B4-BE49-F238E27FC236}">
                      <a16:creationId xmlns:a16="http://schemas.microsoft.com/office/drawing/2014/main" id="{443B8178-BCCF-92C0-43D9-0262B3D1E0E9}"/>
                    </a:ext>
                  </a:extLst>
                </p:cNvPr>
                <p:cNvPicPr/>
                <p:nvPr/>
              </p:nvPicPr>
              <p:blipFill>
                <a:blip r:embed="rId11"/>
                <a:stretch>
                  <a:fillRect/>
                </a:stretch>
              </p:blipFill>
              <p:spPr>
                <a:xfrm>
                  <a:off x="9877371" y="3726531"/>
                  <a:ext cx="329760" cy="210960"/>
                </a:xfrm>
                <a:prstGeom prst="rect">
                  <a:avLst/>
                </a:prstGeom>
              </p:spPr>
            </p:pic>
          </mc:Fallback>
        </mc:AlternateContent>
      </p:grpSp>
    </p:spTree>
    <p:extLst>
      <p:ext uri="{BB962C8B-B14F-4D97-AF65-F5344CB8AC3E}">
        <p14:creationId xmlns:p14="http://schemas.microsoft.com/office/powerpoint/2010/main" val="4222065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A960D16-F880-ABED-18C7-B4F6BD48757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483467E5-95ED-96A1-E068-6E469E924FB7}"/>
                  </a:ext>
                </a:extLst>
              </p14:cNvPr>
              <p14:cNvContentPartPr/>
              <p14:nvPr/>
            </p14:nvContentPartPr>
            <p14:xfrm>
              <a:off x="852693" y="1849025"/>
              <a:ext cx="326520" cy="27000"/>
            </p14:xfrm>
          </p:contentPart>
        </mc:Choice>
        <mc:Fallback xmlns="">
          <p:pic>
            <p:nvPicPr>
              <p:cNvPr id="12" name="Ink 11">
                <a:extLst>
                  <a:ext uri="{FF2B5EF4-FFF2-40B4-BE49-F238E27FC236}">
                    <a16:creationId xmlns:a16="http://schemas.microsoft.com/office/drawing/2014/main" id="{483467E5-95ED-96A1-E068-6E469E924FB7}"/>
                  </a:ext>
                </a:extLst>
              </p:cNvPr>
              <p:cNvPicPr/>
              <p:nvPr/>
            </p:nvPicPr>
            <p:blipFill>
              <a:blip r:embed="rId5"/>
              <a:stretch>
                <a:fillRect/>
              </a:stretch>
            </p:blipFill>
            <p:spPr>
              <a:xfrm>
                <a:off x="789693" y="1786025"/>
                <a:ext cx="4521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F81CDFE1-48B7-2AC5-8100-51A016CD32E1}"/>
                  </a:ext>
                </a:extLst>
              </p14:cNvPr>
              <p14:cNvContentPartPr/>
              <p14:nvPr/>
            </p14:nvContentPartPr>
            <p14:xfrm>
              <a:off x="2420853" y="2462465"/>
              <a:ext cx="955800" cy="31680"/>
            </p14:xfrm>
          </p:contentPart>
        </mc:Choice>
        <mc:Fallback xmlns="">
          <p:pic>
            <p:nvPicPr>
              <p:cNvPr id="14" name="Ink 13">
                <a:extLst>
                  <a:ext uri="{FF2B5EF4-FFF2-40B4-BE49-F238E27FC236}">
                    <a16:creationId xmlns:a16="http://schemas.microsoft.com/office/drawing/2014/main" id="{F81CDFE1-48B7-2AC5-8100-51A016CD32E1}"/>
                  </a:ext>
                </a:extLst>
              </p:cNvPr>
              <p:cNvPicPr/>
              <p:nvPr/>
            </p:nvPicPr>
            <p:blipFill>
              <a:blip r:embed="rId7"/>
              <a:stretch>
                <a:fillRect/>
              </a:stretch>
            </p:blipFill>
            <p:spPr>
              <a:xfrm>
                <a:off x="2358213" y="2399465"/>
                <a:ext cx="10814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5CD3DB79-9294-E913-9610-D3371C49F75F}"/>
                  </a:ext>
                </a:extLst>
              </p14:cNvPr>
              <p14:cNvContentPartPr/>
              <p14:nvPr/>
            </p14:nvContentPartPr>
            <p14:xfrm>
              <a:off x="2483493" y="2558225"/>
              <a:ext cx="627840" cy="81360"/>
            </p14:xfrm>
          </p:contentPart>
        </mc:Choice>
        <mc:Fallback xmlns="">
          <p:pic>
            <p:nvPicPr>
              <p:cNvPr id="15" name="Ink 14">
                <a:extLst>
                  <a:ext uri="{FF2B5EF4-FFF2-40B4-BE49-F238E27FC236}">
                    <a16:creationId xmlns:a16="http://schemas.microsoft.com/office/drawing/2014/main" id="{5CD3DB79-9294-E913-9610-D3371C49F75F}"/>
                  </a:ext>
                </a:extLst>
              </p:cNvPr>
              <p:cNvPicPr/>
              <p:nvPr/>
            </p:nvPicPr>
            <p:blipFill>
              <a:blip r:embed="rId9"/>
              <a:stretch>
                <a:fillRect/>
              </a:stretch>
            </p:blipFill>
            <p:spPr>
              <a:xfrm>
                <a:off x="2420493" y="2495585"/>
                <a:ext cx="7534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2D01D486-AACE-A03B-3A6A-1F8A5D7BD879}"/>
                  </a:ext>
                </a:extLst>
              </p14:cNvPr>
              <p14:cNvContentPartPr/>
              <p14:nvPr/>
            </p14:nvContentPartPr>
            <p14:xfrm>
              <a:off x="2420853" y="2577665"/>
              <a:ext cx="926280" cy="185400"/>
            </p14:xfrm>
          </p:contentPart>
        </mc:Choice>
        <mc:Fallback xmlns="">
          <p:pic>
            <p:nvPicPr>
              <p:cNvPr id="17" name="Ink 16">
                <a:extLst>
                  <a:ext uri="{FF2B5EF4-FFF2-40B4-BE49-F238E27FC236}">
                    <a16:creationId xmlns:a16="http://schemas.microsoft.com/office/drawing/2014/main" id="{2D01D486-AACE-A03B-3A6A-1F8A5D7BD879}"/>
                  </a:ext>
                </a:extLst>
              </p:cNvPr>
              <p:cNvPicPr/>
              <p:nvPr/>
            </p:nvPicPr>
            <p:blipFill>
              <a:blip r:embed="rId11"/>
              <a:stretch>
                <a:fillRect/>
              </a:stretch>
            </p:blipFill>
            <p:spPr>
              <a:xfrm>
                <a:off x="2358213" y="2514665"/>
                <a:ext cx="10519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6A7F8735-28CE-2BB4-6DA9-0F63B825CC6F}"/>
                  </a:ext>
                </a:extLst>
              </p14:cNvPr>
              <p14:cNvContentPartPr/>
              <p14:nvPr/>
            </p14:nvContentPartPr>
            <p14:xfrm>
              <a:off x="3366573" y="2607905"/>
              <a:ext cx="162360" cy="82440"/>
            </p14:xfrm>
          </p:contentPart>
        </mc:Choice>
        <mc:Fallback xmlns="">
          <p:pic>
            <p:nvPicPr>
              <p:cNvPr id="18" name="Ink 17">
                <a:extLst>
                  <a:ext uri="{FF2B5EF4-FFF2-40B4-BE49-F238E27FC236}">
                    <a16:creationId xmlns:a16="http://schemas.microsoft.com/office/drawing/2014/main" id="{6A7F8735-28CE-2BB4-6DA9-0F63B825CC6F}"/>
                  </a:ext>
                </a:extLst>
              </p:cNvPr>
              <p:cNvPicPr/>
              <p:nvPr/>
            </p:nvPicPr>
            <p:blipFill>
              <a:blip r:embed="rId13"/>
              <a:stretch>
                <a:fillRect/>
              </a:stretch>
            </p:blipFill>
            <p:spPr>
              <a:xfrm>
                <a:off x="3303573" y="2544905"/>
                <a:ext cx="288000" cy="208080"/>
              </a:xfrm>
              <a:prstGeom prst="rect">
                <a:avLst/>
              </a:prstGeom>
            </p:spPr>
          </p:pic>
        </mc:Fallback>
      </mc:AlternateContent>
      <p:sp>
        <p:nvSpPr>
          <p:cNvPr id="19" name="TextBox 18">
            <a:extLst>
              <a:ext uri="{FF2B5EF4-FFF2-40B4-BE49-F238E27FC236}">
                <a16:creationId xmlns:a16="http://schemas.microsoft.com/office/drawing/2014/main" id="{4573DE60-6794-C771-B8FC-FEC1623CCCD4}"/>
              </a:ext>
            </a:extLst>
          </p:cNvPr>
          <p:cNvSpPr txBox="1"/>
          <p:nvPr/>
        </p:nvSpPr>
        <p:spPr>
          <a:xfrm>
            <a:off x="2268573" y="2312542"/>
            <a:ext cx="1108080" cy="276999"/>
          </a:xfrm>
          <a:prstGeom prst="rect">
            <a:avLst/>
          </a:prstGeom>
          <a:noFill/>
        </p:spPr>
        <p:txBody>
          <a:bodyPr wrap="square" rtlCol="0">
            <a:spAutoFit/>
          </a:bodyPr>
          <a:lstStyle/>
          <a:p>
            <a:r>
              <a:rPr lang="en-ZA" sz="1200" dirty="0"/>
              <a:t>maintenance</a:t>
            </a:r>
          </a:p>
        </p:txBody>
      </p:sp>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EA810D8F-8F8D-DE8D-9068-B0C097AC26E7}"/>
                  </a:ext>
                </a:extLst>
              </p14:cNvPr>
              <p14:cNvContentPartPr/>
              <p14:nvPr/>
            </p14:nvContentPartPr>
            <p14:xfrm>
              <a:off x="2262093" y="3156905"/>
              <a:ext cx="356400" cy="45360"/>
            </p14:xfrm>
          </p:contentPart>
        </mc:Choice>
        <mc:Fallback xmlns="">
          <p:pic>
            <p:nvPicPr>
              <p:cNvPr id="20" name="Ink 19">
                <a:extLst>
                  <a:ext uri="{FF2B5EF4-FFF2-40B4-BE49-F238E27FC236}">
                    <a16:creationId xmlns:a16="http://schemas.microsoft.com/office/drawing/2014/main" id="{EA810D8F-8F8D-DE8D-9068-B0C097AC26E7}"/>
                  </a:ext>
                </a:extLst>
              </p:cNvPr>
              <p:cNvPicPr/>
              <p:nvPr/>
            </p:nvPicPr>
            <p:blipFill>
              <a:blip r:embed="rId15"/>
              <a:stretch>
                <a:fillRect/>
              </a:stretch>
            </p:blipFill>
            <p:spPr>
              <a:xfrm>
                <a:off x="2199453" y="3093905"/>
                <a:ext cx="482040" cy="171000"/>
              </a:xfrm>
              <a:prstGeom prst="rect">
                <a:avLst/>
              </a:prstGeom>
            </p:spPr>
          </p:pic>
        </mc:Fallback>
      </mc:AlternateContent>
    </p:spTree>
    <p:extLst>
      <p:ext uri="{BB962C8B-B14F-4D97-AF65-F5344CB8AC3E}">
        <p14:creationId xmlns:p14="http://schemas.microsoft.com/office/powerpoint/2010/main" val="3785572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55C721-26E2-5D3D-E52F-E46FC473BF2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8D8C13A1-66BB-E05F-DCAA-2DDEBC547463}"/>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4858" t="11155" r="9437"/>
          <a:stretch>
            <a:fillRect/>
          </a:stretch>
        </p:blipFill>
        <p:spPr>
          <a:xfrm>
            <a:off x="2182092" y="737754"/>
            <a:ext cx="9902536" cy="4572000"/>
          </a:xfrm>
          <a:prstGeom prst="rect">
            <a:avLst/>
          </a:prstGeom>
        </p:spPr>
      </p:pic>
    </p:spTree>
    <p:extLst>
      <p:ext uri="{BB962C8B-B14F-4D97-AF65-F5344CB8AC3E}">
        <p14:creationId xmlns:p14="http://schemas.microsoft.com/office/powerpoint/2010/main" val="1887469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BA1EFE-4508-5CF9-1890-1F385A7B92C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2B857EE9-202F-BA15-12EA-3A364B820CDC}"/>
              </a:ext>
            </a:extLst>
          </p:cNvPr>
          <p:cNvSpPr/>
          <p:nvPr/>
        </p:nvSpPr>
        <p:spPr>
          <a:xfrm>
            <a:off x="2481943" y="250371"/>
            <a:ext cx="1426028" cy="228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ZA" sz="1400" dirty="0"/>
              <a:t>Drivers </a:t>
            </a:r>
          </a:p>
        </p:txBody>
      </p:sp>
    </p:spTree>
    <p:extLst>
      <p:ext uri="{BB962C8B-B14F-4D97-AF65-F5344CB8AC3E}">
        <p14:creationId xmlns:p14="http://schemas.microsoft.com/office/powerpoint/2010/main" val="3845403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C2F4-4133-219E-DB1F-597D7DFB02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D32397-B840-3586-5367-077277EE718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r="46696"/>
          <a:stretch>
            <a:fillRect/>
          </a:stretch>
        </p:blipFill>
        <p:spPr>
          <a:xfrm>
            <a:off x="0" y="0"/>
            <a:ext cx="6498771" cy="6858000"/>
          </a:xfrm>
          <a:prstGeom prst="rect">
            <a:avLst/>
          </a:prstGeom>
        </p:spPr>
      </p:pic>
      <p:sp>
        <p:nvSpPr>
          <p:cNvPr id="4" name="Rectangle 3">
            <a:extLst>
              <a:ext uri="{FF2B5EF4-FFF2-40B4-BE49-F238E27FC236}">
                <a16:creationId xmlns:a16="http://schemas.microsoft.com/office/drawing/2014/main" id="{20B859E9-7981-3E3B-918C-070EC8CC7FED}"/>
              </a:ext>
            </a:extLst>
          </p:cNvPr>
          <p:cNvSpPr>
            <a:spLocks noGrp="1" noRot="1" noMove="1" noResize="1" noEditPoints="1" noAdjustHandles="1" noChangeArrowheads="1" noChangeShapeType="1"/>
          </p:cNvSpPr>
          <p:nvPr/>
        </p:nvSpPr>
        <p:spPr>
          <a:xfrm>
            <a:off x="2155371" y="667010"/>
            <a:ext cx="4365172" cy="61909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2677F2A-3634-8603-BC1F-0E6C68B23ACD}"/>
                  </a:ext>
                </a:extLst>
              </p14:cNvPr>
              <p14:cNvContentPartPr>
                <a14:cpLocks xmlns:a14="http://schemas.microsoft.com/office/drawing/2010/main" noGrp="1" noRot="1" noMove="1" noResize="1" noEditPoints="1" noAdjustHandles="1" noChangeArrowheads="1" noChangeShapeType="1"/>
              </p14:cNvContentPartPr>
              <p14:nvPr/>
            </p14:nvContentPartPr>
            <p14:xfrm>
              <a:off x="205251" y="1436623"/>
              <a:ext cx="681480" cy="119880"/>
            </p14:xfrm>
          </p:contentPart>
        </mc:Choice>
        <mc:Fallback xmlns="">
          <p:pic>
            <p:nvPicPr>
              <p:cNvPr id="5" name="Ink 4">
                <a:extLst>
                  <a:ext uri="{FF2B5EF4-FFF2-40B4-BE49-F238E27FC236}">
                    <a16:creationId xmlns:a16="http://schemas.microsoft.com/office/drawing/2014/main" id="{F2677F2A-3634-8603-BC1F-0E6C68B23ACD}"/>
                  </a:ext>
                </a:extLst>
              </p:cNvPr>
              <p:cNvPicPr>
                <a:picLocks noGrp="1" noRot="1" noMove="1" noResize="1" noEditPoints="1" noAdjustHandles="1" noChangeArrowheads="1" noChangeShapeType="1"/>
              </p:cNvPicPr>
              <p:nvPr/>
            </p:nvPicPr>
            <p:blipFill>
              <a:blip r:embed="rId5"/>
              <a:stretch>
                <a:fillRect/>
              </a:stretch>
            </p:blipFill>
            <p:spPr>
              <a:xfrm>
                <a:off x="142611" y="1373983"/>
                <a:ext cx="8071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72A1329-4531-36FB-97FD-D2B99A548020}"/>
                  </a:ext>
                </a:extLst>
              </p14:cNvPr>
              <p14:cNvContentPartPr>
                <a14:cpLocks xmlns:a14="http://schemas.microsoft.com/office/drawing/2010/main" noGrp="1" noRot="1" noMove="1" noResize="1" noEditPoints="1" noAdjustHandles="1" noChangeArrowheads="1" noChangeShapeType="1"/>
              </p14:cNvContentPartPr>
              <p14:nvPr/>
            </p14:nvContentPartPr>
            <p14:xfrm>
              <a:off x="182931" y="1892023"/>
              <a:ext cx="997560" cy="67680"/>
            </p14:xfrm>
          </p:contentPart>
        </mc:Choice>
        <mc:Fallback xmlns="">
          <p:pic>
            <p:nvPicPr>
              <p:cNvPr id="6" name="Ink 5">
                <a:extLst>
                  <a:ext uri="{FF2B5EF4-FFF2-40B4-BE49-F238E27FC236}">
                    <a16:creationId xmlns:a16="http://schemas.microsoft.com/office/drawing/2014/main" id="{872A1329-4531-36FB-97FD-D2B99A548020}"/>
                  </a:ext>
                </a:extLst>
              </p:cNvPr>
              <p:cNvPicPr>
                <a:picLocks noGrp="1" noRot="1" noMove="1" noResize="1" noEditPoints="1" noAdjustHandles="1" noChangeArrowheads="1" noChangeShapeType="1"/>
              </p:cNvPicPr>
              <p:nvPr/>
            </p:nvPicPr>
            <p:blipFill>
              <a:blip r:embed="rId7"/>
              <a:stretch>
                <a:fillRect/>
              </a:stretch>
            </p:blipFill>
            <p:spPr>
              <a:xfrm>
                <a:off x="119931" y="1829023"/>
                <a:ext cx="1123200" cy="193320"/>
              </a:xfrm>
              <a:prstGeom prst="rect">
                <a:avLst/>
              </a:prstGeom>
            </p:spPr>
          </p:pic>
        </mc:Fallback>
      </mc:AlternateContent>
      <p:grpSp>
        <p:nvGrpSpPr>
          <p:cNvPr id="10" name="Group 9">
            <a:extLst>
              <a:ext uri="{FF2B5EF4-FFF2-40B4-BE49-F238E27FC236}">
                <a16:creationId xmlns:a16="http://schemas.microsoft.com/office/drawing/2014/main" id="{2EA48BD3-8358-F501-FDBC-6E98FFF3C32A}"/>
              </a:ext>
            </a:extLst>
          </p:cNvPr>
          <p:cNvGrpSpPr>
            <a:grpSpLocks noGrp="1" noUngrp="1" noRot="1" noMove="1" noResize="1"/>
          </p:cNvGrpSpPr>
          <p:nvPr/>
        </p:nvGrpSpPr>
        <p:grpSpPr>
          <a:xfrm>
            <a:off x="196611" y="2284783"/>
            <a:ext cx="1044360" cy="45000"/>
            <a:chOff x="196611" y="2284783"/>
            <a:chExt cx="1044360" cy="4500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7EB4602A-D129-843D-5FEF-6098A3861B91}"/>
                    </a:ext>
                  </a:extLst>
                </p14:cNvPr>
                <p14:cNvContentPartPr>
                  <a14:cpLocks xmlns:a14="http://schemas.microsoft.com/office/drawing/2010/main" noGrp="1" noRot="1" noMove="1" noResize="1" noEditPoints="1" noAdjustHandles="1" noChangeArrowheads="1" noChangeShapeType="1"/>
                </p14:cNvContentPartPr>
                <p14:nvPr/>
              </p14:nvContentPartPr>
              <p14:xfrm>
                <a:off x="196611" y="2317903"/>
                <a:ext cx="1011960" cy="11880"/>
              </p14:xfrm>
            </p:contentPart>
          </mc:Choice>
          <mc:Fallback xmlns="">
            <p:pic>
              <p:nvPicPr>
                <p:cNvPr id="7" name="Ink 6">
                  <a:extLst>
                    <a:ext uri="{FF2B5EF4-FFF2-40B4-BE49-F238E27FC236}">
                      <a16:creationId xmlns:a16="http://schemas.microsoft.com/office/drawing/2014/main" id="{7EB4602A-D129-843D-5FEF-6098A3861B91}"/>
                    </a:ext>
                  </a:extLst>
                </p:cNvPr>
                <p:cNvPicPr>
                  <a:picLocks noGrp="1" noRot="1" noMove="1" noResize="1" noEditPoints="1" noAdjustHandles="1" noChangeArrowheads="1" noChangeShapeType="1"/>
                </p:cNvPicPr>
                <p:nvPr/>
              </p:nvPicPr>
              <p:blipFill>
                <a:blip r:embed="rId9"/>
                <a:stretch>
                  <a:fillRect/>
                </a:stretch>
              </p:blipFill>
              <p:spPr>
                <a:xfrm>
                  <a:off x="133971" y="2255263"/>
                  <a:ext cx="11376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509009C7-D6B3-B72A-9848-0CCD30A51FF8}"/>
                    </a:ext>
                  </a:extLst>
                </p14:cNvPr>
                <p14:cNvContentPartPr>
                  <a14:cpLocks xmlns:a14="http://schemas.microsoft.com/office/drawing/2010/main" noGrp="1" noRot="1" noMove="1" noResize="1" noEditPoints="1" noAdjustHandles="1" noChangeArrowheads="1" noChangeShapeType="1"/>
                </p14:cNvContentPartPr>
                <p14:nvPr/>
              </p14:nvContentPartPr>
              <p14:xfrm>
                <a:off x="268251" y="2284783"/>
                <a:ext cx="972720" cy="45000"/>
              </p14:xfrm>
            </p:contentPart>
          </mc:Choice>
          <mc:Fallback xmlns="">
            <p:pic>
              <p:nvPicPr>
                <p:cNvPr id="8" name="Ink 7">
                  <a:extLst>
                    <a:ext uri="{FF2B5EF4-FFF2-40B4-BE49-F238E27FC236}">
                      <a16:creationId xmlns:a16="http://schemas.microsoft.com/office/drawing/2014/main" id="{509009C7-D6B3-B72A-9848-0CCD30A51FF8}"/>
                    </a:ext>
                  </a:extLst>
                </p:cNvPr>
                <p:cNvPicPr>
                  <a:picLocks noGrp="1" noRot="1" noMove="1" noResize="1" noEditPoints="1" noAdjustHandles="1" noChangeArrowheads="1" noChangeShapeType="1"/>
                </p:cNvPicPr>
                <p:nvPr/>
              </p:nvPicPr>
              <p:blipFill>
                <a:blip r:embed="rId11"/>
                <a:stretch>
                  <a:fillRect/>
                </a:stretch>
              </p:blipFill>
              <p:spPr>
                <a:xfrm>
                  <a:off x="205611" y="2222143"/>
                  <a:ext cx="1098360" cy="170640"/>
                </a:xfrm>
                <a:prstGeom prst="rect">
                  <a:avLst/>
                </a:prstGeom>
              </p:spPr>
            </p:pic>
          </mc:Fallback>
        </mc:AlternateContent>
      </p:grpSp>
      <p:grpSp>
        <p:nvGrpSpPr>
          <p:cNvPr id="12" name="Group 11">
            <a:extLst>
              <a:ext uri="{FF2B5EF4-FFF2-40B4-BE49-F238E27FC236}">
                <a16:creationId xmlns:a16="http://schemas.microsoft.com/office/drawing/2014/main" id="{D7915BC2-5CD2-1427-DE64-BEC83D8F34C2}"/>
              </a:ext>
            </a:extLst>
          </p:cNvPr>
          <p:cNvGrpSpPr>
            <a:grpSpLocks noGrp="1" noUngrp="1" noRot="1" noMove="1" noResize="1"/>
          </p:cNvGrpSpPr>
          <p:nvPr/>
        </p:nvGrpSpPr>
        <p:grpSpPr>
          <a:xfrm>
            <a:off x="232971" y="2683663"/>
            <a:ext cx="967680" cy="115560"/>
            <a:chOff x="232971" y="2683663"/>
            <a:chExt cx="967680" cy="11556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D1968E47-686F-F723-8F60-D32B22E070AC}"/>
                    </a:ext>
                  </a:extLst>
                </p14:cNvPr>
                <p14:cNvContentPartPr>
                  <a14:cpLocks xmlns:a14="http://schemas.microsoft.com/office/drawing/2010/main" noGrp="1" noRot="1" noMove="1" noResize="1" noEditPoints="1" noAdjustHandles="1" noChangeArrowheads="1" noChangeShapeType="1"/>
                </p14:cNvContentPartPr>
                <p14:nvPr/>
              </p14:nvContentPartPr>
              <p14:xfrm>
                <a:off x="232971" y="2698063"/>
                <a:ext cx="967680" cy="101160"/>
              </p14:xfrm>
            </p:contentPart>
          </mc:Choice>
          <mc:Fallback xmlns="">
            <p:pic>
              <p:nvPicPr>
                <p:cNvPr id="9" name="Ink 8">
                  <a:extLst>
                    <a:ext uri="{FF2B5EF4-FFF2-40B4-BE49-F238E27FC236}">
                      <a16:creationId xmlns:a16="http://schemas.microsoft.com/office/drawing/2014/main" id="{D1968E47-686F-F723-8F60-D32B22E070AC}"/>
                    </a:ext>
                  </a:extLst>
                </p:cNvPr>
                <p:cNvPicPr>
                  <a:picLocks noGrp="1" noRot="1" noMove="1" noResize="1" noEditPoints="1" noAdjustHandles="1" noChangeArrowheads="1" noChangeShapeType="1"/>
                </p:cNvPicPr>
                <p:nvPr/>
              </p:nvPicPr>
              <p:blipFill>
                <a:blip r:embed="rId13"/>
                <a:stretch>
                  <a:fillRect/>
                </a:stretch>
              </p:blipFill>
              <p:spPr>
                <a:xfrm>
                  <a:off x="170331" y="2635063"/>
                  <a:ext cx="10933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31873C0E-71AF-003E-E0BD-8FCC05F8EDEE}"/>
                    </a:ext>
                  </a:extLst>
                </p14:cNvPr>
                <p14:cNvContentPartPr>
                  <a14:cpLocks xmlns:a14="http://schemas.microsoft.com/office/drawing/2010/main" noGrp="1" noRot="1" noMove="1" noResize="1" noEditPoints="1" noAdjustHandles="1" noChangeArrowheads="1" noChangeShapeType="1"/>
                </p14:cNvContentPartPr>
                <p14:nvPr/>
              </p14:nvContentPartPr>
              <p14:xfrm>
                <a:off x="738771" y="2683663"/>
                <a:ext cx="339120" cy="70920"/>
              </p14:xfrm>
            </p:contentPart>
          </mc:Choice>
          <mc:Fallback xmlns="">
            <p:pic>
              <p:nvPicPr>
                <p:cNvPr id="11" name="Ink 10">
                  <a:extLst>
                    <a:ext uri="{FF2B5EF4-FFF2-40B4-BE49-F238E27FC236}">
                      <a16:creationId xmlns:a16="http://schemas.microsoft.com/office/drawing/2014/main" id="{31873C0E-71AF-003E-E0BD-8FCC05F8EDEE}"/>
                    </a:ext>
                  </a:extLst>
                </p:cNvPr>
                <p:cNvPicPr>
                  <a:picLocks noGrp="1" noRot="1" noMove="1" noResize="1" noEditPoints="1" noAdjustHandles="1" noChangeArrowheads="1" noChangeShapeType="1"/>
                </p:cNvPicPr>
                <p:nvPr/>
              </p:nvPicPr>
              <p:blipFill>
                <a:blip r:embed="rId15"/>
                <a:stretch>
                  <a:fillRect/>
                </a:stretch>
              </p:blipFill>
              <p:spPr>
                <a:xfrm>
                  <a:off x="676131" y="2621023"/>
                  <a:ext cx="464760" cy="196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1C8E051A-382D-C350-3930-8B180C4BED3A}"/>
                  </a:ext>
                </a:extLst>
              </p14:cNvPr>
              <p14:cNvContentPartPr>
                <a14:cpLocks xmlns:a14="http://schemas.microsoft.com/office/drawing/2010/main" noGrp="1" noRot="1" noMove="1" noResize="1" noEditPoints="1" noAdjustHandles="1" noChangeArrowheads="1" noChangeShapeType="1"/>
              </p14:cNvContentPartPr>
              <p14:nvPr/>
            </p14:nvContentPartPr>
            <p14:xfrm rot="5380798">
              <a:off x="674638" y="3168716"/>
              <a:ext cx="83266" cy="11974"/>
            </p14:xfrm>
          </p:contentPart>
        </mc:Choice>
        <mc:Fallback xmlns="">
          <p:pic>
            <p:nvPicPr>
              <p:cNvPr id="15" name="Ink 14">
                <a:extLst>
                  <a:ext uri="{FF2B5EF4-FFF2-40B4-BE49-F238E27FC236}">
                    <a16:creationId xmlns:a16="http://schemas.microsoft.com/office/drawing/2014/main" id="{1C8E051A-382D-C350-3930-8B180C4BED3A}"/>
                  </a:ext>
                </a:extLst>
              </p:cNvPr>
              <p:cNvPicPr>
                <a:picLocks noGrp="1" noRot="1" noMove="1" noResize="1" noEditPoints="1" noAdjustHandles="1" noChangeArrowheads="1" noChangeShapeType="1"/>
              </p:cNvPicPr>
              <p:nvPr/>
            </p:nvPicPr>
            <p:blipFill>
              <a:blip r:embed="rId17"/>
              <a:stretch>
                <a:fillRect/>
              </a:stretch>
            </p:blipFill>
            <p:spPr>
              <a:xfrm rot="5380798">
                <a:off x="611830" y="3107085"/>
                <a:ext cx="208524" cy="134884"/>
              </a:xfrm>
              <a:prstGeom prst="rect">
                <a:avLst/>
              </a:prstGeom>
            </p:spPr>
          </p:pic>
        </mc:Fallback>
      </mc:AlternateContent>
      <p:grpSp>
        <p:nvGrpSpPr>
          <p:cNvPr id="19" name="Group 18">
            <a:extLst>
              <a:ext uri="{FF2B5EF4-FFF2-40B4-BE49-F238E27FC236}">
                <a16:creationId xmlns:a16="http://schemas.microsoft.com/office/drawing/2014/main" id="{C5827CC7-C1E2-0244-0282-B84CAC868B45}"/>
              </a:ext>
            </a:extLst>
          </p:cNvPr>
          <p:cNvGrpSpPr>
            <a:grpSpLocks noGrp="1" noUngrp="1" noRot="1" noMove="1" noResize="1"/>
          </p:cNvGrpSpPr>
          <p:nvPr/>
        </p:nvGrpSpPr>
        <p:grpSpPr>
          <a:xfrm>
            <a:off x="205251" y="3101709"/>
            <a:ext cx="1089000" cy="229320"/>
            <a:chOff x="250251" y="3080383"/>
            <a:chExt cx="1089000" cy="22932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C2B43FC2-D558-C8A2-0680-3C78C2E2C2EA}"/>
                    </a:ext>
                  </a:extLst>
                </p14:cNvPr>
                <p14:cNvContentPartPr>
                  <a14:cpLocks xmlns:a14="http://schemas.microsoft.com/office/drawing/2010/main" noGrp="1" noRot="1" noMove="1" noResize="1" noEditPoints="1" noAdjustHandles="1" noChangeArrowheads="1" noChangeShapeType="1"/>
                </p14:cNvContentPartPr>
                <p14:nvPr/>
              </p14:nvContentPartPr>
              <p14:xfrm>
                <a:off x="910851" y="3199903"/>
                <a:ext cx="428400" cy="109800"/>
              </p14:xfrm>
            </p:contentPart>
          </mc:Choice>
          <mc:Fallback xmlns="">
            <p:pic>
              <p:nvPicPr>
                <p:cNvPr id="13" name="Ink 12">
                  <a:extLst>
                    <a:ext uri="{FF2B5EF4-FFF2-40B4-BE49-F238E27FC236}">
                      <a16:creationId xmlns:a16="http://schemas.microsoft.com/office/drawing/2014/main" id="{C2B43FC2-D558-C8A2-0680-3C78C2E2C2EA}"/>
                    </a:ext>
                  </a:extLst>
                </p:cNvPr>
                <p:cNvPicPr>
                  <a:picLocks noGrp="1" noRot="1" noMove="1" noResize="1" noEditPoints="1" noAdjustHandles="1" noChangeArrowheads="1" noChangeShapeType="1"/>
                </p:cNvPicPr>
                <p:nvPr/>
              </p:nvPicPr>
              <p:blipFill>
                <a:blip r:embed="rId19"/>
                <a:stretch>
                  <a:fillRect/>
                </a:stretch>
              </p:blipFill>
              <p:spPr>
                <a:xfrm>
                  <a:off x="848211" y="3137263"/>
                  <a:ext cx="55404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0C940CC1-D83C-F9E7-BC06-795470147AD3}"/>
                    </a:ext>
                  </a:extLst>
                </p14:cNvPr>
                <p14:cNvContentPartPr>
                  <a14:cpLocks xmlns:a14="http://schemas.microsoft.com/office/drawing/2010/main" noGrp="1" noRot="1" noMove="1" noResize="1" noEditPoints="1" noAdjustHandles="1" noChangeArrowheads="1" noChangeShapeType="1"/>
                </p14:cNvContentPartPr>
                <p14:nvPr/>
              </p14:nvContentPartPr>
              <p14:xfrm>
                <a:off x="261051" y="3080383"/>
                <a:ext cx="979200" cy="186120"/>
              </p14:xfrm>
            </p:contentPart>
          </mc:Choice>
          <mc:Fallback xmlns="">
            <p:pic>
              <p:nvPicPr>
                <p:cNvPr id="16" name="Ink 15">
                  <a:extLst>
                    <a:ext uri="{FF2B5EF4-FFF2-40B4-BE49-F238E27FC236}">
                      <a16:creationId xmlns:a16="http://schemas.microsoft.com/office/drawing/2014/main" id="{0C940CC1-D83C-F9E7-BC06-795470147AD3}"/>
                    </a:ext>
                  </a:extLst>
                </p:cNvPr>
                <p:cNvPicPr>
                  <a:picLocks noGrp="1" noRot="1" noMove="1" noResize="1" noEditPoints="1" noAdjustHandles="1" noChangeArrowheads="1" noChangeShapeType="1"/>
                </p:cNvPicPr>
                <p:nvPr/>
              </p:nvPicPr>
              <p:blipFill>
                <a:blip r:embed="rId21"/>
                <a:stretch>
                  <a:fillRect/>
                </a:stretch>
              </p:blipFill>
              <p:spPr>
                <a:xfrm>
                  <a:off x="198051" y="3017743"/>
                  <a:ext cx="11048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B39A4322-3B75-3DB6-5A93-CAFACD42B125}"/>
                    </a:ext>
                  </a:extLst>
                </p14:cNvPr>
                <p14:cNvContentPartPr>
                  <a14:cpLocks xmlns:a14="http://schemas.microsoft.com/office/drawing/2010/main" noGrp="1" noRot="1" noMove="1" noResize="1" noEditPoints="1" noAdjustHandles="1" noChangeArrowheads="1" noChangeShapeType="1"/>
                </p14:cNvContentPartPr>
                <p14:nvPr/>
              </p14:nvContentPartPr>
              <p14:xfrm>
                <a:off x="250251" y="3156343"/>
                <a:ext cx="768960" cy="67320"/>
              </p14:xfrm>
            </p:contentPart>
          </mc:Choice>
          <mc:Fallback xmlns="">
            <p:pic>
              <p:nvPicPr>
                <p:cNvPr id="17" name="Ink 16">
                  <a:extLst>
                    <a:ext uri="{FF2B5EF4-FFF2-40B4-BE49-F238E27FC236}">
                      <a16:creationId xmlns:a16="http://schemas.microsoft.com/office/drawing/2014/main" id="{B39A4322-3B75-3DB6-5A93-CAFACD42B125}"/>
                    </a:ext>
                  </a:extLst>
                </p:cNvPr>
                <p:cNvPicPr>
                  <a:picLocks noGrp="1" noRot="1" noMove="1" noResize="1" noEditPoints="1" noAdjustHandles="1" noChangeArrowheads="1" noChangeShapeType="1"/>
                </p:cNvPicPr>
                <p:nvPr/>
              </p:nvPicPr>
              <p:blipFill>
                <a:blip r:embed="rId23"/>
                <a:stretch>
                  <a:fillRect/>
                </a:stretch>
              </p:blipFill>
              <p:spPr>
                <a:xfrm>
                  <a:off x="187251" y="3093703"/>
                  <a:ext cx="894600" cy="19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E362CA97-12BC-F6C3-89CC-CCE3D87773F2}"/>
                  </a:ext>
                </a:extLst>
              </p14:cNvPr>
              <p14:cNvContentPartPr>
                <a14:cpLocks xmlns:a14="http://schemas.microsoft.com/office/drawing/2010/main" noGrp="1" noRot="1" noMove="1" noResize="1" noEditPoints="1" noAdjustHandles="1" noChangeArrowheads="1" noChangeShapeType="1"/>
              </p14:cNvContentPartPr>
              <p14:nvPr/>
            </p14:nvContentPartPr>
            <p14:xfrm>
              <a:off x="133611" y="3982903"/>
              <a:ext cx="695160" cy="111600"/>
            </p14:xfrm>
          </p:contentPart>
        </mc:Choice>
        <mc:Fallback xmlns="">
          <p:pic>
            <p:nvPicPr>
              <p:cNvPr id="20" name="Ink 19">
                <a:extLst>
                  <a:ext uri="{FF2B5EF4-FFF2-40B4-BE49-F238E27FC236}">
                    <a16:creationId xmlns:a16="http://schemas.microsoft.com/office/drawing/2014/main" id="{E362CA97-12BC-F6C3-89CC-CCE3D87773F2}"/>
                  </a:ext>
                </a:extLst>
              </p:cNvPr>
              <p:cNvPicPr>
                <a:picLocks noGrp="1" noRot="1" noMove="1" noResize="1" noEditPoints="1" noAdjustHandles="1" noChangeArrowheads="1" noChangeShapeType="1"/>
              </p:cNvPicPr>
              <p:nvPr/>
            </p:nvPicPr>
            <p:blipFill>
              <a:blip r:embed="rId25"/>
              <a:stretch>
                <a:fillRect/>
              </a:stretch>
            </p:blipFill>
            <p:spPr>
              <a:xfrm>
                <a:off x="70971" y="3920263"/>
                <a:ext cx="8208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FE21226-154F-C519-47FA-31F5BA9570ED}"/>
                  </a:ext>
                </a:extLst>
              </p14:cNvPr>
              <p14:cNvContentPartPr>
                <a14:cpLocks xmlns:a14="http://schemas.microsoft.com/office/drawing/2010/main" noGrp="1" noRot="1" noMove="1" noResize="1" noEditPoints="1" noAdjustHandles="1" noChangeArrowheads="1" noChangeShapeType="1"/>
              </p14:cNvContentPartPr>
              <p14:nvPr/>
            </p14:nvContentPartPr>
            <p14:xfrm>
              <a:off x="131091" y="4352623"/>
              <a:ext cx="931680" cy="143640"/>
            </p14:xfrm>
          </p:contentPart>
        </mc:Choice>
        <mc:Fallback xmlns="">
          <p:pic>
            <p:nvPicPr>
              <p:cNvPr id="22" name="Ink 21">
                <a:extLst>
                  <a:ext uri="{FF2B5EF4-FFF2-40B4-BE49-F238E27FC236}">
                    <a16:creationId xmlns:a16="http://schemas.microsoft.com/office/drawing/2014/main" id="{4FE21226-154F-C519-47FA-31F5BA9570ED}"/>
                  </a:ext>
                </a:extLst>
              </p:cNvPr>
              <p:cNvPicPr>
                <a:picLocks noGrp="1" noRot="1" noMove="1" noResize="1" noEditPoints="1" noAdjustHandles="1" noChangeArrowheads="1" noChangeShapeType="1"/>
              </p:cNvPicPr>
              <p:nvPr/>
            </p:nvPicPr>
            <p:blipFill>
              <a:blip r:embed="rId27"/>
              <a:stretch>
                <a:fillRect/>
              </a:stretch>
            </p:blipFill>
            <p:spPr>
              <a:xfrm>
                <a:off x="68451" y="4289623"/>
                <a:ext cx="105732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E77A6296-1FB3-3361-FAAB-BD16A265A58C}"/>
                  </a:ext>
                </a:extLst>
              </p14:cNvPr>
              <p14:cNvContentPartPr>
                <a14:cpLocks xmlns:a14="http://schemas.microsoft.com/office/drawing/2010/main" noGrp="1" noRot="1" noMove="1" noResize="1" noEditPoints="1" noAdjustHandles="1" noChangeArrowheads="1" noChangeShapeType="1"/>
              </p14:cNvContentPartPr>
              <p14:nvPr/>
            </p14:nvContentPartPr>
            <p14:xfrm rot="21600001">
              <a:off x="238409" y="4395441"/>
              <a:ext cx="1045364" cy="109484"/>
            </p14:xfrm>
          </p:contentPart>
        </mc:Choice>
        <mc:Fallback xmlns="">
          <p:pic>
            <p:nvPicPr>
              <p:cNvPr id="24" name="Ink 23">
                <a:extLst>
                  <a:ext uri="{FF2B5EF4-FFF2-40B4-BE49-F238E27FC236}">
                    <a16:creationId xmlns:a16="http://schemas.microsoft.com/office/drawing/2014/main" id="{E77A6296-1FB3-3361-FAAB-BD16A265A58C}"/>
                  </a:ext>
                </a:extLst>
              </p:cNvPr>
              <p:cNvPicPr>
                <a:picLocks noGrp="1" noRot="1" noMove="1" noResize="1" noEditPoints="1" noAdjustHandles="1" noChangeArrowheads="1" noChangeShapeType="1"/>
              </p:cNvPicPr>
              <p:nvPr/>
            </p:nvPicPr>
            <p:blipFill>
              <a:blip r:embed="rId29"/>
              <a:stretch>
                <a:fillRect/>
              </a:stretch>
            </p:blipFill>
            <p:spPr>
              <a:xfrm rot="21600001">
                <a:off x="175414" y="4332776"/>
                <a:ext cx="1170995" cy="235175"/>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8D9ECA9E-4DDB-ADBA-391D-7847081DDBEE}"/>
                  </a:ext>
                </a:extLst>
              </p14:cNvPr>
              <p14:cNvContentPartPr>
                <a14:cpLocks xmlns:a14="http://schemas.microsoft.com/office/drawing/2010/main" noGrp="1" noRot="1" noMove="1" noResize="1" noEditPoints="1" noAdjustHandles="1" noChangeArrowheads="1" noChangeShapeType="1"/>
              </p14:cNvContentPartPr>
              <p14:nvPr/>
            </p14:nvContentPartPr>
            <p14:xfrm>
              <a:off x="206691" y="4780663"/>
              <a:ext cx="759960" cy="196200"/>
            </p14:xfrm>
          </p:contentPart>
        </mc:Choice>
        <mc:Fallback xmlns="">
          <p:pic>
            <p:nvPicPr>
              <p:cNvPr id="25" name="Ink 24">
                <a:extLst>
                  <a:ext uri="{FF2B5EF4-FFF2-40B4-BE49-F238E27FC236}">
                    <a16:creationId xmlns:a16="http://schemas.microsoft.com/office/drawing/2014/main" id="{8D9ECA9E-4DDB-ADBA-391D-7847081DDBEE}"/>
                  </a:ext>
                </a:extLst>
              </p:cNvPr>
              <p:cNvPicPr>
                <a:picLocks noGrp="1" noRot="1" noMove="1" noResize="1" noEditPoints="1" noAdjustHandles="1" noChangeArrowheads="1" noChangeShapeType="1"/>
              </p:cNvPicPr>
              <p:nvPr/>
            </p:nvPicPr>
            <p:blipFill>
              <a:blip r:embed="rId31"/>
              <a:stretch>
                <a:fillRect/>
              </a:stretch>
            </p:blipFill>
            <p:spPr>
              <a:xfrm>
                <a:off x="143691" y="4717663"/>
                <a:ext cx="885600" cy="321840"/>
              </a:xfrm>
              <a:prstGeom prst="rect">
                <a:avLst/>
              </a:prstGeom>
            </p:spPr>
          </p:pic>
        </mc:Fallback>
      </mc:AlternateContent>
      <p:sp>
        <p:nvSpPr>
          <p:cNvPr id="26" name="Rectangle 25">
            <a:extLst>
              <a:ext uri="{FF2B5EF4-FFF2-40B4-BE49-F238E27FC236}">
                <a16:creationId xmlns:a16="http://schemas.microsoft.com/office/drawing/2014/main" id="{3594835F-570D-8878-1125-B2C927B6A3F1}"/>
              </a:ext>
            </a:extLst>
          </p:cNvPr>
          <p:cNvSpPr/>
          <p:nvPr/>
        </p:nvSpPr>
        <p:spPr>
          <a:xfrm>
            <a:off x="2503714" y="794657"/>
            <a:ext cx="3516085"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2400" dirty="0"/>
              <a:t>My routes </a:t>
            </a:r>
          </a:p>
        </p:txBody>
      </p:sp>
      <p:grpSp>
        <p:nvGrpSpPr>
          <p:cNvPr id="29" name="Group 28">
            <a:extLst>
              <a:ext uri="{FF2B5EF4-FFF2-40B4-BE49-F238E27FC236}">
                <a16:creationId xmlns:a16="http://schemas.microsoft.com/office/drawing/2014/main" id="{50C110CD-A2C0-A249-DE13-0716A97C03C2}"/>
              </a:ext>
            </a:extLst>
          </p:cNvPr>
          <p:cNvGrpSpPr/>
          <p:nvPr/>
        </p:nvGrpSpPr>
        <p:grpSpPr>
          <a:xfrm>
            <a:off x="3994971" y="1371411"/>
            <a:ext cx="220320" cy="232560"/>
            <a:chOff x="3994971" y="1371411"/>
            <a:chExt cx="220320" cy="232560"/>
          </a:xfrm>
        </p:grpSpPr>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8AF96F03-C318-EC55-6B23-D84306A8D7C1}"/>
                    </a:ext>
                  </a:extLst>
                </p14:cNvPr>
                <p14:cNvContentPartPr/>
                <p14:nvPr/>
              </p14:nvContentPartPr>
              <p14:xfrm>
                <a:off x="4092891" y="1371411"/>
                <a:ext cx="360" cy="146160"/>
              </p14:xfrm>
            </p:contentPart>
          </mc:Choice>
          <mc:Fallback xmlns="">
            <p:pic>
              <p:nvPicPr>
                <p:cNvPr id="27" name="Ink 26">
                  <a:extLst>
                    <a:ext uri="{FF2B5EF4-FFF2-40B4-BE49-F238E27FC236}">
                      <a16:creationId xmlns:a16="http://schemas.microsoft.com/office/drawing/2014/main" id="{8AF96F03-C318-EC55-6B23-D84306A8D7C1}"/>
                    </a:ext>
                  </a:extLst>
                </p:cNvPr>
                <p:cNvPicPr/>
                <p:nvPr/>
              </p:nvPicPr>
              <p:blipFill>
                <a:blip r:embed="rId33"/>
                <a:stretch>
                  <a:fillRect/>
                </a:stretch>
              </p:blipFill>
              <p:spPr>
                <a:xfrm>
                  <a:off x="4083891" y="1362771"/>
                  <a:ext cx="180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654D288E-35C5-6A09-9714-9E0381313316}"/>
                    </a:ext>
                  </a:extLst>
                </p14:cNvPr>
                <p14:cNvContentPartPr/>
                <p14:nvPr/>
              </p14:nvContentPartPr>
              <p14:xfrm>
                <a:off x="3994971" y="1459251"/>
                <a:ext cx="220320" cy="144720"/>
              </p14:xfrm>
            </p:contentPart>
          </mc:Choice>
          <mc:Fallback xmlns="">
            <p:pic>
              <p:nvPicPr>
                <p:cNvPr id="28" name="Ink 27">
                  <a:extLst>
                    <a:ext uri="{FF2B5EF4-FFF2-40B4-BE49-F238E27FC236}">
                      <a16:creationId xmlns:a16="http://schemas.microsoft.com/office/drawing/2014/main" id="{654D288E-35C5-6A09-9714-9E0381313316}"/>
                    </a:ext>
                  </a:extLst>
                </p:cNvPr>
                <p:cNvPicPr/>
                <p:nvPr/>
              </p:nvPicPr>
              <p:blipFill>
                <a:blip r:embed="rId35"/>
                <a:stretch>
                  <a:fillRect/>
                </a:stretch>
              </p:blipFill>
              <p:spPr>
                <a:xfrm>
                  <a:off x="3986331" y="1450251"/>
                  <a:ext cx="237960" cy="162360"/>
                </a:xfrm>
                <a:prstGeom prst="rect">
                  <a:avLst/>
                </a:prstGeom>
              </p:spPr>
            </p:pic>
          </mc:Fallback>
        </mc:AlternateContent>
      </p:grpSp>
      <p:sp>
        <p:nvSpPr>
          <p:cNvPr id="30" name="Rectangle 29">
            <a:extLst>
              <a:ext uri="{FF2B5EF4-FFF2-40B4-BE49-F238E27FC236}">
                <a16:creationId xmlns:a16="http://schemas.microsoft.com/office/drawing/2014/main" id="{ABC43301-BDB7-4FD5-AD22-A164ED0E2D73}"/>
              </a:ext>
            </a:extLst>
          </p:cNvPr>
          <p:cNvSpPr/>
          <p:nvPr/>
        </p:nvSpPr>
        <p:spPr>
          <a:xfrm>
            <a:off x="2601480" y="2777451"/>
            <a:ext cx="3353004" cy="24886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dirty="0"/>
              <a:t>Brys mine &gt; port </a:t>
            </a:r>
          </a:p>
          <a:p>
            <a:endParaRPr lang="en-ZA" dirty="0"/>
          </a:p>
        </p:txBody>
      </p:sp>
      <p:sp>
        <p:nvSpPr>
          <p:cNvPr id="31" name="Rectangle 30">
            <a:extLst>
              <a:ext uri="{FF2B5EF4-FFF2-40B4-BE49-F238E27FC236}">
                <a16:creationId xmlns:a16="http://schemas.microsoft.com/office/drawing/2014/main" id="{CFD40C4E-0289-DE79-22AB-EA40F12006A0}"/>
              </a:ext>
            </a:extLst>
          </p:cNvPr>
          <p:cNvSpPr/>
          <p:nvPr/>
        </p:nvSpPr>
        <p:spPr>
          <a:xfrm>
            <a:off x="2993366" y="3169836"/>
            <a:ext cx="1894114" cy="3592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ZA" dirty="0"/>
              <a:t>Loading point</a:t>
            </a:r>
          </a:p>
        </p:txBody>
      </p:sp>
      <p:sp>
        <p:nvSpPr>
          <p:cNvPr id="32" name="Rectangle 31">
            <a:extLst>
              <a:ext uri="{FF2B5EF4-FFF2-40B4-BE49-F238E27FC236}">
                <a16:creationId xmlns:a16="http://schemas.microsoft.com/office/drawing/2014/main" id="{BA65229E-6186-6C3D-C74B-8A567044D6B9}"/>
              </a:ext>
            </a:extLst>
          </p:cNvPr>
          <p:cNvSpPr/>
          <p:nvPr/>
        </p:nvSpPr>
        <p:spPr>
          <a:xfrm>
            <a:off x="2984142" y="3660249"/>
            <a:ext cx="1894114" cy="3784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ZA" dirty="0"/>
              <a:t>Off load point </a:t>
            </a:r>
          </a:p>
        </p:txBody>
      </p:sp>
      <p:sp>
        <p:nvSpPr>
          <p:cNvPr id="33" name="Rectangle 32">
            <a:extLst>
              <a:ext uri="{FF2B5EF4-FFF2-40B4-BE49-F238E27FC236}">
                <a16:creationId xmlns:a16="http://schemas.microsoft.com/office/drawing/2014/main" id="{E54E103E-946D-7F38-1975-981059869B3F}"/>
              </a:ext>
            </a:extLst>
          </p:cNvPr>
          <p:cNvSpPr/>
          <p:nvPr/>
        </p:nvSpPr>
        <p:spPr>
          <a:xfrm>
            <a:off x="2895600" y="4281994"/>
            <a:ext cx="2492829" cy="36843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ZA" dirty="0"/>
              <a:t>Upload POD</a:t>
            </a:r>
          </a:p>
        </p:txBody>
      </p:sp>
      <p:sp>
        <p:nvSpPr>
          <p:cNvPr id="34" name="Rectangle 33">
            <a:extLst>
              <a:ext uri="{FF2B5EF4-FFF2-40B4-BE49-F238E27FC236}">
                <a16:creationId xmlns:a16="http://schemas.microsoft.com/office/drawing/2014/main" id="{855941F5-ADE5-0906-FD77-78B19C0F7BD5}"/>
              </a:ext>
            </a:extLst>
          </p:cNvPr>
          <p:cNvSpPr/>
          <p:nvPr/>
        </p:nvSpPr>
        <p:spPr>
          <a:xfrm>
            <a:off x="5165375" y="2940705"/>
            <a:ext cx="446108" cy="53292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ZA" dirty="0"/>
              <a:t>5</a:t>
            </a:r>
          </a:p>
        </p:txBody>
      </p:sp>
      <p:sp>
        <p:nvSpPr>
          <p:cNvPr id="35" name="Rectangle 34">
            <a:extLst>
              <a:ext uri="{FF2B5EF4-FFF2-40B4-BE49-F238E27FC236}">
                <a16:creationId xmlns:a16="http://schemas.microsoft.com/office/drawing/2014/main" id="{58EE4C74-6EB3-54F4-2357-9C240094EA68}"/>
              </a:ext>
            </a:extLst>
          </p:cNvPr>
          <p:cNvSpPr/>
          <p:nvPr/>
        </p:nvSpPr>
        <p:spPr>
          <a:xfrm>
            <a:off x="6731742" y="2329783"/>
            <a:ext cx="1049048" cy="29363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sz="1200" dirty="0"/>
              <a:t>This is a load counter, when he completes a delivery it adds</a:t>
            </a:r>
          </a:p>
          <a:p>
            <a:pPr algn="ctr"/>
            <a:endParaRPr lang="en-ZA" sz="1200" dirty="0"/>
          </a:p>
          <a:p>
            <a:pPr algn="ctr"/>
            <a:r>
              <a:rPr lang="en-ZA" sz="1200" dirty="0"/>
              <a:t>He enters tons manually based on POD</a:t>
            </a:r>
          </a:p>
        </p:txBody>
      </p:sp>
      <p:cxnSp>
        <p:nvCxnSpPr>
          <p:cNvPr id="37" name="Straight Arrow Connector 36">
            <a:extLst>
              <a:ext uri="{FF2B5EF4-FFF2-40B4-BE49-F238E27FC236}">
                <a16:creationId xmlns:a16="http://schemas.microsoft.com/office/drawing/2014/main" id="{36175AC5-E445-F05D-AD30-D91A16A21F21}"/>
              </a:ext>
            </a:extLst>
          </p:cNvPr>
          <p:cNvCxnSpPr>
            <a:cxnSpLocks/>
            <a:stCxn id="35" idx="1"/>
          </p:cNvCxnSpPr>
          <p:nvPr/>
        </p:nvCxnSpPr>
        <p:spPr>
          <a:xfrm flipH="1" flipV="1">
            <a:off x="5315963" y="3441193"/>
            <a:ext cx="1415779" cy="3567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1D9128F7-B166-9CC7-ED18-02BA797D15A2}"/>
              </a:ext>
            </a:extLst>
          </p:cNvPr>
          <p:cNvSpPr/>
          <p:nvPr/>
        </p:nvSpPr>
        <p:spPr>
          <a:xfrm>
            <a:off x="2569027" y="1591881"/>
            <a:ext cx="3385457" cy="861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342900" indent="-342900">
              <a:buAutoNum type="arabicPeriod"/>
            </a:pPr>
            <a:r>
              <a:rPr lang="en-ZA" dirty="0"/>
              <a:t>Brys mine &gt; port </a:t>
            </a:r>
          </a:p>
          <a:p>
            <a:pPr marL="342900" indent="-342900">
              <a:buAutoNum type="arabicPeriod"/>
            </a:pPr>
            <a:r>
              <a:rPr lang="en-ZA" dirty="0" err="1"/>
              <a:t>hugo</a:t>
            </a:r>
            <a:r>
              <a:rPr lang="en-ZA" dirty="0"/>
              <a:t> &gt; boss </a:t>
            </a:r>
          </a:p>
          <a:p>
            <a:pPr marL="342900" indent="-342900">
              <a:buAutoNum type="arabicPeriod"/>
            </a:pPr>
            <a:r>
              <a:rPr lang="en-ZA" dirty="0" err="1"/>
              <a:t>Drifon</a:t>
            </a:r>
            <a:r>
              <a:rPr lang="en-ZA" dirty="0"/>
              <a:t> &gt; Durban </a:t>
            </a:r>
          </a:p>
        </p:txBody>
      </p:sp>
      <p:sp>
        <p:nvSpPr>
          <p:cNvPr id="45" name="Rectangle: Rounded Corners 44">
            <a:extLst>
              <a:ext uri="{FF2B5EF4-FFF2-40B4-BE49-F238E27FC236}">
                <a16:creationId xmlns:a16="http://schemas.microsoft.com/office/drawing/2014/main" id="{482D8AF2-E401-C95D-81A5-4EA125350AB9}"/>
              </a:ext>
            </a:extLst>
          </p:cNvPr>
          <p:cNvSpPr/>
          <p:nvPr/>
        </p:nvSpPr>
        <p:spPr>
          <a:xfrm>
            <a:off x="3019126" y="4786988"/>
            <a:ext cx="2172009" cy="4104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Tons = 34,5</a:t>
            </a:r>
          </a:p>
        </p:txBody>
      </p:sp>
      <p:cxnSp>
        <p:nvCxnSpPr>
          <p:cNvPr id="50" name="Straight Arrow Connector 49">
            <a:extLst>
              <a:ext uri="{FF2B5EF4-FFF2-40B4-BE49-F238E27FC236}">
                <a16:creationId xmlns:a16="http://schemas.microsoft.com/office/drawing/2014/main" id="{CDA94384-2F17-5960-EC94-DD78988098FF}"/>
              </a:ext>
            </a:extLst>
          </p:cNvPr>
          <p:cNvCxnSpPr>
            <a:cxnSpLocks/>
          </p:cNvCxnSpPr>
          <p:nvPr/>
        </p:nvCxnSpPr>
        <p:spPr>
          <a:xfrm flipV="1">
            <a:off x="5191135" y="4650427"/>
            <a:ext cx="1540607" cy="3264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2" name="Rectangle 51">
            <a:extLst>
              <a:ext uri="{FF2B5EF4-FFF2-40B4-BE49-F238E27FC236}">
                <a16:creationId xmlns:a16="http://schemas.microsoft.com/office/drawing/2014/main" id="{7052BBEC-218B-D2A2-CB89-8CB78C1A4D7E}"/>
              </a:ext>
            </a:extLst>
          </p:cNvPr>
          <p:cNvSpPr/>
          <p:nvPr/>
        </p:nvSpPr>
        <p:spPr>
          <a:xfrm>
            <a:off x="8191808" y="720186"/>
            <a:ext cx="3886200" cy="4864100"/>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b="1"/>
              <a:t>WHEN DRIVER UPLOADS POD</a:t>
            </a:r>
            <a:endParaRPr lang="en-ZA" b="1"/>
          </a:p>
          <a:p>
            <a:r>
              <a:rPr lang="en-US"/>
              <a:t>USER: Driver</a:t>
            </a:r>
            <a:endParaRPr lang="en-ZA"/>
          </a:p>
          <a:p>
            <a:r>
              <a:rPr lang="en-US"/>
              <a:t>ACTION: Upload POD + delivered tons.</a:t>
            </a:r>
            <a:endParaRPr lang="en-ZA"/>
          </a:p>
          <a:p>
            <a:r>
              <a:rPr lang="en-US"/>
              <a:t>SYSTEM UPDATES:</a:t>
            </a:r>
            <a:endParaRPr lang="en-ZA"/>
          </a:p>
          <a:p>
            <a:r>
              <a:rPr lang="en-US" b="1"/>
              <a:t>RECON SYSTEM</a:t>
            </a:r>
            <a:endParaRPr lang="en-ZA" b="1"/>
          </a:p>
          <a:p>
            <a:pPr lvl="0"/>
            <a:r>
              <a:rPr lang="en-US"/>
              <a:t>Recon finalized</a:t>
            </a:r>
            <a:endParaRPr lang="en-ZA"/>
          </a:p>
          <a:p>
            <a:r>
              <a:rPr lang="en-US" b="1"/>
              <a:t>BUYER DASHBOARD</a:t>
            </a:r>
            <a:endParaRPr lang="en-ZA" b="1"/>
          </a:p>
          <a:p>
            <a:pPr lvl="0"/>
            <a:r>
              <a:rPr lang="en-US"/>
              <a:t>Delivery completed</a:t>
            </a:r>
            <a:endParaRPr lang="en-ZA"/>
          </a:p>
          <a:p>
            <a:r>
              <a:rPr lang="en-US" b="1"/>
              <a:t>TRANSPORTER DASHBOARD</a:t>
            </a:r>
            <a:endParaRPr lang="en-ZA" b="1"/>
          </a:p>
          <a:p>
            <a:pPr lvl="0"/>
            <a:r>
              <a:rPr lang="en-US"/>
              <a:t>Trip completed</a:t>
            </a:r>
            <a:endParaRPr lang="en-ZA"/>
          </a:p>
          <a:p>
            <a:r>
              <a:rPr lang="en-US" b="1"/>
              <a:t>ROUTE METRICS</a:t>
            </a:r>
            <a:endParaRPr lang="en-ZA" b="1"/>
          </a:p>
          <a:p>
            <a:pPr lvl="0"/>
            <a:r>
              <a:rPr lang="en-US"/>
              <a:t>Tons delivered updated</a:t>
            </a:r>
            <a:endParaRPr lang="en-ZA"/>
          </a:p>
          <a:p>
            <a:r>
              <a:rPr lang="en-US" b="1"/>
              <a:t>REPORTING</a:t>
            </a:r>
            <a:endParaRPr lang="en-ZA" b="1"/>
          </a:p>
          <a:p>
            <a:pPr lvl="0"/>
            <a:r>
              <a:rPr lang="en-US"/>
              <a:t>Daily totals update</a:t>
            </a:r>
            <a:endParaRPr lang="en-ZA"/>
          </a:p>
          <a:p>
            <a:pPr lvl="0"/>
            <a:r>
              <a:rPr lang="en-US"/>
              <a:t>Monthly totals update</a:t>
            </a:r>
            <a:endParaRPr lang="en-ZA"/>
          </a:p>
          <a:p>
            <a:r>
              <a:rPr lang="en-US"/>
              <a:t>Historical analytics update</a:t>
            </a:r>
            <a:endParaRPr lang="en-ZA" dirty="0"/>
          </a:p>
        </p:txBody>
      </p:sp>
    </p:spTree>
    <p:extLst>
      <p:ext uri="{BB962C8B-B14F-4D97-AF65-F5344CB8AC3E}">
        <p14:creationId xmlns:p14="http://schemas.microsoft.com/office/powerpoint/2010/main" val="383810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E97650-A937-F357-EE2F-E5048697CE9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359EB5-1E05-7DB2-3501-7D2160766D7D}"/>
              </a:ext>
            </a:extLst>
          </p:cNvPr>
          <p:cNvSpPr>
            <a:spLocks noGrp="1" noRot="1" noMove="1" noResize="1" noEditPoints="1" noAdjustHandles="1" noChangeArrowheads="1" noChangeShapeType="1"/>
          </p:cNvSpPr>
          <p:nvPr/>
        </p:nvSpPr>
        <p:spPr>
          <a:xfrm>
            <a:off x="2231571" y="881743"/>
            <a:ext cx="9818915" cy="5823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7" name="Rectangle 6">
            <a:extLst>
              <a:ext uri="{FF2B5EF4-FFF2-40B4-BE49-F238E27FC236}">
                <a16:creationId xmlns:a16="http://schemas.microsoft.com/office/drawing/2014/main" id="{F79B8362-3878-5F0C-4FB6-CF92868448E2}"/>
              </a:ext>
            </a:extLst>
          </p:cNvPr>
          <p:cNvSpPr/>
          <p:nvPr/>
        </p:nvSpPr>
        <p:spPr>
          <a:xfrm>
            <a:off x="2721429" y="1066800"/>
            <a:ext cx="8186057" cy="15566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My products. </a:t>
            </a:r>
          </a:p>
          <a:p>
            <a:pPr marL="342900" indent="-342900">
              <a:buAutoNum type="arabicPeriod"/>
            </a:pPr>
            <a:r>
              <a:rPr lang="en-ZA" dirty="0"/>
              <a:t>Brys mine , coal to port.                                  450km      1600tons </a:t>
            </a:r>
          </a:p>
          <a:p>
            <a:pPr marL="342900" indent="-342900">
              <a:buAutoNum type="arabicPeriod"/>
            </a:pPr>
            <a:r>
              <a:rPr lang="en-ZA" dirty="0"/>
              <a:t>Henny mine, chrome to JJ wash plant      35km         800 tons</a:t>
            </a:r>
          </a:p>
          <a:p>
            <a:pPr marL="342900" indent="-342900">
              <a:buAutoNum type="arabicPeriod"/>
            </a:pPr>
            <a:r>
              <a:rPr lang="en-ZA" dirty="0"/>
              <a:t>JJ wash plant, chrome to port.                     150km       500 tons </a:t>
            </a:r>
          </a:p>
        </p:txBody>
      </p:sp>
      <p:sp>
        <p:nvSpPr>
          <p:cNvPr id="8" name="Rectangle 7">
            <a:extLst>
              <a:ext uri="{FF2B5EF4-FFF2-40B4-BE49-F238E27FC236}">
                <a16:creationId xmlns:a16="http://schemas.microsoft.com/office/drawing/2014/main" id="{D053CE5F-416F-86E5-63E1-F2BCB0BD014E}"/>
              </a:ext>
            </a:extLst>
          </p:cNvPr>
          <p:cNvSpPr/>
          <p:nvPr/>
        </p:nvSpPr>
        <p:spPr>
          <a:xfrm>
            <a:off x="2677886" y="5181600"/>
            <a:ext cx="8577943" cy="124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Available products </a:t>
            </a:r>
          </a:p>
          <a:p>
            <a:pPr marL="342900" indent="-342900">
              <a:buAutoNum type="arabicPeriod"/>
            </a:pPr>
            <a:r>
              <a:rPr lang="en-ZA" dirty="0"/>
              <a:t>Coal rb2 </a:t>
            </a:r>
          </a:p>
          <a:p>
            <a:pPr marL="342900" indent="-342900">
              <a:buAutoNum type="arabicPeriod"/>
            </a:pPr>
            <a:r>
              <a:rPr lang="en-ZA" dirty="0"/>
              <a:t>Chrome 38/40</a:t>
            </a:r>
          </a:p>
          <a:p>
            <a:pPr marL="342900" indent="-342900">
              <a:buAutoNum type="arabicPeriod"/>
            </a:pPr>
            <a:r>
              <a:rPr lang="en-ZA" dirty="0"/>
              <a:t>Coal rb1</a:t>
            </a:r>
          </a:p>
        </p:txBody>
      </p:sp>
      <p:sp>
        <p:nvSpPr>
          <p:cNvPr id="9" name="Rectangle 8">
            <a:extLst>
              <a:ext uri="{FF2B5EF4-FFF2-40B4-BE49-F238E27FC236}">
                <a16:creationId xmlns:a16="http://schemas.microsoft.com/office/drawing/2014/main" id="{5983FD36-895C-5470-727E-F56A1548C80B}"/>
              </a:ext>
            </a:extLst>
          </p:cNvPr>
          <p:cNvSpPr/>
          <p:nvPr/>
        </p:nvSpPr>
        <p:spPr>
          <a:xfrm>
            <a:off x="2737756" y="2786742"/>
            <a:ext cx="2950029" cy="14369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u="sng" dirty="0"/>
              <a:t>All tons moved(recons)  </a:t>
            </a:r>
          </a:p>
          <a:p>
            <a:r>
              <a:rPr lang="en-ZA" dirty="0"/>
              <a:t>D= 2000                      Total </a:t>
            </a:r>
          </a:p>
          <a:p>
            <a:r>
              <a:rPr lang="en-ZA" dirty="0"/>
              <a:t>W= 9 000                1 500 000</a:t>
            </a:r>
          </a:p>
          <a:p>
            <a:r>
              <a:rPr lang="en-ZA" dirty="0"/>
              <a:t>M=68 000</a:t>
            </a:r>
          </a:p>
          <a:p>
            <a:r>
              <a:rPr lang="en-ZA" dirty="0"/>
              <a:t>Y=450 000</a:t>
            </a:r>
          </a:p>
        </p:txBody>
      </p:sp>
      <p:sp>
        <p:nvSpPr>
          <p:cNvPr id="10" name="Rectangle 9">
            <a:extLst>
              <a:ext uri="{FF2B5EF4-FFF2-40B4-BE49-F238E27FC236}">
                <a16:creationId xmlns:a16="http://schemas.microsoft.com/office/drawing/2014/main" id="{19EF03A3-49A3-7863-81A3-5E116AFF55A2}"/>
              </a:ext>
            </a:extLst>
          </p:cNvPr>
          <p:cNvSpPr/>
          <p:nvPr/>
        </p:nvSpPr>
        <p:spPr>
          <a:xfrm>
            <a:off x="2808514" y="4408713"/>
            <a:ext cx="2808514" cy="489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Request transportation </a:t>
            </a:r>
          </a:p>
        </p:txBody>
      </p:sp>
      <p:sp>
        <p:nvSpPr>
          <p:cNvPr id="11" name="Rectangle 10">
            <a:extLst>
              <a:ext uri="{FF2B5EF4-FFF2-40B4-BE49-F238E27FC236}">
                <a16:creationId xmlns:a16="http://schemas.microsoft.com/office/drawing/2014/main" id="{77B8D314-7174-2A50-E463-860BF64F08AB}"/>
              </a:ext>
            </a:extLst>
          </p:cNvPr>
          <p:cNvSpPr/>
          <p:nvPr/>
        </p:nvSpPr>
        <p:spPr>
          <a:xfrm>
            <a:off x="8229600" y="4408713"/>
            <a:ext cx="2808514" cy="489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Request products </a:t>
            </a:r>
          </a:p>
        </p:txBody>
      </p:sp>
    </p:spTree>
    <p:extLst>
      <p:ext uri="{BB962C8B-B14F-4D97-AF65-F5344CB8AC3E}">
        <p14:creationId xmlns:p14="http://schemas.microsoft.com/office/powerpoint/2010/main" val="2748577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9AB46F-8B47-E881-DA9E-402CF49FF19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41A92F6-DF0B-7F08-4638-A811D53F53F9}"/>
              </a:ext>
            </a:extLst>
          </p:cNvPr>
          <p:cNvSpPr/>
          <p:nvPr/>
        </p:nvSpPr>
        <p:spPr>
          <a:xfrm>
            <a:off x="2231571" y="881743"/>
            <a:ext cx="9818915" cy="5823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ZA"/>
          </a:p>
        </p:txBody>
      </p:sp>
      <p:sp>
        <p:nvSpPr>
          <p:cNvPr id="4" name="Rectangle 3">
            <a:extLst>
              <a:ext uri="{FF2B5EF4-FFF2-40B4-BE49-F238E27FC236}">
                <a16:creationId xmlns:a16="http://schemas.microsoft.com/office/drawing/2014/main" id="{C4AD3B5C-49F3-5BE9-6222-70264C6E442A}"/>
              </a:ext>
            </a:extLst>
          </p:cNvPr>
          <p:cNvSpPr/>
          <p:nvPr/>
        </p:nvSpPr>
        <p:spPr>
          <a:xfrm>
            <a:off x="3015342" y="1034144"/>
            <a:ext cx="8186057" cy="12627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dirty="0"/>
              <a:t>My products. </a:t>
            </a:r>
          </a:p>
          <a:p>
            <a:pPr marL="342900" indent="-342900">
              <a:buAutoNum type="arabicPeriod"/>
            </a:pPr>
            <a:r>
              <a:rPr lang="en-ZA" dirty="0"/>
              <a:t>Brys mine , coal to port.                                  450km      15000tons </a:t>
            </a:r>
          </a:p>
          <a:p>
            <a:pPr marL="342900" indent="-342900">
              <a:buAutoNum type="arabicPeriod"/>
            </a:pPr>
            <a:r>
              <a:rPr lang="en-ZA" dirty="0"/>
              <a:t>Henny mine, chrome to JJ wash plant      35km         800 tons</a:t>
            </a:r>
          </a:p>
          <a:p>
            <a:pPr marL="342900" indent="-342900">
              <a:buAutoNum type="arabicPeriod"/>
            </a:pPr>
            <a:r>
              <a:rPr lang="en-ZA" dirty="0"/>
              <a:t>JJ wash plant, chrome to port.                     150km       500 tons </a:t>
            </a:r>
          </a:p>
        </p:txBody>
      </p:sp>
      <p:sp>
        <p:nvSpPr>
          <p:cNvPr id="5" name="Rectangle 4">
            <a:extLst>
              <a:ext uri="{FF2B5EF4-FFF2-40B4-BE49-F238E27FC236}">
                <a16:creationId xmlns:a16="http://schemas.microsoft.com/office/drawing/2014/main" id="{BA2FB4AC-A34A-94DD-48A1-E42627FFC444}"/>
              </a:ext>
            </a:extLst>
          </p:cNvPr>
          <p:cNvSpPr/>
          <p:nvPr/>
        </p:nvSpPr>
        <p:spPr>
          <a:xfrm>
            <a:off x="2449284" y="2443842"/>
            <a:ext cx="9318171" cy="40821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dirty="0"/>
              <a:t>Brys mine &gt; port </a:t>
            </a:r>
          </a:p>
          <a:p>
            <a:pPr marL="285750" indent="-285750">
              <a:buFont typeface="Arial" panose="020B0604020202020204" pitchFamily="34" charset="0"/>
              <a:buChar char="•"/>
            </a:pPr>
            <a:r>
              <a:rPr lang="en-ZA" dirty="0"/>
              <a:t>450km 20 trucks on route. Coal  rb2</a:t>
            </a:r>
          </a:p>
          <a:p>
            <a:endParaRPr lang="en-ZA" dirty="0"/>
          </a:p>
          <a:p>
            <a:endParaRPr lang="en-ZA" dirty="0"/>
          </a:p>
        </p:txBody>
      </p:sp>
      <p:sp>
        <p:nvSpPr>
          <p:cNvPr id="6" name="Rectangle 5">
            <a:extLst>
              <a:ext uri="{FF2B5EF4-FFF2-40B4-BE49-F238E27FC236}">
                <a16:creationId xmlns:a16="http://schemas.microsoft.com/office/drawing/2014/main" id="{F05F3FF5-B4A5-E71A-A9B3-41C3CFBE049F}"/>
              </a:ext>
            </a:extLst>
          </p:cNvPr>
          <p:cNvSpPr/>
          <p:nvPr/>
        </p:nvSpPr>
        <p:spPr>
          <a:xfrm>
            <a:off x="3015342" y="5225143"/>
            <a:ext cx="8338458" cy="10450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sz="1600" dirty="0"/>
              <a:t>Active trips on route</a:t>
            </a:r>
          </a:p>
          <a:p>
            <a:pPr marL="342900" indent="-342900">
              <a:buAutoNum type="arabicPeriod"/>
            </a:pPr>
            <a:r>
              <a:rPr lang="en-ZA" sz="1600" dirty="0"/>
              <a:t>hdq123mp – </a:t>
            </a:r>
            <a:r>
              <a:rPr lang="en-ZA" sz="1600" dirty="0" err="1"/>
              <a:t>otw</a:t>
            </a:r>
            <a:r>
              <a:rPr lang="en-ZA" sz="1600" dirty="0"/>
              <a:t> to loading </a:t>
            </a:r>
          </a:p>
          <a:p>
            <a:pPr marL="342900" indent="-342900">
              <a:buAutoNum type="arabicPeriod"/>
            </a:pPr>
            <a:r>
              <a:rPr lang="en-ZA" sz="1600" dirty="0"/>
              <a:t>Idd345mp – </a:t>
            </a:r>
            <a:r>
              <a:rPr lang="en-ZA" sz="1600" dirty="0" err="1"/>
              <a:t>otw</a:t>
            </a:r>
            <a:r>
              <a:rPr lang="en-ZA" sz="1600" dirty="0"/>
              <a:t> to offload</a:t>
            </a:r>
          </a:p>
          <a:p>
            <a:pPr marL="342900" indent="-342900">
              <a:buAutoNum type="arabicPeriod"/>
            </a:pPr>
            <a:r>
              <a:rPr lang="en-ZA" sz="1600" dirty="0"/>
              <a:t>Wef473mp – at mine </a:t>
            </a:r>
          </a:p>
        </p:txBody>
      </p:sp>
      <p:sp>
        <p:nvSpPr>
          <p:cNvPr id="7" name="Rectangle 6">
            <a:extLst>
              <a:ext uri="{FF2B5EF4-FFF2-40B4-BE49-F238E27FC236}">
                <a16:creationId xmlns:a16="http://schemas.microsoft.com/office/drawing/2014/main" id="{9ABEED43-3572-6BAC-2BEB-6E0E0CB8FA86}"/>
              </a:ext>
            </a:extLst>
          </p:cNvPr>
          <p:cNvSpPr/>
          <p:nvPr/>
        </p:nvSpPr>
        <p:spPr>
          <a:xfrm>
            <a:off x="2732314" y="3238500"/>
            <a:ext cx="2623456" cy="1469571"/>
          </a:xfrm>
          <a:prstGeom prst="rect">
            <a:avLst/>
          </a:prstGeom>
        </p:spPr>
        <p:style>
          <a:lnRef idx="3">
            <a:schemeClr val="lt1"/>
          </a:lnRef>
          <a:fillRef idx="1">
            <a:schemeClr val="accent1"/>
          </a:fillRef>
          <a:effectRef idx="1">
            <a:schemeClr val="accent1"/>
          </a:effectRef>
          <a:fontRef idx="minor">
            <a:schemeClr val="lt1"/>
          </a:fontRef>
        </p:style>
        <p:txBody>
          <a:bodyPr rtlCol="0" anchor="t"/>
          <a:lstStyle/>
          <a:p>
            <a:pPr algn="ctr"/>
            <a:r>
              <a:rPr lang="en-ZA" u="sng" dirty="0"/>
              <a:t>tons</a:t>
            </a:r>
            <a:r>
              <a:rPr lang="en-ZA" dirty="0"/>
              <a:t> </a:t>
            </a:r>
          </a:p>
          <a:p>
            <a:r>
              <a:rPr lang="en-ZA" dirty="0"/>
              <a:t>D= 695                    </a:t>
            </a:r>
            <a:r>
              <a:rPr lang="en-ZA" u="sng" dirty="0"/>
              <a:t>Total</a:t>
            </a:r>
          </a:p>
          <a:p>
            <a:r>
              <a:rPr lang="en-ZA" dirty="0"/>
              <a:t>W= 1665               15000</a:t>
            </a:r>
          </a:p>
          <a:p>
            <a:r>
              <a:rPr lang="en-ZA" dirty="0"/>
              <a:t>M=8611</a:t>
            </a:r>
          </a:p>
          <a:p>
            <a:r>
              <a:rPr lang="en-ZA" dirty="0"/>
              <a:t>Y= 15000</a:t>
            </a:r>
          </a:p>
        </p:txBody>
      </p:sp>
      <p:sp>
        <p:nvSpPr>
          <p:cNvPr id="8" name="Rectangle 7">
            <a:extLst>
              <a:ext uri="{FF2B5EF4-FFF2-40B4-BE49-F238E27FC236}">
                <a16:creationId xmlns:a16="http://schemas.microsoft.com/office/drawing/2014/main" id="{6E0BDB40-509A-FA09-D632-52727E01F106}"/>
              </a:ext>
            </a:extLst>
          </p:cNvPr>
          <p:cNvSpPr/>
          <p:nvPr/>
        </p:nvSpPr>
        <p:spPr>
          <a:xfrm>
            <a:off x="2732314" y="4718957"/>
            <a:ext cx="2623456" cy="3265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View/download recons</a:t>
            </a:r>
          </a:p>
        </p:txBody>
      </p:sp>
      <p:sp>
        <p:nvSpPr>
          <p:cNvPr id="9" name="Rectangle 8">
            <a:extLst>
              <a:ext uri="{FF2B5EF4-FFF2-40B4-BE49-F238E27FC236}">
                <a16:creationId xmlns:a16="http://schemas.microsoft.com/office/drawing/2014/main" id="{8FA99D1F-84BA-A0E6-2A54-FB48C2FA8FD0}"/>
              </a:ext>
            </a:extLst>
          </p:cNvPr>
          <p:cNvSpPr/>
          <p:nvPr/>
        </p:nvSpPr>
        <p:spPr>
          <a:xfrm>
            <a:off x="8605157" y="4645478"/>
            <a:ext cx="2438400" cy="35922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ZA" dirty="0"/>
              <a:t>Edit waybill info</a:t>
            </a:r>
          </a:p>
        </p:txBody>
      </p:sp>
      <p:sp>
        <p:nvSpPr>
          <p:cNvPr id="10" name="Rectangle 9">
            <a:extLst>
              <a:ext uri="{FF2B5EF4-FFF2-40B4-BE49-F238E27FC236}">
                <a16:creationId xmlns:a16="http://schemas.microsoft.com/office/drawing/2014/main" id="{4F9D9255-6D35-1570-294C-92344ABD4EC0}"/>
              </a:ext>
            </a:extLst>
          </p:cNvPr>
          <p:cNvSpPr/>
          <p:nvPr/>
        </p:nvSpPr>
        <p:spPr>
          <a:xfrm>
            <a:off x="8436429" y="2928257"/>
            <a:ext cx="2764970" cy="5987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ZA" dirty="0"/>
              <a:t>View/edit </a:t>
            </a:r>
            <a:r>
              <a:rPr lang="en-ZA" dirty="0" err="1"/>
              <a:t>trucklist</a:t>
            </a:r>
            <a:r>
              <a:rPr lang="en-ZA" dirty="0"/>
              <a:t> </a:t>
            </a:r>
          </a:p>
        </p:txBody>
      </p:sp>
      <p:sp>
        <p:nvSpPr>
          <p:cNvPr id="11" name="Rectangle 10">
            <a:extLst>
              <a:ext uri="{FF2B5EF4-FFF2-40B4-BE49-F238E27FC236}">
                <a16:creationId xmlns:a16="http://schemas.microsoft.com/office/drawing/2014/main" id="{CC648867-31A0-DD08-CF4C-9E7C97AEB721}"/>
              </a:ext>
            </a:extLst>
          </p:cNvPr>
          <p:cNvSpPr/>
          <p:nvPr/>
        </p:nvSpPr>
        <p:spPr>
          <a:xfrm>
            <a:off x="5682343" y="3227614"/>
            <a:ext cx="2427512" cy="1289957"/>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ZA" dirty="0"/>
              <a:t>stockpiles and assay reports  </a:t>
            </a:r>
          </a:p>
        </p:txBody>
      </p:sp>
      <p:sp>
        <p:nvSpPr>
          <p:cNvPr id="12" name="Rectangle 11">
            <a:extLst>
              <a:ext uri="{FF2B5EF4-FFF2-40B4-BE49-F238E27FC236}">
                <a16:creationId xmlns:a16="http://schemas.microsoft.com/office/drawing/2014/main" id="{E4593E0E-5D45-46E1-569A-3EFFDFA2F632}"/>
              </a:ext>
            </a:extLst>
          </p:cNvPr>
          <p:cNvSpPr/>
          <p:nvPr/>
        </p:nvSpPr>
        <p:spPr>
          <a:xfrm>
            <a:off x="-2471057" y="195944"/>
            <a:ext cx="2041564" cy="19571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ZA" dirty="0"/>
              <a:t>Remember back button !! Or X button to close a pop up </a:t>
            </a:r>
          </a:p>
        </p:txBody>
      </p:sp>
      <p:sp>
        <p:nvSpPr>
          <p:cNvPr id="13" name="Rectangle 12">
            <a:extLst>
              <a:ext uri="{FF2B5EF4-FFF2-40B4-BE49-F238E27FC236}">
                <a16:creationId xmlns:a16="http://schemas.microsoft.com/office/drawing/2014/main" id="{D29A79EC-58BE-7FE3-8BD8-6264A5E43B82}"/>
              </a:ext>
            </a:extLst>
          </p:cNvPr>
          <p:cNvSpPr/>
          <p:nvPr/>
        </p:nvSpPr>
        <p:spPr>
          <a:xfrm>
            <a:off x="12409713" y="310242"/>
            <a:ext cx="2307772" cy="2133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So all this info is only related to the product he clicks on </a:t>
            </a:r>
          </a:p>
        </p:txBody>
      </p:sp>
      <p:sp>
        <p:nvSpPr>
          <p:cNvPr id="14" name="Rectangle 13">
            <a:extLst>
              <a:ext uri="{FF2B5EF4-FFF2-40B4-BE49-F238E27FC236}">
                <a16:creationId xmlns:a16="http://schemas.microsoft.com/office/drawing/2014/main" id="{20CB6835-E30A-141E-1170-F1D45FC913AA}"/>
              </a:ext>
            </a:extLst>
          </p:cNvPr>
          <p:cNvSpPr/>
          <p:nvPr/>
        </p:nvSpPr>
        <p:spPr>
          <a:xfrm>
            <a:off x="5682343" y="4718957"/>
            <a:ext cx="2427512" cy="315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Create PO</a:t>
            </a:r>
          </a:p>
        </p:txBody>
      </p:sp>
      <p:sp>
        <p:nvSpPr>
          <p:cNvPr id="15" name="Rectangle 14">
            <a:extLst>
              <a:ext uri="{FF2B5EF4-FFF2-40B4-BE49-F238E27FC236}">
                <a16:creationId xmlns:a16="http://schemas.microsoft.com/office/drawing/2014/main" id="{32013463-A12B-A40C-6C26-18877BC1CEB3}"/>
              </a:ext>
            </a:extLst>
          </p:cNvPr>
          <p:cNvSpPr/>
          <p:nvPr/>
        </p:nvSpPr>
        <p:spPr>
          <a:xfrm>
            <a:off x="12604173" y="4837671"/>
            <a:ext cx="1641763" cy="202032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ZA" sz="1600" dirty="0"/>
              <a:t>Clicking on a trip here should open truck locations and highlight the truck on a the map</a:t>
            </a:r>
          </a:p>
        </p:txBody>
      </p:sp>
      <p:grpSp>
        <p:nvGrpSpPr>
          <p:cNvPr id="18" name="Group 17">
            <a:extLst>
              <a:ext uri="{FF2B5EF4-FFF2-40B4-BE49-F238E27FC236}">
                <a16:creationId xmlns:a16="http://schemas.microsoft.com/office/drawing/2014/main" id="{E0CFC98A-14C2-FC40-113C-A1CAA7990CFB}"/>
              </a:ext>
            </a:extLst>
          </p:cNvPr>
          <p:cNvGrpSpPr/>
          <p:nvPr/>
        </p:nvGrpSpPr>
        <p:grpSpPr>
          <a:xfrm>
            <a:off x="11316189" y="5170491"/>
            <a:ext cx="1213920" cy="317520"/>
            <a:chOff x="11316189" y="5170491"/>
            <a:chExt cx="1213920" cy="317520"/>
          </a:xfrm>
        </p:grpSpPr>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1146F4F9-F1AA-F0E5-412D-D3A6096D8E9E}"/>
                    </a:ext>
                  </a:extLst>
                </p14:cNvPr>
                <p14:cNvContentPartPr/>
                <p14:nvPr/>
              </p14:nvContentPartPr>
              <p14:xfrm>
                <a:off x="11393949" y="5170491"/>
                <a:ext cx="1136160" cy="301680"/>
              </p14:xfrm>
            </p:contentPart>
          </mc:Choice>
          <mc:Fallback xmlns="">
            <p:pic>
              <p:nvPicPr>
                <p:cNvPr id="16" name="Ink 15">
                  <a:extLst>
                    <a:ext uri="{FF2B5EF4-FFF2-40B4-BE49-F238E27FC236}">
                      <a16:creationId xmlns:a16="http://schemas.microsoft.com/office/drawing/2014/main" id="{1146F4F9-F1AA-F0E5-412D-D3A6096D8E9E}"/>
                    </a:ext>
                  </a:extLst>
                </p:cNvPr>
                <p:cNvPicPr/>
                <p:nvPr/>
              </p:nvPicPr>
              <p:blipFill>
                <a:blip r:embed="rId5"/>
                <a:stretch>
                  <a:fillRect/>
                </a:stretch>
              </p:blipFill>
              <p:spPr>
                <a:xfrm>
                  <a:off x="11387829" y="5164371"/>
                  <a:ext cx="114840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286C1EC8-7F23-6603-DD29-3CEE9DAB01DE}"/>
                    </a:ext>
                  </a:extLst>
                </p14:cNvPr>
                <p14:cNvContentPartPr/>
                <p14:nvPr/>
              </p14:nvContentPartPr>
              <p14:xfrm>
                <a:off x="11316189" y="5333931"/>
                <a:ext cx="192600" cy="154080"/>
              </p14:xfrm>
            </p:contentPart>
          </mc:Choice>
          <mc:Fallback xmlns="">
            <p:pic>
              <p:nvPicPr>
                <p:cNvPr id="17" name="Ink 16">
                  <a:extLst>
                    <a:ext uri="{FF2B5EF4-FFF2-40B4-BE49-F238E27FC236}">
                      <a16:creationId xmlns:a16="http://schemas.microsoft.com/office/drawing/2014/main" id="{286C1EC8-7F23-6603-DD29-3CEE9DAB01DE}"/>
                    </a:ext>
                  </a:extLst>
                </p:cNvPr>
                <p:cNvPicPr/>
                <p:nvPr/>
              </p:nvPicPr>
              <p:blipFill>
                <a:blip r:embed="rId7"/>
                <a:stretch>
                  <a:fillRect/>
                </a:stretch>
              </p:blipFill>
              <p:spPr>
                <a:xfrm>
                  <a:off x="11310069" y="5327811"/>
                  <a:ext cx="204840" cy="166320"/>
                </a:xfrm>
                <a:prstGeom prst="rect">
                  <a:avLst/>
                </a:prstGeom>
              </p:spPr>
            </p:pic>
          </mc:Fallback>
        </mc:AlternateContent>
      </p:grpSp>
      <p:grpSp>
        <p:nvGrpSpPr>
          <p:cNvPr id="21" name="Group 20">
            <a:extLst>
              <a:ext uri="{FF2B5EF4-FFF2-40B4-BE49-F238E27FC236}">
                <a16:creationId xmlns:a16="http://schemas.microsoft.com/office/drawing/2014/main" id="{58E7F4DE-4F80-2F89-6F0C-3FC60B511E90}"/>
              </a:ext>
            </a:extLst>
          </p:cNvPr>
          <p:cNvGrpSpPr/>
          <p:nvPr/>
        </p:nvGrpSpPr>
        <p:grpSpPr>
          <a:xfrm>
            <a:off x="11625789" y="1339011"/>
            <a:ext cx="773280" cy="1248480"/>
            <a:chOff x="11625789" y="1339011"/>
            <a:chExt cx="773280" cy="1248480"/>
          </a:xfrm>
        </p:grpSpPr>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9216F319-C2B4-131D-6162-7C87E65679C6}"/>
                    </a:ext>
                  </a:extLst>
                </p14:cNvPr>
                <p14:cNvContentPartPr/>
                <p14:nvPr/>
              </p14:nvContentPartPr>
              <p14:xfrm>
                <a:off x="11630829" y="1339011"/>
                <a:ext cx="768240" cy="1099080"/>
              </p14:xfrm>
            </p:contentPart>
          </mc:Choice>
          <mc:Fallback xmlns="">
            <p:pic>
              <p:nvPicPr>
                <p:cNvPr id="19" name="Ink 18">
                  <a:extLst>
                    <a:ext uri="{FF2B5EF4-FFF2-40B4-BE49-F238E27FC236}">
                      <a16:creationId xmlns:a16="http://schemas.microsoft.com/office/drawing/2014/main" id="{9216F319-C2B4-131D-6162-7C87E65679C6}"/>
                    </a:ext>
                  </a:extLst>
                </p:cNvPr>
                <p:cNvPicPr/>
                <p:nvPr/>
              </p:nvPicPr>
              <p:blipFill>
                <a:blip r:embed="rId9"/>
                <a:stretch>
                  <a:fillRect/>
                </a:stretch>
              </p:blipFill>
              <p:spPr>
                <a:xfrm>
                  <a:off x="11624709" y="1332891"/>
                  <a:ext cx="780480" cy="1111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7420CF75-E51B-F454-FEB3-C38732909CE5}"/>
                    </a:ext>
                  </a:extLst>
                </p14:cNvPr>
                <p14:cNvContentPartPr/>
                <p14:nvPr/>
              </p14:nvContentPartPr>
              <p14:xfrm>
                <a:off x="11625789" y="2329371"/>
                <a:ext cx="173160" cy="258120"/>
              </p14:xfrm>
            </p:contentPart>
          </mc:Choice>
          <mc:Fallback xmlns="">
            <p:pic>
              <p:nvPicPr>
                <p:cNvPr id="20" name="Ink 19">
                  <a:extLst>
                    <a:ext uri="{FF2B5EF4-FFF2-40B4-BE49-F238E27FC236}">
                      <a16:creationId xmlns:a16="http://schemas.microsoft.com/office/drawing/2014/main" id="{7420CF75-E51B-F454-FEB3-C38732909CE5}"/>
                    </a:ext>
                  </a:extLst>
                </p:cNvPr>
                <p:cNvPicPr/>
                <p:nvPr/>
              </p:nvPicPr>
              <p:blipFill>
                <a:blip r:embed="rId11"/>
                <a:stretch>
                  <a:fillRect/>
                </a:stretch>
              </p:blipFill>
              <p:spPr>
                <a:xfrm>
                  <a:off x="11619669" y="2323251"/>
                  <a:ext cx="185400" cy="270360"/>
                </a:xfrm>
                <a:prstGeom prst="rect">
                  <a:avLst/>
                </a:prstGeom>
              </p:spPr>
            </p:pic>
          </mc:Fallback>
        </mc:AlternateContent>
      </p:grpSp>
      <p:sp>
        <p:nvSpPr>
          <p:cNvPr id="22" name="Rectangle 21">
            <a:extLst>
              <a:ext uri="{FF2B5EF4-FFF2-40B4-BE49-F238E27FC236}">
                <a16:creationId xmlns:a16="http://schemas.microsoft.com/office/drawing/2014/main" id="{52838BD9-5396-B2BE-FFE4-53401BF55086}"/>
              </a:ext>
            </a:extLst>
          </p:cNvPr>
          <p:cNvSpPr/>
          <p:nvPr/>
        </p:nvSpPr>
        <p:spPr>
          <a:xfrm>
            <a:off x="2590800" y="195944"/>
            <a:ext cx="2155371" cy="2830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My products </a:t>
            </a:r>
          </a:p>
        </p:txBody>
      </p:sp>
    </p:spTree>
    <p:extLst>
      <p:ext uri="{BB962C8B-B14F-4D97-AF65-F5344CB8AC3E}">
        <p14:creationId xmlns:p14="http://schemas.microsoft.com/office/powerpoint/2010/main" val="2425096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225D-070E-073F-FD58-5AE8D24F66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666F992-E57A-EEAB-814D-E34B3B1F744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859766B8-C1CB-EC1F-0C9A-8EC27EEABA45}"/>
              </a:ext>
            </a:extLst>
          </p:cNvPr>
          <p:cNvSpPr>
            <a:spLocks noGrp="1" noRot="1" noMove="1" noResize="1" noEditPoints="1" noAdjustHandles="1" noChangeArrowheads="1" noChangeShapeType="1"/>
          </p:cNvSpPr>
          <p:nvPr/>
        </p:nvSpPr>
        <p:spPr>
          <a:xfrm>
            <a:off x="2122714" y="783771"/>
            <a:ext cx="10069286" cy="60742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pic>
        <p:nvPicPr>
          <p:cNvPr id="6" name="Picture 5">
            <a:extLst>
              <a:ext uri="{FF2B5EF4-FFF2-40B4-BE49-F238E27FC236}">
                <a16:creationId xmlns:a16="http://schemas.microsoft.com/office/drawing/2014/main" id="{B258F684-1737-4A88-0B53-1B71BBF2C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2713" y="1891157"/>
            <a:ext cx="10069287" cy="2573707"/>
          </a:xfrm>
          <a:prstGeom prst="rect">
            <a:avLst/>
          </a:prstGeom>
        </p:spPr>
      </p:pic>
      <p:sp>
        <p:nvSpPr>
          <p:cNvPr id="7" name="Rectangle 6">
            <a:extLst>
              <a:ext uri="{FF2B5EF4-FFF2-40B4-BE49-F238E27FC236}">
                <a16:creationId xmlns:a16="http://schemas.microsoft.com/office/drawing/2014/main" id="{51AC6D69-1B41-A1F2-E953-BF32F3BBBDEE}"/>
              </a:ext>
            </a:extLst>
          </p:cNvPr>
          <p:cNvSpPr/>
          <p:nvPr/>
        </p:nvSpPr>
        <p:spPr>
          <a:xfrm>
            <a:off x="2220686" y="1338943"/>
            <a:ext cx="1436914"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D=2 000</a:t>
            </a:r>
          </a:p>
        </p:txBody>
      </p:sp>
      <p:sp>
        <p:nvSpPr>
          <p:cNvPr id="8" name="Rectangle 7">
            <a:extLst>
              <a:ext uri="{FF2B5EF4-FFF2-40B4-BE49-F238E27FC236}">
                <a16:creationId xmlns:a16="http://schemas.microsoft.com/office/drawing/2014/main" id="{6EEB98F0-802E-1CD5-1223-BEBF2645A519}"/>
              </a:ext>
            </a:extLst>
          </p:cNvPr>
          <p:cNvSpPr/>
          <p:nvPr/>
        </p:nvSpPr>
        <p:spPr>
          <a:xfrm>
            <a:off x="3918856" y="1338943"/>
            <a:ext cx="1436914"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W=9 000</a:t>
            </a:r>
          </a:p>
        </p:txBody>
      </p:sp>
      <p:sp>
        <p:nvSpPr>
          <p:cNvPr id="9" name="Rectangle 8">
            <a:extLst>
              <a:ext uri="{FF2B5EF4-FFF2-40B4-BE49-F238E27FC236}">
                <a16:creationId xmlns:a16="http://schemas.microsoft.com/office/drawing/2014/main" id="{D2D4C085-503A-754C-DEFC-7EBEBA6D91E3}"/>
              </a:ext>
            </a:extLst>
          </p:cNvPr>
          <p:cNvSpPr/>
          <p:nvPr/>
        </p:nvSpPr>
        <p:spPr>
          <a:xfrm>
            <a:off x="5617026" y="1335986"/>
            <a:ext cx="1436914"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M=68 000</a:t>
            </a:r>
          </a:p>
        </p:txBody>
      </p:sp>
      <p:sp>
        <p:nvSpPr>
          <p:cNvPr id="10" name="Rectangle 9">
            <a:extLst>
              <a:ext uri="{FF2B5EF4-FFF2-40B4-BE49-F238E27FC236}">
                <a16:creationId xmlns:a16="http://schemas.microsoft.com/office/drawing/2014/main" id="{3AC058CF-52D1-1310-1FDC-7BD59E1D254A}"/>
              </a:ext>
            </a:extLst>
          </p:cNvPr>
          <p:cNvSpPr/>
          <p:nvPr/>
        </p:nvSpPr>
        <p:spPr>
          <a:xfrm>
            <a:off x="7315196" y="1335986"/>
            <a:ext cx="1436914"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Y=450 000</a:t>
            </a:r>
          </a:p>
        </p:txBody>
      </p:sp>
      <p:sp>
        <p:nvSpPr>
          <p:cNvPr id="12" name="Rectangle 11">
            <a:extLst>
              <a:ext uri="{FF2B5EF4-FFF2-40B4-BE49-F238E27FC236}">
                <a16:creationId xmlns:a16="http://schemas.microsoft.com/office/drawing/2014/main" id="{7A15479F-D0F0-56C0-FCB3-86518DA550B1}"/>
              </a:ext>
            </a:extLst>
          </p:cNvPr>
          <p:cNvSpPr/>
          <p:nvPr/>
        </p:nvSpPr>
        <p:spPr>
          <a:xfrm>
            <a:off x="9568543" y="1335986"/>
            <a:ext cx="2253339"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t>TOTAL=1 500 000</a:t>
            </a:r>
          </a:p>
        </p:txBody>
      </p:sp>
      <p:sp>
        <p:nvSpPr>
          <p:cNvPr id="13" name="Rectangle 12">
            <a:extLst>
              <a:ext uri="{FF2B5EF4-FFF2-40B4-BE49-F238E27FC236}">
                <a16:creationId xmlns:a16="http://schemas.microsoft.com/office/drawing/2014/main" id="{23766E42-EDDA-5717-9C6D-8F4467C75E80}"/>
              </a:ext>
            </a:extLst>
          </p:cNvPr>
          <p:cNvSpPr/>
          <p:nvPr/>
        </p:nvSpPr>
        <p:spPr>
          <a:xfrm>
            <a:off x="12518571" y="870857"/>
            <a:ext cx="2013858" cy="27976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He can filter all these tabs e.g. source is different mines, the diff products names. It should open a tab where he can select what he wants to see </a:t>
            </a:r>
          </a:p>
        </p:txBody>
      </p:sp>
      <p:grpSp>
        <p:nvGrpSpPr>
          <p:cNvPr id="24" name="Group 23">
            <a:extLst>
              <a:ext uri="{FF2B5EF4-FFF2-40B4-BE49-F238E27FC236}">
                <a16:creationId xmlns:a16="http://schemas.microsoft.com/office/drawing/2014/main" id="{60753C74-B1E3-F67E-2BCA-8940ACB5658C}"/>
              </a:ext>
            </a:extLst>
          </p:cNvPr>
          <p:cNvGrpSpPr/>
          <p:nvPr/>
        </p:nvGrpSpPr>
        <p:grpSpPr>
          <a:xfrm>
            <a:off x="4691571" y="2001771"/>
            <a:ext cx="7734960" cy="513720"/>
            <a:chOff x="4691571" y="2001771"/>
            <a:chExt cx="7734960" cy="513720"/>
          </a:xfrm>
        </p:grpSpPr>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2F6D85FE-E801-A0D0-5545-202BA0CBCB1A}"/>
                    </a:ext>
                  </a:extLst>
                </p14:cNvPr>
                <p14:cNvContentPartPr/>
                <p14:nvPr/>
              </p14:nvContentPartPr>
              <p14:xfrm>
                <a:off x="9111651" y="2208771"/>
                <a:ext cx="3247200" cy="306360"/>
              </p14:xfrm>
            </p:contentPart>
          </mc:Choice>
          <mc:Fallback xmlns="">
            <p:pic>
              <p:nvPicPr>
                <p:cNvPr id="16" name="Ink 15">
                  <a:extLst>
                    <a:ext uri="{FF2B5EF4-FFF2-40B4-BE49-F238E27FC236}">
                      <a16:creationId xmlns:a16="http://schemas.microsoft.com/office/drawing/2014/main" id="{2F6D85FE-E801-A0D0-5545-202BA0CBCB1A}"/>
                    </a:ext>
                  </a:extLst>
                </p:cNvPr>
                <p:cNvPicPr/>
                <p:nvPr/>
              </p:nvPicPr>
              <p:blipFill>
                <a:blip r:embed="rId6"/>
                <a:stretch>
                  <a:fillRect/>
                </a:stretch>
              </p:blipFill>
              <p:spPr>
                <a:xfrm>
                  <a:off x="9105531" y="2202651"/>
                  <a:ext cx="325944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31597260-4225-F804-A9F0-28483EAFBDDD}"/>
                    </a:ext>
                  </a:extLst>
                </p14:cNvPr>
                <p14:cNvContentPartPr/>
                <p14:nvPr/>
              </p14:nvContentPartPr>
              <p14:xfrm>
                <a:off x="12278571" y="2155131"/>
                <a:ext cx="147960" cy="87480"/>
              </p14:xfrm>
            </p:contentPart>
          </mc:Choice>
          <mc:Fallback xmlns="">
            <p:pic>
              <p:nvPicPr>
                <p:cNvPr id="17" name="Ink 16">
                  <a:extLst>
                    <a:ext uri="{FF2B5EF4-FFF2-40B4-BE49-F238E27FC236}">
                      <a16:creationId xmlns:a16="http://schemas.microsoft.com/office/drawing/2014/main" id="{31597260-4225-F804-A9F0-28483EAFBDDD}"/>
                    </a:ext>
                  </a:extLst>
                </p:cNvPr>
                <p:cNvPicPr/>
                <p:nvPr/>
              </p:nvPicPr>
              <p:blipFill>
                <a:blip r:embed="rId8"/>
                <a:stretch>
                  <a:fillRect/>
                </a:stretch>
              </p:blipFill>
              <p:spPr>
                <a:xfrm>
                  <a:off x="12272451" y="2149011"/>
                  <a:ext cx="1602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5C16EBB0-A22A-8086-7B35-DDE0A4454DDB}"/>
                    </a:ext>
                  </a:extLst>
                </p14:cNvPr>
                <p14:cNvContentPartPr/>
                <p14:nvPr/>
              </p14:nvContentPartPr>
              <p14:xfrm>
                <a:off x="7706571" y="2001771"/>
                <a:ext cx="4682520" cy="480240"/>
              </p14:xfrm>
            </p:contentPart>
          </mc:Choice>
          <mc:Fallback xmlns="">
            <p:pic>
              <p:nvPicPr>
                <p:cNvPr id="19" name="Ink 18">
                  <a:extLst>
                    <a:ext uri="{FF2B5EF4-FFF2-40B4-BE49-F238E27FC236}">
                      <a16:creationId xmlns:a16="http://schemas.microsoft.com/office/drawing/2014/main" id="{5C16EBB0-A22A-8086-7B35-DDE0A4454DDB}"/>
                    </a:ext>
                  </a:extLst>
                </p:cNvPr>
                <p:cNvPicPr/>
                <p:nvPr/>
              </p:nvPicPr>
              <p:blipFill>
                <a:blip r:embed="rId10"/>
                <a:stretch>
                  <a:fillRect/>
                </a:stretch>
              </p:blipFill>
              <p:spPr>
                <a:xfrm>
                  <a:off x="7700451" y="1995651"/>
                  <a:ext cx="469476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611B653A-DB7D-AE65-410B-730AE4D11A3C}"/>
                    </a:ext>
                  </a:extLst>
                </p14:cNvPr>
                <p14:cNvContentPartPr/>
                <p14:nvPr/>
              </p14:nvContentPartPr>
              <p14:xfrm>
                <a:off x="12299451" y="2002851"/>
                <a:ext cx="117720" cy="119520"/>
              </p14:xfrm>
            </p:contentPart>
          </mc:Choice>
          <mc:Fallback xmlns="">
            <p:pic>
              <p:nvPicPr>
                <p:cNvPr id="20" name="Ink 19">
                  <a:extLst>
                    <a:ext uri="{FF2B5EF4-FFF2-40B4-BE49-F238E27FC236}">
                      <a16:creationId xmlns:a16="http://schemas.microsoft.com/office/drawing/2014/main" id="{611B653A-DB7D-AE65-410B-730AE4D11A3C}"/>
                    </a:ext>
                  </a:extLst>
                </p:cNvPr>
                <p:cNvPicPr/>
                <p:nvPr/>
              </p:nvPicPr>
              <p:blipFill>
                <a:blip r:embed="rId12"/>
                <a:stretch>
                  <a:fillRect/>
                </a:stretch>
              </p:blipFill>
              <p:spPr>
                <a:xfrm>
                  <a:off x="12293331" y="1996731"/>
                  <a:ext cx="1299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EC8AE420-C26B-E369-71CC-2C1B8C4B4362}"/>
                    </a:ext>
                  </a:extLst>
                </p14:cNvPr>
                <p14:cNvContentPartPr/>
                <p14:nvPr/>
              </p14:nvContentPartPr>
              <p14:xfrm>
                <a:off x="4691571" y="2199051"/>
                <a:ext cx="7498080" cy="316440"/>
              </p14:xfrm>
            </p:contentPart>
          </mc:Choice>
          <mc:Fallback xmlns="">
            <p:pic>
              <p:nvPicPr>
                <p:cNvPr id="22" name="Ink 21">
                  <a:extLst>
                    <a:ext uri="{FF2B5EF4-FFF2-40B4-BE49-F238E27FC236}">
                      <a16:creationId xmlns:a16="http://schemas.microsoft.com/office/drawing/2014/main" id="{EC8AE420-C26B-E369-71CC-2C1B8C4B4362}"/>
                    </a:ext>
                  </a:extLst>
                </p:cNvPr>
                <p:cNvPicPr/>
                <p:nvPr/>
              </p:nvPicPr>
              <p:blipFill>
                <a:blip r:embed="rId14"/>
                <a:stretch>
                  <a:fillRect/>
                </a:stretch>
              </p:blipFill>
              <p:spPr>
                <a:xfrm>
                  <a:off x="4685451" y="2192931"/>
                  <a:ext cx="751032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352F10DB-09B6-5F26-4680-6FF92639210A}"/>
                    </a:ext>
                  </a:extLst>
                </p14:cNvPr>
                <p14:cNvContentPartPr/>
                <p14:nvPr/>
              </p14:nvContentPartPr>
              <p14:xfrm>
                <a:off x="12110811" y="2143971"/>
                <a:ext cx="182880" cy="190080"/>
              </p14:xfrm>
            </p:contentPart>
          </mc:Choice>
          <mc:Fallback xmlns="">
            <p:pic>
              <p:nvPicPr>
                <p:cNvPr id="23" name="Ink 22">
                  <a:extLst>
                    <a:ext uri="{FF2B5EF4-FFF2-40B4-BE49-F238E27FC236}">
                      <a16:creationId xmlns:a16="http://schemas.microsoft.com/office/drawing/2014/main" id="{352F10DB-09B6-5F26-4680-6FF92639210A}"/>
                    </a:ext>
                  </a:extLst>
                </p:cNvPr>
                <p:cNvPicPr/>
                <p:nvPr/>
              </p:nvPicPr>
              <p:blipFill>
                <a:blip r:embed="rId16"/>
                <a:stretch>
                  <a:fillRect/>
                </a:stretch>
              </p:blipFill>
              <p:spPr>
                <a:xfrm>
                  <a:off x="12104691" y="2137851"/>
                  <a:ext cx="195120" cy="202320"/>
                </a:xfrm>
                <a:prstGeom prst="rect">
                  <a:avLst/>
                </a:prstGeom>
              </p:spPr>
            </p:pic>
          </mc:Fallback>
        </mc:AlternateContent>
      </p:grpSp>
      <p:sp>
        <p:nvSpPr>
          <p:cNvPr id="25" name="Rectangle 24">
            <a:extLst>
              <a:ext uri="{FF2B5EF4-FFF2-40B4-BE49-F238E27FC236}">
                <a16:creationId xmlns:a16="http://schemas.microsoft.com/office/drawing/2014/main" id="{B556B3CE-3839-7C98-BF04-095BFE0D74F3}"/>
              </a:ext>
            </a:extLst>
          </p:cNvPr>
          <p:cNvSpPr/>
          <p:nvPr/>
        </p:nvSpPr>
        <p:spPr>
          <a:xfrm>
            <a:off x="9252857" y="5998029"/>
            <a:ext cx="2688772" cy="587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View/download </a:t>
            </a:r>
          </a:p>
        </p:txBody>
      </p:sp>
    </p:spTree>
    <p:extLst>
      <p:ext uri="{BB962C8B-B14F-4D97-AF65-F5344CB8AC3E}">
        <p14:creationId xmlns:p14="http://schemas.microsoft.com/office/powerpoint/2010/main" val="1898405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D890BBF-BF01-F5C9-37F0-85AD3B1D9AA8}"/>
                  </a:ext>
                </a:extLst>
              </p14:cNvPr>
              <p14:cNvContentPartPr/>
              <p14:nvPr/>
            </p14:nvContentPartPr>
            <p14:xfrm>
              <a:off x="11049171" y="1099251"/>
              <a:ext cx="360" cy="360"/>
            </p14:xfrm>
          </p:contentPart>
        </mc:Choice>
        <mc:Fallback xmlns="">
          <p:pic>
            <p:nvPicPr>
              <p:cNvPr id="2" name="Ink 1">
                <a:extLst>
                  <a:ext uri="{FF2B5EF4-FFF2-40B4-BE49-F238E27FC236}">
                    <a16:creationId xmlns:a16="http://schemas.microsoft.com/office/drawing/2014/main" id="{DD890BBF-BF01-F5C9-37F0-85AD3B1D9AA8}"/>
                  </a:ext>
                </a:extLst>
              </p:cNvPr>
              <p:cNvPicPr/>
              <p:nvPr/>
            </p:nvPicPr>
            <p:blipFill>
              <a:blip r:embed="rId4"/>
              <a:stretch>
                <a:fillRect/>
              </a:stretch>
            </p:blipFill>
            <p:spPr>
              <a:xfrm>
                <a:off x="11043051" y="1093131"/>
                <a:ext cx="12600" cy="12600"/>
              </a:xfrm>
              <a:prstGeom prst="rect">
                <a:avLst/>
              </a:prstGeom>
            </p:spPr>
          </p:pic>
        </mc:Fallback>
      </mc:AlternateContent>
      <p:pic>
        <p:nvPicPr>
          <p:cNvPr id="4" name="Picture 3">
            <a:extLst>
              <a:ext uri="{FF2B5EF4-FFF2-40B4-BE49-F238E27FC236}">
                <a16:creationId xmlns:a16="http://schemas.microsoft.com/office/drawing/2014/main" id="{72C98D93-0272-D641-35B6-6C9126784177}"/>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1480BB27-A8E9-3E4F-B982-FACA4988F267}"/>
              </a:ext>
            </a:extLst>
          </p:cNvPr>
          <p:cNvSpPr>
            <a:spLocks noGrp="1" noRot="1" noMove="1" noResize="1" noEditPoints="1" noAdjustHandles="1" noChangeArrowheads="1" noChangeShapeType="1"/>
          </p:cNvSpPr>
          <p:nvPr/>
        </p:nvSpPr>
        <p:spPr>
          <a:xfrm>
            <a:off x="2188029" y="740229"/>
            <a:ext cx="10003971" cy="61177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 name="Rectangle 5">
            <a:extLst>
              <a:ext uri="{FF2B5EF4-FFF2-40B4-BE49-F238E27FC236}">
                <a16:creationId xmlns:a16="http://schemas.microsoft.com/office/drawing/2014/main" id="{7BFE7541-16CB-1E31-47DE-06F6FE88AE6E}"/>
              </a:ext>
            </a:extLst>
          </p:cNvPr>
          <p:cNvSpPr/>
          <p:nvPr/>
        </p:nvSpPr>
        <p:spPr>
          <a:xfrm>
            <a:off x="2438399" y="1099250"/>
            <a:ext cx="4286813" cy="16653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ZA" dirty="0"/>
              <a:t>Brys mine , coal to port.                                      </a:t>
            </a:r>
          </a:p>
          <a:p>
            <a:pPr marL="342900" indent="-342900">
              <a:buAutoNum type="arabicPeriod"/>
            </a:pPr>
            <a:r>
              <a:rPr lang="en-ZA" dirty="0"/>
              <a:t>Henny mine, chrome to JJ wash plant             </a:t>
            </a:r>
          </a:p>
          <a:p>
            <a:pPr marL="342900" indent="-342900">
              <a:buAutoNum type="arabicPeriod"/>
            </a:pPr>
            <a:r>
              <a:rPr lang="en-ZA" dirty="0"/>
              <a:t>JJ wash plant, chrome to port.</a:t>
            </a:r>
          </a:p>
        </p:txBody>
      </p:sp>
      <p:sp>
        <p:nvSpPr>
          <p:cNvPr id="7" name="Rectangle 6">
            <a:extLst>
              <a:ext uri="{FF2B5EF4-FFF2-40B4-BE49-F238E27FC236}">
                <a16:creationId xmlns:a16="http://schemas.microsoft.com/office/drawing/2014/main" id="{D1472CD0-8B46-A8CD-8857-E081D1B86979}"/>
              </a:ext>
            </a:extLst>
          </p:cNvPr>
          <p:cNvSpPr/>
          <p:nvPr/>
        </p:nvSpPr>
        <p:spPr>
          <a:xfrm>
            <a:off x="7269890" y="1056118"/>
            <a:ext cx="4394948" cy="5387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ZA" dirty="0"/>
              <a:t>Waybill for </a:t>
            </a:r>
            <a:r>
              <a:rPr lang="en-ZA" dirty="0" err="1"/>
              <a:t>brys</a:t>
            </a:r>
            <a:r>
              <a:rPr lang="en-ZA" dirty="0"/>
              <a:t> mine to port </a:t>
            </a:r>
          </a:p>
          <a:p>
            <a:endParaRPr lang="en-ZA" dirty="0"/>
          </a:p>
          <a:p>
            <a:pPr marL="342900" indent="-342900">
              <a:buAutoNum type="arabicPeriod"/>
            </a:pPr>
            <a:r>
              <a:rPr lang="en-ZA" dirty="0"/>
              <a:t>Destination </a:t>
            </a:r>
          </a:p>
          <a:p>
            <a:pPr marL="342900" indent="-342900">
              <a:buAutoNum type="arabicPeriod"/>
            </a:pPr>
            <a:r>
              <a:rPr lang="en-ZA" dirty="0"/>
              <a:t>Product- </a:t>
            </a:r>
          </a:p>
          <a:p>
            <a:pPr marL="342900" indent="-342900">
              <a:buAutoNum type="arabicPeriod"/>
            </a:pPr>
            <a:r>
              <a:rPr lang="en-ZA" dirty="0"/>
              <a:t>Order no- </a:t>
            </a:r>
          </a:p>
          <a:p>
            <a:pPr marL="342900" indent="-342900">
              <a:buAutoNum type="arabicPeriod"/>
            </a:pPr>
            <a:endParaRPr lang="en-ZA" dirty="0"/>
          </a:p>
        </p:txBody>
      </p:sp>
      <p:grpSp>
        <p:nvGrpSpPr>
          <p:cNvPr id="10" name="Group 9">
            <a:extLst>
              <a:ext uri="{FF2B5EF4-FFF2-40B4-BE49-F238E27FC236}">
                <a16:creationId xmlns:a16="http://schemas.microsoft.com/office/drawing/2014/main" id="{A4712E0F-3203-D23C-C667-CAEAD39C8B8F}"/>
              </a:ext>
            </a:extLst>
          </p:cNvPr>
          <p:cNvGrpSpPr/>
          <p:nvPr/>
        </p:nvGrpSpPr>
        <p:grpSpPr>
          <a:xfrm>
            <a:off x="6150651" y="1621971"/>
            <a:ext cx="975600" cy="240120"/>
            <a:chOff x="6150651" y="1621971"/>
            <a:chExt cx="975600" cy="24012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403C2EA-F880-B992-A30C-41694B964ACC}"/>
                    </a:ext>
                  </a:extLst>
                </p14:cNvPr>
                <p14:cNvContentPartPr/>
                <p14:nvPr/>
              </p14:nvContentPartPr>
              <p14:xfrm>
                <a:off x="6150651" y="1621971"/>
                <a:ext cx="748440" cy="131400"/>
              </p14:xfrm>
            </p:contentPart>
          </mc:Choice>
          <mc:Fallback xmlns="">
            <p:pic>
              <p:nvPicPr>
                <p:cNvPr id="8" name="Ink 7">
                  <a:extLst>
                    <a:ext uri="{FF2B5EF4-FFF2-40B4-BE49-F238E27FC236}">
                      <a16:creationId xmlns:a16="http://schemas.microsoft.com/office/drawing/2014/main" id="{7403C2EA-F880-B992-A30C-41694B964ACC}"/>
                    </a:ext>
                  </a:extLst>
                </p:cNvPr>
                <p:cNvPicPr/>
                <p:nvPr/>
              </p:nvPicPr>
              <p:blipFill>
                <a:blip r:embed="rId7"/>
                <a:stretch>
                  <a:fillRect/>
                </a:stretch>
              </p:blipFill>
              <p:spPr>
                <a:xfrm>
                  <a:off x="6144531" y="1615851"/>
                  <a:ext cx="7606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12C216E-DE78-C81B-D101-A402324EA906}"/>
                    </a:ext>
                  </a:extLst>
                </p14:cNvPr>
                <p14:cNvContentPartPr/>
                <p14:nvPr/>
              </p14:nvContentPartPr>
              <p14:xfrm>
                <a:off x="6868851" y="1665531"/>
                <a:ext cx="257400" cy="196560"/>
              </p14:xfrm>
            </p:contentPart>
          </mc:Choice>
          <mc:Fallback xmlns="">
            <p:pic>
              <p:nvPicPr>
                <p:cNvPr id="9" name="Ink 8">
                  <a:extLst>
                    <a:ext uri="{FF2B5EF4-FFF2-40B4-BE49-F238E27FC236}">
                      <a16:creationId xmlns:a16="http://schemas.microsoft.com/office/drawing/2014/main" id="{612C216E-DE78-C81B-D101-A402324EA906}"/>
                    </a:ext>
                  </a:extLst>
                </p:cNvPr>
                <p:cNvPicPr/>
                <p:nvPr/>
              </p:nvPicPr>
              <p:blipFill>
                <a:blip r:embed="rId9"/>
                <a:stretch>
                  <a:fillRect/>
                </a:stretch>
              </p:blipFill>
              <p:spPr>
                <a:xfrm>
                  <a:off x="6862731" y="1659411"/>
                  <a:ext cx="269640" cy="208800"/>
                </a:xfrm>
                <a:prstGeom prst="rect">
                  <a:avLst/>
                </a:prstGeom>
              </p:spPr>
            </p:pic>
          </mc:Fallback>
        </mc:AlternateContent>
      </p:grpSp>
      <p:pic>
        <p:nvPicPr>
          <p:cNvPr id="12" name="Picture 11">
            <a:extLst>
              <a:ext uri="{FF2B5EF4-FFF2-40B4-BE49-F238E27FC236}">
                <a16:creationId xmlns:a16="http://schemas.microsoft.com/office/drawing/2014/main" id="{862ABAA3-7686-B7FC-4DC4-838ACD88E941}"/>
              </a:ext>
            </a:extLst>
          </p:cNvPr>
          <p:cNvPicPr>
            <a:picLocks noChangeAspect="1"/>
          </p:cNvPicPr>
          <p:nvPr/>
        </p:nvPicPr>
        <p:blipFill>
          <a:blip r:embed="rId10">
            <a:extLst>
              <a:ext uri="{28A0092B-C50C-407E-A947-70E740481C1C}">
                <a14:useLocalDpi xmlns:a14="http://schemas.microsoft.com/office/drawing/2010/main" val="0"/>
              </a:ext>
            </a:extLst>
          </a:blip>
          <a:srcRect l="21051" t="8438" r="38380" b="8104"/>
          <a:stretch>
            <a:fillRect/>
          </a:stretch>
        </p:blipFill>
        <p:spPr>
          <a:xfrm>
            <a:off x="7660065" y="2572246"/>
            <a:ext cx="3264888" cy="3545525"/>
          </a:xfrm>
          <a:prstGeom prst="rect">
            <a:avLst/>
          </a:prstGeom>
        </p:spPr>
      </p:pic>
    </p:spTree>
    <p:extLst>
      <p:ext uri="{BB962C8B-B14F-4D97-AF65-F5344CB8AC3E}">
        <p14:creationId xmlns:p14="http://schemas.microsoft.com/office/powerpoint/2010/main" val="3187734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9F51A1-84CB-11B3-6F71-36CEE57EFD0C}"/>
              </a:ext>
            </a:extLst>
          </p:cNvPr>
          <p:cNvSpPr/>
          <p:nvPr/>
        </p:nvSpPr>
        <p:spPr>
          <a:xfrm>
            <a:off x="337457" y="228600"/>
            <a:ext cx="11527972" cy="6346371"/>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ZA" dirty="0"/>
              <a:t>Our control portal.</a:t>
            </a:r>
          </a:p>
          <a:p>
            <a:r>
              <a:rPr lang="en-ZA" dirty="0"/>
              <a:t>This is where we monitor everything </a:t>
            </a:r>
          </a:p>
          <a:p>
            <a:r>
              <a:rPr lang="en-ZA" dirty="0"/>
              <a:t>We need to know what = </a:t>
            </a:r>
          </a:p>
          <a:p>
            <a:pPr marL="285750" indent="-285750">
              <a:buFont typeface="Wingdings" panose="05000000000000000000" pitchFamily="2" charset="2"/>
              <a:buChar char="Ø"/>
            </a:pPr>
            <a:r>
              <a:rPr lang="en-ZA" dirty="0"/>
              <a:t>buyers are willing to pay for different products</a:t>
            </a:r>
          </a:p>
          <a:p>
            <a:pPr marL="285750" indent="-285750">
              <a:buFont typeface="Wingdings" panose="05000000000000000000" pitchFamily="2" charset="2"/>
              <a:buChar char="Ø"/>
            </a:pPr>
            <a:r>
              <a:rPr lang="en-ZA" dirty="0"/>
              <a:t>What rates transporters are willing to run for what distance</a:t>
            </a:r>
          </a:p>
          <a:p>
            <a:pPr marL="285750" indent="-285750">
              <a:buFont typeface="Wingdings" panose="05000000000000000000" pitchFamily="2" charset="2"/>
              <a:buChar char="Ø"/>
            </a:pPr>
            <a:r>
              <a:rPr lang="en-ZA" dirty="0"/>
              <a:t>What rates mines are willing to sell their product for. </a:t>
            </a:r>
          </a:p>
          <a:p>
            <a:r>
              <a:rPr lang="en-ZA" dirty="0"/>
              <a:t>We use this info to better match these 3 parties so we can make money of the spread (we make commission) </a:t>
            </a:r>
          </a:p>
          <a:p>
            <a:endParaRPr lang="en-ZA" dirty="0"/>
          </a:p>
          <a:p>
            <a:r>
              <a:rPr lang="en-ZA" dirty="0"/>
              <a:t>We need to keep the recons safe for everyone </a:t>
            </a:r>
          </a:p>
          <a:p>
            <a:r>
              <a:rPr lang="en-ZA" dirty="0"/>
              <a:t>We need an AI to analyse this data </a:t>
            </a:r>
          </a:p>
          <a:p>
            <a:endParaRPr lang="en-ZA" dirty="0"/>
          </a:p>
          <a:p>
            <a:r>
              <a:rPr lang="en-ZA" dirty="0"/>
              <a:t>We need to be able to generate an invoice for deals we provide to a mine, buyer or transporter.</a:t>
            </a:r>
          </a:p>
          <a:p>
            <a:endParaRPr lang="en-ZA" dirty="0"/>
          </a:p>
          <a:p>
            <a:r>
              <a:rPr lang="en-ZA" dirty="0"/>
              <a:t>Our important KPIs = buyers , transporters and mines registered , active routes and total tons managed </a:t>
            </a:r>
          </a:p>
          <a:p>
            <a:r>
              <a:rPr lang="en-ZA" dirty="0"/>
              <a:t> </a:t>
            </a:r>
          </a:p>
        </p:txBody>
      </p:sp>
    </p:spTree>
    <p:extLst>
      <p:ext uri="{BB962C8B-B14F-4D97-AF65-F5344CB8AC3E}">
        <p14:creationId xmlns:p14="http://schemas.microsoft.com/office/powerpoint/2010/main" val="3294877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34A6ED-CDF7-ACB3-6C7B-E32AB5122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80C81CB-231E-0756-54E6-960E1F07D25F}"/>
              </a:ext>
            </a:extLst>
          </p:cNvPr>
          <p:cNvSpPr/>
          <p:nvPr/>
        </p:nvSpPr>
        <p:spPr>
          <a:xfrm>
            <a:off x="2147777" y="3838353"/>
            <a:ext cx="366823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Active routes = 50</a:t>
            </a:r>
          </a:p>
        </p:txBody>
      </p:sp>
      <p:sp>
        <p:nvSpPr>
          <p:cNvPr id="4" name="Rectangle 3">
            <a:extLst>
              <a:ext uri="{FF2B5EF4-FFF2-40B4-BE49-F238E27FC236}">
                <a16:creationId xmlns:a16="http://schemas.microsoft.com/office/drawing/2014/main" id="{60DD16F9-C698-8DB4-95AE-E83F0237C404}"/>
              </a:ext>
            </a:extLst>
          </p:cNvPr>
          <p:cNvSpPr/>
          <p:nvPr/>
        </p:nvSpPr>
        <p:spPr>
          <a:xfrm>
            <a:off x="6198781" y="3838353"/>
            <a:ext cx="3136605" cy="988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Total tons managed = 62505</a:t>
            </a:r>
          </a:p>
        </p:txBody>
      </p:sp>
    </p:spTree>
    <p:extLst>
      <p:ext uri="{BB962C8B-B14F-4D97-AF65-F5344CB8AC3E}">
        <p14:creationId xmlns:p14="http://schemas.microsoft.com/office/powerpoint/2010/main" val="1470838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16172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895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9663</TotalTime>
  <Words>4029</Words>
  <Application>Microsoft Office PowerPoint</Application>
  <PresentationFormat>Widescreen</PresentationFormat>
  <Paragraphs>621</Paragraphs>
  <Slides>32</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Arial</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bryson mansoor</dc:creator>
  <cp:lastModifiedBy>bryson mansoor</cp:lastModifiedBy>
  <cp:revision>2</cp:revision>
  <dcterms:created xsi:type="dcterms:W3CDTF">2026-05-18T12:15:01Z</dcterms:created>
  <dcterms:modified xsi:type="dcterms:W3CDTF">2026-06-05T14:03:23Z</dcterms:modified>
</cp:coreProperties>
</file>